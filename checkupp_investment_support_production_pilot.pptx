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14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8851392" y="384048"/>
            <a:ext cx="2807208" cy="1547110"/>
          </a:xfrm>
          <a:prstGeom prst="roundRect">
            <a:avLst>
              <a:gd name="adj" fmla="val 1313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5B8E"/>
          </a:solidFill>
          <a:ln w="12700">
            <a:solidFill>
              <a:srgbClr val="195B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5B8E"/>
                </a:solidFill>
              </a:rPr>
              <a:t>CHECKUPP INVESTMENT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172A"/>
                </a:solidFill>
              </a:rPr>
              <a:t>Use $100K to build a production-release-ready pilot version of CheckUpp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7863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8"/>
                </a:solidFill>
              </a:rPr>
              <a:t>For Dr Farhan Shahzad / Evaluate Health: fund the product release, trust layer, integrations and launch readiness — with Anodiam continuing as the discounted technology delivery partner.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51392" y="50292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2D050"/>
                </a:solidFill>
              </a:rPr>
              <a:t>$100K</a:t>
            </a:r>
            <a:endParaRPr lang="en-US" sz="3000" dirty="0">
              <a:solidFill>
                <a:srgbClr val="92D05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851392" y="10515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</a:rPr>
              <a:t>investment support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851392" y="14173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B0F0"/>
                </a:solidFill>
              </a:rPr>
              <a:t>10–15% </a:t>
            </a:r>
            <a:r>
              <a:rPr lang="en-US" sz="1200" b="1" dirty="0">
                <a:solidFill>
                  <a:srgbClr val="00B0F0"/>
                </a:solidFill>
              </a:rPr>
              <a:t>discussion</a:t>
            </a:r>
            <a:r>
              <a:rPr lang="en-US" sz="1350" b="1" dirty="0">
                <a:solidFill>
                  <a:srgbClr val="00B0F0"/>
                </a:solidFill>
              </a:rPr>
              <a:t> range</a:t>
            </a:r>
            <a:endParaRPr lang="en-US" sz="1350" dirty="0">
              <a:solidFill>
                <a:srgbClr val="00B0F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34080"/>
            <a:ext cx="11109960" cy="0"/>
          </a:xfrm>
          <a:prstGeom prst="line">
            <a:avLst/>
          </a:prstGeom>
          <a:noFill/>
          <a:ln w="12700">
            <a:solidFill>
              <a:srgbClr val="CED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5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A"/>
                </a:solidFill>
              </a:rPr>
              <a:t>What the investment must achieve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3252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3233840"/>
            <a:ext cx="479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0B172A"/>
                </a:solidFill>
              </a:rPr>
              <a:t>Retain the current </a:t>
            </a:r>
            <a:r>
              <a:rPr lang="en-US" sz="1450" b="1" dirty="0" smtClean="0">
                <a:solidFill>
                  <a:srgbClr val="0B172A"/>
                </a:solidFill>
              </a:rPr>
              <a:t>Anodiam tech </a:t>
            </a:r>
            <a:r>
              <a:rPr lang="en-US" sz="1450" b="1" dirty="0">
                <a:solidFill>
                  <a:srgbClr val="0B172A"/>
                </a:solidFill>
              </a:rPr>
              <a:t>team for CheckUpp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349901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 smtClean="0">
                <a:solidFill>
                  <a:srgbClr val="5B6778"/>
                </a:solidFill>
              </a:rPr>
              <a:t>Existing dev team </a:t>
            </a:r>
            <a:r>
              <a:rPr lang="en-US" sz="1140" dirty="0">
                <a:solidFill>
                  <a:srgbClr val="5B6778"/>
                </a:solidFill>
              </a:rPr>
              <a:t>remain on delivery — no re-ramp, less execution risk.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58368" y="3965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470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72A"/>
                </a:solidFill>
              </a:rPr>
              <a:t>Move from sprint output to release quality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1224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778"/>
                </a:solidFill>
              </a:rPr>
              <a:t>Stabilised build, QA/UAT, release hygiene, deployment discipline and pilot environment.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58368" y="4678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466030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72A"/>
                </a:solidFill>
              </a:rPr>
              <a:t>Build the healthcare trust layer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2688" y="49254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778"/>
                </a:solidFill>
              </a:rPr>
              <a:t>Medico-legal, privacy, cyber security, consent, access control and audit readiness.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658368" y="5391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537353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72A"/>
                </a:solidFill>
              </a:rPr>
              <a:t>Prepare for real pilots and growth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2688" y="56387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778"/>
                </a:solidFill>
              </a:rPr>
              <a:t>GTM materials, onboarding, support processes, analytics and investor reporting.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629400" y="27857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A"/>
                </a:solidFill>
              </a:rPr>
              <a:t>Target pilot state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3197264"/>
            <a:ext cx="4480560" cy="292608"/>
          </a:xfrm>
          <a:prstGeom prst="rect">
            <a:avLst/>
          </a:prstGeom>
          <a:solidFill>
            <a:srgbClr val="EAF7F1"/>
          </a:solidFill>
          <a:ln>
            <a:solidFill>
              <a:srgbClr val="0A7A4B">
                <a:alpha val="5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A4B"/>
                </a:solidFill>
              </a:rPr>
              <a:t>PRODUCTION-RELEASE-READY PILOT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37184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31152" y="370018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Release scope locked and backlog prioritised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711696" y="411166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31152" y="4093376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Core workflows tested and ready for controlled users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711696" y="4504856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31152" y="448656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Cloud environment, backups and monitoring in place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6711696" y="489804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31152" y="48797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Privacy, cyber </a:t>
            </a:r>
            <a:r>
              <a:rPr lang="en-US" sz="1130" dirty="0" smtClean="0">
                <a:solidFill>
                  <a:srgbClr val="0B172A"/>
                </a:solidFill>
              </a:rPr>
              <a:t>security and </a:t>
            </a:r>
            <a:r>
              <a:rPr lang="en-US" sz="1130" dirty="0">
                <a:solidFill>
                  <a:srgbClr val="0B172A"/>
                </a:solidFill>
              </a:rPr>
              <a:t>medico-legal risks addressed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6711696" y="52912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31152" y="5272952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Integration discovery with Evaluate Health started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6711696" y="56844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31152" y="566614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Pilot onboarding, support and reporting prepared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4A6"/>
                </a:solidFill>
              </a:rPr>
              <a:t>CheckUpp investment support requirement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5B8E"/>
          </a:solidFill>
          <a:ln w="12700">
            <a:solidFill>
              <a:srgbClr val="195B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5B8E"/>
                </a:solidFill>
              </a:rPr>
              <a:t>INDICATIVE $100K BREAKUP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B172A"/>
                </a:solidFill>
              </a:rPr>
              <a:t>Funding for </a:t>
            </a:r>
            <a:r>
              <a:rPr lang="en-US" b="1" dirty="0">
                <a:solidFill>
                  <a:srgbClr val="0B172A"/>
                </a:solidFill>
              </a:rPr>
              <a:t>the build, release hardening and controlled pilot launch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6928" y="162039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1620397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Amount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620397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Purpose / release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1620397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Owner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99573"/>
            <a:ext cx="11109960" cy="0"/>
          </a:xfrm>
          <a:prstGeom prst="line">
            <a:avLst/>
          </a:prstGeom>
          <a:noFill/>
          <a:ln w="12700">
            <a:solidFill>
              <a:srgbClr val="CED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82453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0A7A4B"/>
                </a:solidFill>
              </a:rPr>
              <a:t>Technology development + QA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880360" y="2282453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</a:t>
            </a:r>
            <a:r>
              <a:rPr lang="en-US" sz="1200" b="1" dirty="0" smtClean="0">
                <a:solidFill>
                  <a:srgbClr val="0B172A"/>
                </a:solidFill>
              </a:rPr>
              <a:t>35</a:t>
            </a:r>
            <a:r>
              <a:rPr lang="en-US" sz="1200" b="1" dirty="0" smtClean="0">
                <a:solidFill>
                  <a:srgbClr val="0B172A"/>
                </a:solidFill>
              </a:rPr>
              <a:t>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282453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Discounted Anodiam build: </a:t>
            </a:r>
            <a:r>
              <a:rPr lang="en-US" sz="990" dirty="0" smtClean="0">
                <a:solidFill>
                  <a:srgbClr val="5B6778"/>
                </a:solidFill>
              </a:rPr>
              <a:t>Software p</a:t>
            </a:r>
            <a:r>
              <a:rPr lang="en-US" sz="990" dirty="0" smtClean="0">
                <a:solidFill>
                  <a:srgbClr val="5B6778"/>
                </a:solidFill>
              </a:rPr>
              <a:t>roduct development, UX, </a:t>
            </a:r>
            <a:r>
              <a:rPr lang="en-US" sz="990" dirty="0">
                <a:solidFill>
                  <a:srgbClr val="5B6778"/>
                </a:solidFill>
              </a:rPr>
              <a:t>APIs, data flows, </a:t>
            </a:r>
            <a:r>
              <a:rPr lang="en-US" sz="990" dirty="0" smtClean="0">
                <a:solidFill>
                  <a:srgbClr val="5B6778"/>
                </a:solidFill>
              </a:rPr>
              <a:t>testing.</a:t>
            </a:r>
          </a:p>
          <a:p>
            <a:pPr marL="0" indent="0">
              <a:buNone/>
            </a:pPr>
            <a:r>
              <a:rPr lang="en-US" sz="990" dirty="0" smtClean="0">
                <a:solidFill>
                  <a:srgbClr val="5B6778"/>
                </a:solidFill>
              </a:rPr>
              <a:t>Output</a:t>
            </a:r>
            <a:r>
              <a:rPr lang="en-US" sz="990" dirty="0">
                <a:solidFill>
                  <a:srgbClr val="5B6778"/>
                </a:solidFill>
              </a:rPr>
              <a:t>: production-release-ready pilot app.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10195560" y="228245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Anodiam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2684789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94517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0A7A4B"/>
                </a:solidFill>
              </a:rPr>
              <a:t>Privacy + cyber security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2880360" y="279451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A"/>
                </a:solidFill>
              </a:rPr>
              <a:t>$</a:t>
            </a:r>
            <a:r>
              <a:rPr lang="en-US" sz="1200" b="1" dirty="0" smtClean="0">
                <a:solidFill>
                  <a:srgbClr val="0B172A"/>
                </a:solidFill>
              </a:rPr>
              <a:t>10K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794517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Data protection, access control, audit trail, threat model, penetration-test </a:t>
            </a:r>
            <a:r>
              <a:rPr lang="en-US" sz="990" dirty="0" smtClean="0">
                <a:solidFill>
                  <a:srgbClr val="5B6778"/>
                </a:solidFill>
              </a:rPr>
              <a:t>and vulnerability remediation</a:t>
            </a:r>
            <a:r>
              <a:rPr lang="en-US" sz="990" dirty="0">
                <a:solidFill>
                  <a:srgbClr val="5B6778"/>
                </a:solidFill>
              </a:rPr>
              <a:t>.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10195560" y="2794517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 smtClean="0">
                <a:solidFill>
                  <a:srgbClr val="5B6778"/>
                </a:solidFill>
              </a:rPr>
              <a:t>Founders + Anodiam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48640" y="3196853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06581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0A7A4B"/>
                </a:solidFill>
              </a:rPr>
              <a:t>Cloud, hosting + integrations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880360" y="3306581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A"/>
                </a:solidFill>
              </a:rPr>
              <a:t>$</a:t>
            </a:r>
            <a:r>
              <a:rPr lang="en-US" sz="1200" b="1" dirty="0" smtClean="0">
                <a:solidFill>
                  <a:srgbClr val="0B172A"/>
                </a:solidFill>
              </a:rPr>
              <a:t>12K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306581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 smtClean="0">
                <a:solidFill>
                  <a:srgbClr val="5B6778"/>
                </a:solidFill>
              </a:rPr>
              <a:t>Production cloud infra, </a:t>
            </a:r>
            <a:r>
              <a:rPr lang="en-US" sz="990" dirty="0">
                <a:solidFill>
                  <a:srgbClr val="5B6778"/>
                </a:solidFill>
              </a:rPr>
              <a:t>monitoring, backups, email</a:t>
            </a:r>
            <a:r>
              <a:rPr lang="en-US" sz="990" dirty="0" smtClean="0">
                <a:solidFill>
                  <a:srgbClr val="5B6778"/>
                </a:solidFill>
              </a:rPr>
              <a:t>/ messaging, </a:t>
            </a:r>
            <a:r>
              <a:rPr lang="en-US" sz="990" dirty="0">
                <a:solidFill>
                  <a:srgbClr val="5B6778"/>
                </a:solidFill>
              </a:rPr>
              <a:t>analytics and </a:t>
            </a:r>
            <a:r>
              <a:rPr lang="en-US" sz="990" dirty="0" smtClean="0">
                <a:solidFill>
                  <a:srgbClr val="5B6778"/>
                </a:solidFill>
              </a:rPr>
              <a:t>release management.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10195560" y="3306581"/>
            <a:ext cx="132588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 + Anodiam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48640" y="3708917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18645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Medico-legal + regulatory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2880360" y="3818645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A"/>
                </a:solidFill>
              </a:rPr>
              <a:t>$10K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79" y="3818645"/>
            <a:ext cx="6272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Clinical governance, consent, disclaimers, healthcare compliance, risk review </a:t>
            </a:r>
            <a:r>
              <a:rPr lang="en-US" sz="990" dirty="0" smtClean="0">
                <a:solidFill>
                  <a:srgbClr val="5B6778"/>
                </a:solidFill>
              </a:rPr>
              <a:t>&amp; approved </a:t>
            </a:r>
            <a:r>
              <a:rPr lang="en-US" sz="990" dirty="0">
                <a:solidFill>
                  <a:srgbClr val="5B6778"/>
                </a:solidFill>
              </a:rPr>
              <a:t>operating boundaries.</a:t>
            </a:r>
            <a:endParaRPr lang="en-US" sz="990" dirty="0"/>
          </a:p>
        </p:txBody>
      </p:sp>
      <p:sp>
        <p:nvSpPr>
          <p:cNvPr id="29" name="Text 27"/>
          <p:cNvSpPr/>
          <p:nvPr/>
        </p:nvSpPr>
        <p:spPr>
          <a:xfrm>
            <a:off x="10195560" y="3818645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>
              <a:solidFill>
                <a:srgbClr val="5B6778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220981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330709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Marketing + customer acquisition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2880360" y="4330709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$20K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330709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GTM materials, sales deck, one-pager, website/demo assets, pilot outreach, partner messaging </a:t>
            </a:r>
            <a:r>
              <a:rPr lang="en-US" sz="990" dirty="0" smtClean="0">
                <a:solidFill>
                  <a:srgbClr val="5B6778"/>
                </a:solidFill>
              </a:rPr>
              <a:t>&amp; CRM </a:t>
            </a:r>
            <a:r>
              <a:rPr lang="en-US" sz="990" dirty="0">
                <a:solidFill>
                  <a:srgbClr val="5B6778"/>
                </a:solidFill>
              </a:rPr>
              <a:t>list.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10195560" y="43307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>
              <a:solidFill>
                <a:srgbClr val="5B6778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4733045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842773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Operations + customer success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2880360" y="4842773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$10K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4842773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Pilot onboarding, support process, training materials, admin workflows, feedback capture and issue triage.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10195560" y="484277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>
              <a:solidFill>
                <a:srgbClr val="5B6778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245109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5354837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Governance + contingency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2880360" y="535483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$3K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0" y="5354837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Investor reporting, budget control, decision log, sprint governance and small remediation reserve.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10195560" y="5354837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548640" y="5898020"/>
            <a:ext cx="11109960" cy="0"/>
          </a:xfrm>
          <a:prstGeom prst="line">
            <a:avLst/>
          </a:prstGeom>
          <a:noFill/>
          <a:ln w="12700">
            <a:solidFill>
              <a:srgbClr val="CED8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4A6"/>
                </a:solidFill>
              </a:rPr>
              <a:t>CheckUpp investment support requirement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52144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412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Company>Anodiam / CheckUpp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CheckUpp Investment Support - Production Release Ready Pilot</dc:title>
  <dc:subject>CheckUpp investment support requirement</dc:subject>
  <dc:creator>OpenAI</dc:creator>
  <cp:lastModifiedBy>User</cp:lastModifiedBy>
  <cp:revision>6</cp:revision>
  <dcterms:created xsi:type="dcterms:W3CDTF">2026-08-18T02:27:20Z</dcterms:created>
  <dcterms:modified xsi:type="dcterms:W3CDTF">2026-08-18T02:56:02Z</dcterms:modified>
</cp:coreProperties>
</file>