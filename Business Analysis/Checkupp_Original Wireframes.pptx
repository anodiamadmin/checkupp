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</p:sldIdLst>
  <p:sldSz cx="18288000" cy="10287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8" Type="http://schemas.openxmlformats.org/officeDocument/2006/relationships/slideMaster" Target="slideMasters/slideMaster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7AF59CD-D753-4C6D-8449-FCD96181E4B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095FEF2-5EFD-4346-A12F-D24D0BC5759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104275E-5500-467C-AA5C-57BC1E83567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221EB1F-B24C-4EB4-8067-8B42E52834F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0544F950-852C-4676-840D-EE7FF2D241F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CE7E419B-C6E7-4E38-A0F4-5DF0AA98547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0A16A131-7EF3-41AA-A8A7-3E3302B1D0F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B06C1CE3-F30A-496B-A6C2-DA3B7996928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AFB97BD-F7BA-4CA5-846B-ECE7607E85B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9B3FA3B0-0BDC-46FE-A2DE-5433B35F1C4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95A54337-5B34-4498-A7C6-B128F0D9855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3A213D-DD1A-4778-80FE-50ED4575D0A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11EA8B-B4A8-4748-AB6F-F845385A84D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01D84D-0AC0-4CA3-B197-1B4BC6CEE94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FD050E-BCFD-4086-9C1C-20BD5113DB1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021A76-EF77-4ACD-9465-B3E078FB2F5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412514-170D-4E6A-A81B-422FEF8A741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991CF6-9B3B-49AA-A011-22F98766495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E44E10-1BFB-4C1A-9551-81D029CCC6B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40C0AB-2174-46E1-93F7-DE6CD10CD6D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8B9E5-56DA-4B79-9037-0927707D86D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64C2B3-76BC-46D4-8083-88122A0E87E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2"/>
          <p:cNvGrpSpPr/>
          <p:nvPr/>
        </p:nvGrpSpPr>
        <p:grpSpPr>
          <a:xfrm>
            <a:off x="674280" y="2007360"/>
            <a:ext cx="3506760" cy="6936840"/>
            <a:chOff x="674280" y="2007360"/>
            <a:chExt cx="3506760" cy="6936840"/>
          </a:xfrm>
        </p:grpSpPr>
        <p:sp>
          <p:nvSpPr>
            <p:cNvPr id="68" name="Freeform 3"/>
            <p:cNvSpPr/>
            <p:nvPr/>
          </p:nvSpPr>
          <p:spPr>
            <a:xfrm>
              <a:off x="745920" y="2041560"/>
              <a:ext cx="3363480" cy="6868800"/>
            </a:xfrm>
            <a:custGeom>
              <a:avLst/>
              <a:gdLst>
                <a:gd name="textAreaLeft" fmla="*/ 0 w 3363480"/>
                <a:gd name="textAreaRight" fmla="*/ 3363840 w 3363480"/>
                <a:gd name="textAreaTop" fmla="*/ 0 h 6868800"/>
                <a:gd name="textAreaBottom" fmla="*/ 6869160 h 68688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9" name="Freeform 4"/>
            <p:cNvSpPr/>
            <p:nvPr/>
          </p:nvSpPr>
          <p:spPr>
            <a:xfrm>
              <a:off x="922680" y="2216520"/>
              <a:ext cx="3011760" cy="6527160"/>
            </a:xfrm>
            <a:custGeom>
              <a:avLst/>
              <a:gdLst>
                <a:gd name="textAreaLeft" fmla="*/ 0 w 3011760"/>
                <a:gd name="textAreaRight" fmla="*/ 3012120 w 3011760"/>
                <a:gd name="textAreaTop" fmla="*/ 0 h 6527160"/>
                <a:gd name="textAreaBottom" fmla="*/ 6527520 h 65271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0" name="Freeform 5"/>
            <p:cNvSpPr/>
            <p:nvPr/>
          </p:nvSpPr>
          <p:spPr>
            <a:xfrm>
              <a:off x="2175480" y="2272680"/>
              <a:ext cx="465480" cy="57600"/>
            </a:xfrm>
            <a:custGeom>
              <a:avLst/>
              <a:gdLst>
                <a:gd name="textAreaLeft" fmla="*/ 0 w 465480"/>
                <a:gd name="textAreaRight" fmla="*/ 465840 w 465480"/>
                <a:gd name="textAreaTop" fmla="*/ 0 h 57600"/>
                <a:gd name="textAreaBottom" fmla="*/ 57960 h 5760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1" name="Freeform 6"/>
            <p:cNvSpPr/>
            <p:nvPr/>
          </p:nvSpPr>
          <p:spPr>
            <a:xfrm>
              <a:off x="2788920" y="225900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2" name="Freeform 7"/>
            <p:cNvSpPr/>
            <p:nvPr/>
          </p:nvSpPr>
          <p:spPr>
            <a:xfrm>
              <a:off x="674280" y="2925360"/>
              <a:ext cx="37080" cy="28512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5120"/>
                <a:gd name="textAreaBottom" fmla="*/ 285480 h 28512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3" name="Freeform 8"/>
            <p:cNvSpPr/>
            <p:nvPr/>
          </p:nvSpPr>
          <p:spPr>
            <a:xfrm>
              <a:off x="674280" y="3423600"/>
              <a:ext cx="37080" cy="5148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4800"/>
                <a:gd name="textAreaBottom" fmla="*/ 515160 h 5148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4" name="Freeform 9"/>
            <p:cNvSpPr/>
            <p:nvPr/>
          </p:nvSpPr>
          <p:spPr>
            <a:xfrm>
              <a:off x="674280" y="4050720"/>
              <a:ext cx="37080" cy="5162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6240"/>
                <a:gd name="textAreaBottom" fmla="*/ 516600 h 51624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5" name="Freeform 10"/>
            <p:cNvSpPr/>
            <p:nvPr/>
          </p:nvSpPr>
          <p:spPr>
            <a:xfrm>
              <a:off x="4143960" y="3593520"/>
              <a:ext cx="37080" cy="8276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7640"/>
                <a:gd name="textAreaBottom" fmla="*/ 828000 h 8276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6" name="Freeform 11"/>
            <p:cNvSpPr/>
            <p:nvPr/>
          </p:nvSpPr>
          <p:spPr>
            <a:xfrm>
              <a:off x="711720" y="2007360"/>
              <a:ext cx="3431520" cy="6936840"/>
            </a:xfrm>
            <a:custGeom>
              <a:avLst/>
              <a:gdLst>
                <a:gd name="textAreaLeft" fmla="*/ 0 w 3431520"/>
                <a:gd name="textAreaRight" fmla="*/ 3431880 w 3431520"/>
                <a:gd name="textAreaTop" fmla="*/ 0 h 6936840"/>
                <a:gd name="textAreaBottom" fmla="*/ 6937200 h 69368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7" name="Group 12"/>
          <p:cNvGrpSpPr/>
          <p:nvPr/>
        </p:nvGrpSpPr>
        <p:grpSpPr>
          <a:xfrm>
            <a:off x="5047920" y="2007360"/>
            <a:ext cx="3506400" cy="6936840"/>
            <a:chOff x="5047920" y="2007360"/>
            <a:chExt cx="3506400" cy="6936840"/>
          </a:xfrm>
        </p:grpSpPr>
        <p:sp>
          <p:nvSpPr>
            <p:cNvPr id="78" name="Freeform 13"/>
            <p:cNvSpPr/>
            <p:nvPr/>
          </p:nvSpPr>
          <p:spPr>
            <a:xfrm>
              <a:off x="5119200" y="2041560"/>
              <a:ext cx="3363480" cy="6868800"/>
            </a:xfrm>
            <a:custGeom>
              <a:avLst/>
              <a:gdLst>
                <a:gd name="textAreaLeft" fmla="*/ 0 w 3363480"/>
                <a:gd name="textAreaRight" fmla="*/ 3363840 w 3363480"/>
                <a:gd name="textAreaTop" fmla="*/ 0 h 6868800"/>
                <a:gd name="textAreaBottom" fmla="*/ 6869160 h 68688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9" name="Freeform 14"/>
            <p:cNvSpPr/>
            <p:nvPr/>
          </p:nvSpPr>
          <p:spPr>
            <a:xfrm>
              <a:off x="5295960" y="2216520"/>
              <a:ext cx="3011760" cy="6527160"/>
            </a:xfrm>
            <a:custGeom>
              <a:avLst/>
              <a:gdLst>
                <a:gd name="textAreaLeft" fmla="*/ 0 w 3011760"/>
                <a:gd name="textAreaRight" fmla="*/ 3012120 w 3011760"/>
                <a:gd name="textAreaTop" fmla="*/ 0 h 6527160"/>
                <a:gd name="textAreaBottom" fmla="*/ 6527520 h 65271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0" name="Freeform 15"/>
            <p:cNvSpPr/>
            <p:nvPr/>
          </p:nvSpPr>
          <p:spPr>
            <a:xfrm>
              <a:off x="6548760" y="2272680"/>
              <a:ext cx="465480" cy="57600"/>
            </a:xfrm>
            <a:custGeom>
              <a:avLst/>
              <a:gdLst>
                <a:gd name="textAreaLeft" fmla="*/ 0 w 465480"/>
                <a:gd name="textAreaRight" fmla="*/ 465840 w 465480"/>
                <a:gd name="textAreaTop" fmla="*/ 0 h 57600"/>
                <a:gd name="textAreaBottom" fmla="*/ 57960 h 5760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1" name="Freeform 16"/>
            <p:cNvSpPr/>
            <p:nvPr/>
          </p:nvSpPr>
          <p:spPr>
            <a:xfrm>
              <a:off x="7162200" y="225900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" name="Freeform 17"/>
            <p:cNvSpPr/>
            <p:nvPr/>
          </p:nvSpPr>
          <p:spPr>
            <a:xfrm>
              <a:off x="5047920" y="2925360"/>
              <a:ext cx="37080" cy="28512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5120"/>
                <a:gd name="textAreaBottom" fmla="*/ 285480 h 28512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" name="Freeform 18"/>
            <p:cNvSpPr/>
            <p:nvPr/>
          </p:nvSpPr>
          <p:spPr>
            <a:xfrm>
              <a:off x="5047920" y="3423600"/>
              <a:ext cx="37080" cy="5148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4800"/>
                <a:gd name="textAreaBottom" fmla="*/ 515160 h 5148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" name="Freeform 19"/>
            <p:cNvSpPr/>
            <p:nvPr/>
          </p:nvSpPr>
          <p:spPr>
            <a:xfrm>
              <a:off x="5047920" y="4050720"/>
              <a:ext cx="37080" cy="5162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6240"/>
                <a:gd name="textAreaBottom" fmla="*/ 516600 h 51624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5" name="Freeform 20"/>
            <p:cNvSpPr/>
            <p:nvPr/>
          </p:nvSpPr>
          <p:spPr>
            <a:xfrm>
              <a:off x="8517240" y="3593520"/>
              <a:ext cx="37080" cy="8276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7640"/>
                <a:gd name="textAreaBottom" fmla="*/ 828000 h 8276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" name="Freeform 21"/>
            <p:cNvSpPr/>
            <p:nvPr/>
          </p:nvSpPr>
          <p:spPr>
            <a:xfrm>
              <a:off x="5085360" y="2007360"/>
              <a:ext cx="3431520" cy="6936840"/>
            </a:xfrm>
            <a:custGeom>
              <a:avLst/>
              <a:gdLst>
                <a:gd name="textAreaLeft" fmla="*/ 0 w 3431520"/>
                <a:gd name="textAreaRight" fmla="*/ 3431880 w 3431520"/>
                <a:gd name="textAreaTop" fmla="*/ 0 h 6936840"/>
                <a:gd name="textAreaBottom" fmla="*/ 6937200 h 69368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7" name="Group 22"/>
          <p:cNvGrpSpPr/>
          <p:nvPr/>
        </p:nvGrpSpPr>
        <p:grpSpPr>
          <a:xfrm>
            <a:off x="9384120" y="2007360"/>
            <a:ext cx="3506400" cy="6936840"/>
            <a:chOff x="9384120" y="2007360"/>
            <a:chExt cx="3506400" cy="6936840"/>
          </a:xfrm>
        </p:grpSpPr>
        <p:sp>
          <p:nvSpPr>
            <p:cNvPr id="88" name="Freeform 23"/>
            <p:cNvSpPr/>
            <p:nvPr/>
          </p:nvSpPr>
          <p:spPr>
            <a:xfrm>
              <a:off x="9455400" y="2041560"/>
              <a:ext cx="3363480" cy="6868800"/>
            </a:xfrm>
            <a:custGeom>
              <a:avLst/>
              <a:gdLst>
                <a:gd name="textAreaLeft" fmla="*/ 0 w 3363480"/>
                <a:gd name="textAreaRight" fmla="*/ 3363840 w 3363480"/>
                <a:gd name="textAreaTop" fmla="*/ 0 h 6868800"/>
                <a:gd name="textAreaBottom" fmla="*/ 6869160 h 68688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9" name="Freeform 24"/>
            <p:cNvSpPr/>
            <p:nvPr/>
          </p:nvSpPr>
          <p:spPr>
            <a:xfrm>
              <a:off x="9632160" y="2216520"/>
              <a:ext cx="3011760" cy="6527160"/>
            </a:xfrm>
            <a:custGeom>
              <a:avLst/>
              <a:gdLst>
                <a:gd name="textAreaLeft" fmla="*/ 0 w 3011760"/>
                <a:gd name="textAreaRight" fmla="*/ 3012120 w 3011760"/>
                <a:gd name="textAreaTop" fmla="*/ 0 h 6527160"/>
                <a:gd name="textAreaBottom" fmla="*/ 6527520 h 65271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0" name="Freeform 25"/>
            <p:cNvSpPr/>
            <p:nvPr/>
          </p:nvSpPr>
          <p:spPr>
            <a:xfrm>
              <a:off x="10884960" y="2272680"/>
              <a:ext cx="465480" cy="57600"/>
            </a:xfrm>
            <a:custGeom>
              <a:avLst/>
              <a:gdLst>
                <a:gd name="textAreaLeft" fmla="*/ 0 w 465480"/>
                <a:gd name="textAreaRight" fmla="*/ 465840 w 465480"/>
                <a:gd name="textAreaTop" fmla="*/ 0 h 57600"/>
                <a:gd name="textAreaBottom" fmla="*/ 57960 h 5760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1" name="Freeform 26"/>
            <p:cNvSpPr/>
            <p:nvPr/>
          </p:nvSpPr>
          <p:spPr>
            <a:xfrm>
              <a:off x="11498400" y="225900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2" name="Freeform 27"/>
            <p:cNvSpPr/>
            <p:nvPr/>
          </p:nvSpPr>
          <p:spPr>
            <a:xfrm>
              <a:off x="9384120" y="2925360"/>
              <a:ext cx="37080" cy="28512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5120"/>
                <a:gd name="textAreaBottom" fmla="*/ 285480 h 28512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3" name="Freeform 28"/>
            <p:cNvSpPr/>
            <p:nvPr/>
          </p:nvSpPr>
          <p:spPr>
            <a:xfrm>
              <a:off x="9384120" y="3423600"/>
              <a:ext cx="37080" cy="5148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4800"/>
                <a:gd name="textAreaBottom" fmla="*/ 515160 h 5148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4" name="Freeform 29"/>
            <p:cNvSpPr/>
            <p:nvPr/>
          </p:nvSpPr>
          <p:spPr>
            <a:xfrm>
              <a:off x="9384120" y="4050720"/>
              <a:ext cx="37080" cy="5162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6240"/>
                <a:gd name="textAreaBottom" fmla="*/ 516600 h 51624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5" name="Freeform 30"/>
            <p:cNvSpPr/>
            <p:nvPr/>
          </p:nvSpPr>
          <p:spPr>
            <a:xfrm>
              <a:off x="12853440" y="3593520"/>
              <a:ext cx="37080" cy="8276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7640"/>
                <a:gd name="textAreaBottom" fmla="*/ 828000 h 8276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6" name="Freeform 31"/>
            <p:cNvSpPr/>
            <p:nvPr/>
          </p:nvSpPr>
          <p:spPr>
            <a:xfrm>
              <a:off x="9421560" y="2007360"/>
              <a:ext cx="3431520" cy="6936840"/>
            </a:xfrm>
            <a:custGeom>
              <a:avLst/>
              <a:gdLst>
                <a:gd name="textAreaLeft" fmla="*/ 0 w 3431520"/>
                <a:gd name="textAreaRight" fmla="*/ 3431880 w 3431520"/>
                <a:gd name="textAreaTop" fmla="*/ 0 h 6936840"/>
                <a:gd name="textAreaBottom" fmla="*/ 6937200 h 69368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97" name="Group 32"/>
          <p:cNvGrpSpPr/>
          <p:nvPr/>
        </p:nvGrpSpPr>
        <p:grpSpPr>
          <a:xfrm>
            <a:off x="13795200" y="2007360"/>
            <a:ext cx="3506400" cy="6936840"/>
            <a:chOff x="13795200" y="2007360"/>
            <a:chExt cx="3506400" cy="6936840"/>
          </a:xfrm>
        </p:grpSpPr>
        <p:sp>
          <p:nvSpPr>
            <p:cNvPr id="98" name="Freeform 33"/>
            <p:cNvSpPr/>
            <p:nvPr/>
          </p:nvSpPr>
          <p:spPr>
            <a:xfrm>
              <a:off x="13866480" y="2041560"/>
              <a:ext cx="3363480" cy="6868800"/>
            </a:xfrm>
            <a:custGeom>
              <a:avLst/>
              <a:gdLst>
                <a:gd name="textAreaLeft" fmla="*/ 0 w 3363480"/>
                <a:gd name="textAreaRight" fmla="*/ 3363840 w 3363480"/>
                <a:gd name="textAreaTop" fmla="*/ 0 h 6868800"/>
                <a:gd name="textAreaBottom" fmla="*/ 6869160 h 68688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9" name="Freeform 34"/>
            <p:cNvSpPr/>
            <p:nvPr/>
          </p:nvSpPr>
          <p:spPr>
            <a:xfrm>
              <a:off x="14043240" y="2216520"/>
              <a:ext cx="3011760" cy="6527160"/>
            </a:xfrm>
            <a:custGeom>
              <a:avLst/>
              <a:gdLst>
                <a:gd name="textAreaLeft" fmla="*/ 0 w 3011760"/>
                <a:gd name="textAreaRight" fmla="*/ 3012120 w 3011760"/>
                <a:gd name="textAreaTop" fmla="*/ 0 h 6527160"/>
                <a:gd name="textAreaBottom" fmla="*/ 6527520 h 65271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0" name="Freeform 35"/>
            <p:cNvSpPr/>
            <p:nvPr/>
          </p:nvSpPr>
          <p:spPr>
            <a:xfrm>
              <a:off x="15296040" y="2272680"/>
              <a:ext cx="465480" cy="57600"/>
            </a:xfrm>
            <a:custGeom>
              <a:avLst/>
              <a:gdLst>
                <a:gd name="textAreaLeft" fmla="*/ 0 w 465480"/>
                <a:gd name="textAreaRight" fmla="*/ 465840 w 465480"/>
                <a:gd name="textAreaTop" fmla="*/ 0 h 57600"/>
                <a:gd name="textAreaBottom" fmla="*/ 57960 h 5760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1" name="Freeform 36"/>
            <p:cNvSpPr/>
            <p:nvPr/>
          </p:nvSpPr>
          <p:spPr>
            <a:xfrm>
              <a:off x="15909480" y="225900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2" name="Freeform 37"/>
            <p:cNvSpPr/>
            <p:nvPr/>
          </p:nvSpPr>
          <p:spPr>
            <a:xfrm>
              <a:off x="13795200" y="2925360"/>
              <a:ext cx="37080" cy="28512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5120"/>
                <a:gd name="textAreaBottom" fmla="*/ 285480 h 28512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3" name="Freeform 38"/>
            <p:cNvSpPr/>
            <p:nvPr/>
          </p:nvSpPr>
          <p:spPr>
            <a:xfrm>
              <a:off x="13795200" y="3423600"/>
              <a:ext cx="37080" cy="5148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4800"/>
                <a:gd name="textAreaBottom" fmla="*/ 515160 h 5148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4" name="Freeform 39"/>
            <p:cNvSpPr/>
            <p:nvPr/>
          </p:nvSpPr>
          <p:spPr>
            <a:xfrm>
              <a:off x="13795200" y="4050720"/>
              <a:ext cx="37080" cy="5162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6240"/>
                <a:gd name="textAreaBottom" fmla="*/ 516600 h 51624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5" name="Freeform 40"/>
            <p:cNvSpPr/>
            <p:nvPr/>
          </p:nvSpPr>
          <p:spPr>
            <a:xfrm>
              <a:off x="17264520" y="3593520"/>
              <a:ext cx="37080" cy="8276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7640"/>
                <a:gd name="textAreaBottom" fmla="*/ 828000 h 8276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6" name="Freeform 41"/>
            <p:cNvSpPr/>
            <p:nvPr/>
          </p:nvSpPr>
          <p:spPr>
            <a:xfrm>
              <a:off x="13832640" y="2007360"/>
              <a:ext cx="3431520" cy="6936840"/>
            </a:xfrm>
            <a:custGeom>
              <a:avLst/>
              <a:gdLst>
                <a:gd name="textAreaLeft" fmla="*/ 0 w 3431520"/>
                <a:gd name="textAreaRight" fmla="*/ 3431880 w 3431520"/>
                <a:gd name="textAreaTop" fmla="*/ 0 h 6936840"/>
                <a:gd name="textAreaBottom" fmla="*/ 6937200 h 69368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7" name="AutoShape 42"/>
          <p:cNvSpPr/>
          <p:nvPr/>
        </p:nvSpPr>
        <p:spPr>
          <a:xfrm>
            <a:off x="4296240" y="5457600"/>
            <a:ext cx="713520" cy="360"/>
          </a:xfrm>
          <a:prstGeom prst="line">
            <a:avLst/>
          </a:prstGeom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AutoShape 43"/>
          <p:cNvSpPr/>
          <p:nvPr/>
        </p:nvSpPr>
        <p:spPr>
          <a:xfrm>
            <a:off x="8612640" y="5438520"/>
            <a:ext cx="713160" cy="360"/>
          </a:xfrm>
          <a:prstGeom prst="line">
            <a:avLst/>
          </a:prstGeom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AutoShape 44"/>
          <p:cNvSpPr/>
          <p:nvPr/>
        </p:nvSpPr>
        <p:spPr>
          <a:xfrm>
            <a:off x="13014720" y="5419440"/>
            <a:ext cx="713520" cy="360"/>
          </a:xfrm>
          <a:prstGeom prst="line">
            <a:avLst/>
          </a:prstGeom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TextBox 45"/>
          <p:cNvSpPr/>
          <p:nvPr/>
        </p:nvSpPr>
        <p:spPr>
          <a:xfrm>
            <a:off x="674280" y="953640"/>
            <a:ext cx="835488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873"/>
              </a:lnSpc>
            </a:pPr>
            <a:r>
              <a:rPr lang="en-US" sz="348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Pre-signup - lets get started screen   </a:t>
            </a:r>
            <a:endParaRPr lang="en-US" sz="34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46"/>
          <p:cNvSpPr/>
          <p:nvPr/>
        </p:nvSpPr>
        <p:spPr>
          <a:xfrm>
            <a:off x="6526440" y="9378720"/>
            <a:ext cx="10975320" cy="42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359"/>
              </a:lnSpc>
            </a:pPr>
            <a:r>
              <a:rPr lang="en-US" sz="2400" b="0" strike="noStrike" spc="-1">
                <a:solidFill>
                  <a:srgbClr val="000000"/>
                </a:solidFill>
                <a:latin typeface="Canva Sans"/>
                <a:ea typeface="Canva Sans"/>
              </a:rPr>
              <a:t>Clicking skip at any step will directly lead to Welcome to Checkupp Screen 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2"/>
          <p:cNvGrpSpPr/>
          <p:nvPr/>
        </p:nvGrpSpPr>
        <p:grpSpPr>
          <a:xfrm>
            <a:off x="674280" y="2007360"/>
            <a:ext cx="3506760" cy="6936840"/>
            <a:chOff x="674280" y="2007360"/>
            <a:chExt cx="3506760" cy="6936840"/>
          </a:xfrm>
        </p:grpSpPr>
        <p:sp>
          <p:nvSpPr>
            <p:cNvPr id="113" name="Freeform 3"/>
            <p:cNvSpPr/>
            <p:nvPr/>
          </p:nvSpPr>
          <p:spPr>
            <a:xfrm>
              <a:off x="745920" y="2041560"/>
              <a:ext cx="3363480" cy="6868800"/>
            </a:xfrm>
            <a:custGeom>
              <a:avLst/>
              <a:gdLst>
                <a:gd name="textAreaLeft" fmla="*/ 0 w 3363480"/>
                <a:gd name="textAreaRight" fmla="*/ 3363840 w 3363480"/>
                <a:gd name="textAreaTop" fmla="*/ 0 h 6868800"/>
                <a:gd name="textAreaBottom" fmla="*/ 6869160 h 68688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14" name="Freeform 4"/>
            <p:cNvSpPr/>
            <p:nvPr/>
          </p:nvSpPr>
          <p:spPr>
            <a:xfrm>
              <a:off x="922680" y="2216520"/>
              <a:ext cx="3011760" cy="6527160"/>
            </a:xfrm>
            <a:custGeom>
              <a:avLst/>
              <a:gdLst>
                <a:gd name="textAreaLeft" fmla="*/ 0 w 3011760"/>
                <a:gd name="textAreaRight" fmla="*/ 3012120 w 3011760"/>
                <a:gd name="textAreaTop" fmla="*/ 0 h 6527160"/>
                <a:gd name="textAreaBottom" fmla="*/ 6527520 h 65271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15" name="Freeform 5"/>
            <p:cNvSpPr/>
            <p:nvPr/>
          </p:nvSpPr>
          <p:spPr>
            <a:xfrm>
              <a:off x="2175480" y="2272680"/>
              <a:ext cx="465480" cy="57600"/>
            </a:xfrm>
            <a:custGeom>
              <a:avLst/>
              <a:gdLst>
                <a:gd name="textAreaLeft" fmla="*/ 0 w 465480"/>
                <a:gd name="textAreaRight" fmla="*/ 465840 w 465480"/>
                <a:gd name="textAreaTop" fmla="*/ 0 h 57600"/>
                <a:gd name="textAreaBottom" fmla="*/ 57960 h 5760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16" name="Freeform 6"/>
            <p:cNvSpPr/>
            <p:nvPr/>
          </p:nvSpPr>
          <p:spPr>
            <a:xfrm>
              <a:off x="2788920" y="225900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17" name="Freeform 7"/>
            <p:cNvSpPr/>
            <p:nvPr/>
          </p:nvSpPr>
          <p:spPr>
            <a:xfrm>
              <a:off x="674280" y="2925360"/>
              <a:ext cx="37080" cy="28512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5120"/>
                <a:gd name="textAreaBottom" fmla="*/ 285480 h 28512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18" name="Freeform 8"/>
            <p:cNvSpPr/>
            <p:nvPr/>
          </p:nvSpPr>
          <p:spPr>
            <a:xfrm>
              <a:off x="674280" y="3423600"/>
              <a:ext cx="37080" cy="5148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4800"/>
                <a:gd name="textAreaBottom" fmla="*/ 515160 h 5148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19" name="Freeform 9"/>
            <p:cNvSpPr/>
            <p:nvPr/>
          </p:nvSpPr>
          <p:spPr>
            <a:xfrm>
              <a:off x="674280" y="4050720"/>
              <a:ext cx="37080" cy="5162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6240"/>
                <a:gd name="textAreaBottom" fmla="*/ 516600 h 51624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0" name="Freeform 10"/>
            <p:cNvSpPr/>
            <p:nvPr/>
          </p:nvSpPr>
          <p:spPr>
            <a:xfrm>
              <a:off x="4143960" y="3593520"/>
              <a:ext cx="37080" cy="8276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7640"/>
                <a:gd name="textAreaBottom" fmla="*/ 828000 h 8276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1" name="Freeform 11"/>
            <p:cNvSpPr/>
            <p:nvPr/>
          </p:nvSpPr>
          <p:spPr>
            <a:xfrm>
              <a:off x="711720" y="2007360"/>
              <a:ext cx="3431520" cy="6936840"/>
            </a:xfrm>
            <a:custGeom>
              <a:avLst/>
              <a:gdLst>
                <a:gd name="textAreaLeft" fmla="*/ 0 w 3431520"/>
                <a:gd name="textAreaRight" fmla="*/ 3431880 w 3431520"/>
                <a:gd name="textAreaTop" fmla="*/ 0 h 6936840"/>
                <a:gd name="textAreaBottom" fmla="*/ 6937200 h 69368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22" name="Group 12"/>
          <p:cNvGrpSpPr/>
          <p:nvPr/>
        </p:nvGrpSpPr>
        <p:grpSpPr>
          <a:xfrm>
            <a:off x="5333400" y="301320"/>
            <a:ext cx="2437200" cy="4821840"/>
            <a:chOff x="5333400" y="301320"/>
            <a:chExt cx="2437200" cy="4821840"/>
          </a:xfrm>
        </p:grpSpPr>
        <p:sp>
          <p:nvSpPr>
            <p:cNvPr id="123" name="Freeform 13"/>
            <p:cNvSpPr/>
            <p:nvPr/>
          </p:nvSpPr>
          <p:spPr>
            <a:xfrm>
              <a:off x="5383080" y="324720"/>
              <a:ext cx="2337840" cy="4774320"/>
            </a:xfrm>
            <a:custGeom>
              <a:avLst/>
              <a:gdLst>
                <a:gd name="textAreaLeft" fmla="*/ 0 w 2337840"/>
                <a:gd name="textAreaRight" fmla="*/ 2338200 w 2337840"/>
                <a:gd name="textAreaTop" fmla="*/ 0 h 4774320"/>
                <a:gd name="textAreaBottom" fmla="*/ 4774680 h 477432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4" name="Freeform 14"/>
            <p:cNvSpPr/>
            <p:nvPr/>
          </p:nvSpPr>
          <p:spPr>
            <a:xfrm>
              <a:off x="5505840" y="446400"/>
              <a:ext cx="2093400" cy="4537080"/>
            </a:xfrm>
            <a:custGeom>
              <a:avLst/>
              <a:gdLst>
                <a:gd name="textAreaLeft" fmla="*/ 0 w 2093400"/>
                <a:gd name="textAreaRight" fmla="*/ 2093760 w 2093400"/>
                <a:gd name="textAreaTop" fmla="*/ 0 h 4537080"/>
                <a:gd name="textAreaBottom" fmla="*/ 4537440 h 45370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5" name="Freeform 15"/>
            <p:cNvSpPr/>
            <p:nvPr/>
          </p:nvSpPr>
          <p:spPr>
            <a:xfrm>
              <a:off x="6376680" y="485640"/>
              <a:ext cx="323280" cy="39960"/>
            </a:xfrm>
            <a:custGeom>
              <a:avLst/>
              <a:gdLst>
                <a:gd name="textAreaLeft" fmla="*/ 0 w 323280"/>
                <a:gd name="textAreaRight" fmla="*/ 323640 w 32328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680" rIns="90000" bIns="-46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6" name="Freeform 16"/>
            <p:cNvSpPr/>
            <p:nvPr/>
          </p:nvSpPr>
          <p:spPr>
            <a:xfrm>
              <a:off x="6803280" y="475920"/>
              <a:ext cx="59040" cy="5868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58680"/>
                <a:gd name="textAreaBottom" fmla="*/ 59040 h 586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7" name="Freeform 17"/>
            <p:cNvSpPr/>
            <p:nvPr/>
          </p:nvSpPr>
          <p:spPr>
            <a:xfrm>
              <a:off x="5333400" y="939240"/>
              <a:ext cx="25560" cy="19800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198000"/>
                <a:gd name="textAreaBottom" fmla="*/ 198360 h 1980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8" name="Freeform 18"/>
            <p:cNvSpPr/>
            <p:nvPr/>
          </p:nvSpPr>
          <p:spPr>
            <a:xfrm>
              <a:off x="5333400" y="1285560"/>
              <a:ext cx="25560" cy="3578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357840"/>
                <a:gd name="textAreaBottom" fmla="*/ 358200 h 35784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29" name="Freeform 19"/>
            <p:cNvSpPr/>
            <p:nvPr/>
          </p:nvSpPr>
          <p:spPr>
            <a:xfrm>
              <a:off x="5333400" y="1721520"/>
              <a:ext cx="25560" cy="35892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358920"/>
                <a:gd name="textAreaBottom" fmla="*/ 359280 h 3589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0" name="Freeform 20"/>
            <p:cNvSpPr/>
            <p:nvPr/>
          </p:nvSpPr>
          <p:spPr>
            <a:xfrm>
              <a:off x="7745040" y="1403640"/>
              <a:ext cx="25560" cy="57492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574920"/>
                <a:gd name="textAreaBottom" fmla="*/ 575280 h 5749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1" name="Freeform 21"/>
            <p:cNvSpPr/>
            <p:nvPr/>
          </p:nvSpPr>
          <p:spPr>
            <a:xfrm>
              <a:off x="5359320" y="301320"/>
              <a:ext cx="2385360" cy="4821840"/>
            </a:xfrm>
            <a:custGeom>
              <a:avLst/>
              <a:gdLst>
                <a:gd name="textAreaLeft" fmla="*/ 0 w 2385360"/>
                <a:gd name="textAreaRight" fmla="*/ 2385720 w 2385360"/>
                <a:gd name="textAreaTop" fmla="*/ 0 h 4821840"/>
                <a:gd name="textAreaBottom" fmla="*/ 4822200 h 48218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32" name="AutoShape 22"/>
          <p:cNvSpPr/>
          <p:nvPr/>
        </p:nvSpPr>
        <p:spPr>
          <a:xfrm flipV="1">
            <a:off x="3846240" y="2712600"/>
            <a:ext cx="1513080" cy="3392280"/>
          </a:xfrm>
          <a:prstGeom prst="line">
            <a:avLst/>
          </a:prstGeom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33" name="Group 23"/>
          <p:cNvGrpSpPr/>
          <p:nvPr/>
        </p:nvGrpSpPr>
        <p:grpSpPr>
          <a:xfrm>
            <a:off x="9029880" y="320400"/>
            <a:ext cx="2437200" cy="4821840"/>
            <a:chOff x="9029880" y="320400"/>
            <a:chExt cx="2437200" cy="4821840"/>
          </a:xfrm>
        </p:grpSpPr>
        <p:sp>
          <p:nvSpPr>
            <p:cNvPr id="134" name="Freeform 24"/>
            <p:cNvSpPr/>
            <p:nvPr/>
          </p:nvSpPr>
          <p:spPr>
            <a:xfrm>
              <a:off x="9079560" y="343800"/>
              <a:ext cx="2337840" cy="4774320"/>
            </a:xfrm>
            <a:custGeom>
              <a:avLst/>
              <a:gdLst>
                <a:gd name="textAreaLeft" fmla="*/ 0 w 2337840"/>
                <a:gd name="textAreaRight" fmla="*/ 2338200 w 2337840"/>
                <a:gd name="textAreaTop" fmla="*/ 0 h 4774320"/>
                <a:gd name="textAreaBottom" fmla="*/ 4774680 h 477432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5" name="Freeform 25"/>
            <p:cNvSpPr/>
            <p:nvPr/>
          </p:nvSpPr>
          <p:spPr>
            <a:xfrm>
              <a:off x="9202320" y="465480"/>
              <a:ext cx="2093400" cy="4537080"/>
            </a:xfrm>
            <a:custGeom>
              <a:avLst/>
              <a:gdLst>
                <a:gd name="textAreaLeft" fmla="*/ 0 w 2093400"/>
                <a:gd name="textAreaRight" fmla="*/ 2093760 w 2093400"/>
                <a:gd name="textAreaTop" fmla="*/ 0 h 4537080"/>
                <a:gd name="textAreaBottom" fmla="*/ 4537440 h 45370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6" name="Freeform 26"/>
            <p:cNvSpPr/>
            <p:nvPr/>
          </p:nvSpPr>
          <p:spPr>
            <a:xfrm>
              <a:off x="10073160" y="504720"/>
              <a:ext cx="323280" cy="39960"/>
            </a:xfrm>
            <a:custGeom>
              <a:avLst/>
              <a:gdLst>
                <a:gd name="textAreaLeft" fmla="*/ 0 w 323280"/>
                <a:gd name="textAreaRight" fmla="*/ 323640 w 32328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680" rIns="90000" bIns="-46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7" name="Freeform 27"/>
            <p:cNvSpPr/>
            <p:nvPr/>
          </p:nvSpPr>
          <p:spPr>
            <a:xfrm>
              <a:off x="10499400" y="495000"/>
              <a:ext cx="59040" cy="5868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58680"/>
                <a:gd name="textAreaBottom" fmla="*/ 59040 h 586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8" name="Freeform 28"/>
            <p:cNvSpPr/>
            <p:nvPr/>
          </p:nvSpPr>
          <p:spPr>
            <a:xfrm>
              <a:off x="9029880" y="958320"/>
              <a:ext cx="25560" cy="19800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198000"/>
                <a:gd name="textAreaBottom" fmla="*/ 198360 h 1980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9" name="Freeform 29"/>
            <p:cNvSpPr/>
            <p:nvPr/>
          </p:nvSpPr>
          <p:spPr>
            <a:xfrm>
              <a:off x="9029880" y="1304640"/>
              <a:ext cx="25560" cy="3578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357840"/>
                <a:gd name="textAreaBottom" fmla="*/ 358200 h 35784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0" name="Freeform 30"/>
            <p:cNvSpPr/>
            <p:nvPr/>
          </p:nvSpPr>
          <p:spPr>
            <a:xfrm>
              <a:off x="9029880" y="1740600"/>
              <a:ext cx="25560" cy="35892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358920"/>
                <a:gd name="textAreaBottom" fmla="*/ 359280 h 3589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1" name="Freeform 31"/>
            <p:cNvSpPr/>
            <p:nvPr/>
          </p:nvSpPr>
          <p:spPr>
            <a:xfrm>
              <a:off x="11441520" y="1422720"/>
              <a:ext cx="25560" cy="57492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574920"/>
                <a:gd name="textAreaBottom" fmla="*/ 575280 h 5749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2" name="Freeform 32"/>
            <p:cNvSpPr/>
            <p:nvPr/>
          </p:nvSpPr>
          <p:spPr>
            <a:xfrm>
              <a:off x="9055800" y="320400"/>
              <a:ext cx="2385360" cy="4821840"/>
            </a:xfrm>
            <a:custGeom>
              <a:avLst/>
              <a:gdLst>
                <a:gd name="textAreaLeft" fmla="*/ 0 w 2385360"/>
                <a:gd name="textAreaRight" fmla="*/ 2385720 w 2385360"/>
                <a:gd name="textAreaTop" fmla="*/ 0 h 4821840"/>
                <a:gd name="textAreaBottom" fmla="*/ 4822200 h 48218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43" name="AutoShape 33"/>
          <p:cNvSpPr/>
          <p:nvPr/>
        </p:nvSpPr>
        <p:spPr>
          <a:xfrm>
            <a:off x="7258680" y="4739400"/>
            <a:ext cx="1770840" cy="360"/>
          </a:xfrm>
          <a:prstGeom prst="line">
            <a:avLst/>
          </a:prstGeom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Freeform 34"/>
          <p:cNvSpPr/>
          <p:nvPr/>
        </p:nvSpPr>
        <p:spPr>
          <a:xfrm>
            <a:off x="3846240" y="5345280"/>
            <a:ext cx="6535800" cy="1311840"/>
          </a:xfrm>
          <a:custGeom>
            <a:avLst/>
            <a:gdLst>
              <a:gd name="textAreaLeft" fmla="*/ 0 w 6535800"/>
              <a:gd name="textAreaRight" fmla="*/ 6536160 w 6535800"/>
              <a:gd name="textAreaTop" fmla="*/ 0 h 1311840"/>
              <a:gd name="textAreaBottom" fmla="*/ 1312200 h 1311840"/>
            </a:gdLst>
            <a:ahLst/>
            <a:cxnLst/>
            <a:rect l="textAreaLeft" t="textAreaTop" r="textAreaRight" b="textAreaBottom"/>
            <a:pathLst>
              <a:path w="6536172" h="1312123">
                <a:moveTo>
                  <a:pt x="0" y="1312123"/>
                </a:moveTo>
                <a:lnTo>
                  <a:pt x="6307572" y="1312123"/>
                </a:lnTo>
                <a:cubicBezTo>
                  <a:pt x="6368201" y="1312123"/>
                  <a:pt x="6426346" y="1288038"/>
                  <a:pt x="6469217" y="1245167"/>
                </a:cubicBezTo>
                <a:cubicBezTo>
                  <a:pt x="6512088" y="1202297"/>
                  <a:pt x="6536172" y="1144151"/>
                  <a:pt x="6536172" y="1083523"/>
                </a:cubicBezTo>
                <a:lnTo>
                  <a:pt x="6536172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5" name="Freeform 35"/>
          <p:cNvSpPr/>
          <p:nvPr/>
        </p:nvSpPr>
        <p:spPr>
          <a:xfrm>
            <a:off x="6915960" y="4669200"/>
            <a:ext cx="342360" cy="178920"/>
          </a:xfrm>
          <a:custGeom>
            <a:avLst/>
            <a:gdLst>
              <a:gd name="textAreaLeft" fmla="*/ 0 w 342360"/>
              <a:gd name="textAreaRight" fmla="*/ 342720 w 342360"/>
              <a:gd name="textAreaTop" fmla="*/ 0 h 178920"/>
              <a:gd name="textAreaBottom" fmla="*/ 179280 h 178920"/>
            </a:gdLst>
            <a:ahLst/>
            <a:cxnLst/>
            <a:rect l="textAreaLeft" t="textAreaTop" r="textAreaRight" b="textAreaBottom"/>
            <a:pathLst>
              <a:path w="342600" h="179398">
                <a:moveTo>
                  <a:pt x="0" y="0"/>
                </a:moveTo>
                <a:lnTo>
                  <a:pt x="342600" y="0"/>
                </a:lnTo>
                <a:lnTo>
                  <a:pt x="342600" y="179398"/>
                </a:lnTo>
                <a:lnTo>
                  <a:pt x="0" y="1793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46" name="Group 36"/>
          <p:cNvGrpSpPr/>
          <p:nvPr/>
        </p:nvGrpSpPr>
        <p:grpSpPr>
          <a:xfrm>
            <a:off x="5359320" y="5430600"/>
            <a:ext cx="2437200" cy="4821840"/>
            <a:chOff x="5359320" y="5430600"/>
            <a:chExt cx="2437200" cy="4821840"/>
          </a:xfrm>
        </p:grpSpPr>
        <p:sp>
          <p:nvSpPr>
            <p:cNvPr id="147" name="Freeform 37"/>
            <p:cNvSpPr/>
            <p:nvPr/>
          </p:nvSpPr>
          <p:spPr>
            <a:xfrm>
              <a:off x="5409000" y="5454360"/>
              <a:ext cx="2337840" cy="4774320"/>
            </a:xfrm>
            <a:custGeom>
              <a:avLst/>
              <a:gdLst>
                <a:gd name="textAreaLeft" fmla="*/ 0 w 2337840"/>
                <a:gd name="textAreaRight" fmla="*/ 2338200 w 2337840"/>
                <a:gd name="textAreaTop" fmla="*/ 0 h 4774320"/>
                <a:gd name="textAreaBottom" fmla="*/ 4774680 h 477432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8" name="Freeform 38"/>
            <p:cNvSpPr/>
            <p:nvPr/>
          </p:nvSpPr>
          <p:spPr>
            <a:xfrm>
              <a:off x="5532120" y="5576040"/>
              <a:ext cx="2093400" cy="4537080"/>
            </a:xfrm>
            <a:custGeom>
              <a:avLst/>
              <a:gdLst>
                <a:gd name="textAreaLeft" fmla="*/ 0 w 2093400"/>
                <a:gd name="textAreaRight" fmla="*/ 2093760 w 2093400"/>
                <a:gd name="textAreaTop" fmla="*/ 0 h 4537080"/>
                <a:gd name="textAreaBottom" fmla="*/ 4537440 h 45370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9" name="Freeform 39"/>
            <p:cNvSpPr/>
            <p:nvPr/>
          </p:nvSpPr>
          <p:spPr>
            <a:xfrm>
              <a:off x="6402960" y="5614920"/>
              <a:ext cx="323280" cy="39960"/>
            </a:xfrm>
            <a:custGeom>
              <a:avLst/>
              <a:gdLst>
                <a:gd name="textAreaLeft" fmla="*/ 0 w 323280"/>
                <a:gd name="textAreaRight" fmla="*/ 323640 w 32328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680" rIns="90000" bIns="-46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0" name="Freeform 40"/>
            <p:cNvSpPr/>
            <p:nvPr/>
          </p:nvSpPr>
          <p:spPr>
            <a:xfrm>
              <a:off x="6829200" y="5605560"/>
              <a:ext cx="59040" cy="5868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58680"/>
                <a:gd name="textAreaBottom" fmla="*/ 59040 h 586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040" rIns="90000" bIns="140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1" name="Freeform 41"/>
            <p:cNvSpPr/>
            <p:nvPr/>
          </p:nvSpPr>
          <p:spPr>
            <a:xfrm>
              <a:off x="5359320" y="6068520"/>
              <a:ext cx="25560" cy="19800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198000"/>
                <a:gd name="textAreaBottom" fmla="*/ 198360 h 1980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2" name="Freeform 42"/>
            <p:cNvSpPr/>
            <p:nvPr/>
          </p:nvSpPr>
          <p:spPr>
            <a:xfrm>
              <a:off x="5359320" y="6414840"/>
              <a:ext cx="25560" cy="35784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357840"/>
                <a:gd name="textAreaBottom" fmla="*/ 358200 h 35784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3" name="Freeform 43"/>
            <p:cNvSpPr/>
            <p:nvPr/>
          </p:nvSpPr>
          <p:spPr>
            <a:xfrm>
              <a:off x="5359320" y="6850800"/>
              <a:ext cx="25560" cy="35892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358920"/>
                <a:gd name="textAreaBottom" fmla="*/ 359280 h 3589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4" name="Freeform 44"/>
            <p:cNvSpPr/>
            <p:nvPr/>
          </p:nvSpPr>
          <p:spPr>
            <a:xfrm>
              <a:off x="7770960" y="6532920"/>
              <a:ext cx="25560" cy="57492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574920"/>
                <a:gd name="textAreaBottom" fmla="*/ 575280 h 5749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5" name="Freeform 45"/>
            <p:cNvSpPr/>
            <p:nvPr/>
          </p:nvSpPr>
          <p:spPr>
            <a:xfrm>
              <a:off x="5385600" y="5430600"/>
              <a:ext cx="2385360" cy="4821840"/>
            </a:xfrm>
            <a:custGeom>
              <a:avLst/>
              <a:gdLst>
                <a:gd name="textAreaLeft" fmla="*/ 0 w 2385360"/>
                <a:gd name="textAreaRight" fmla="*/ 2385720 w 2385360"/>
                <a:gd name="textAreaTop" fmla="*/ 0 h 4821840"/>
                <a:gd name="textAreaBottom" fmla="*/ 4822200 h 48218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56" name="TextBox 46"/>
          <p:cNvSpPr/>
          <p:nvPr/>
        </p:nvSpPr>
        <p:spPr>
          <a:xfrm>
            <a:off x="674280" y="953640"/>
            <a:ext cx="835488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873"/>
              </a:lnSpc>
            </a:pPr>
            <a:r>
              <a:rPr lang="en-US" sz="348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Sign Up Screen </a:t>
            </a:r>
            <a:endParaRPr lang="en-US" sz="34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AutoShape 47"/>
          <p:cNvSpPr/>
          <p:nvPr/>
        </p:nvSpPr>
        <p:spPr>
          <a:xfrm>
            <a:off x="3846240" y="7474320"/>
            <a:ext cx="1513080" cy="360"/>
          </a:xfrm>
          <a:prstGeom prst="line">
            <a:avLst/>
          </a:prstGeom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58" name="Group 48"/>
          <p:cNvGrpSpPr/>
          <p:nvPr/>
        </p:nvGrpSpPr>
        <p:grpSpPr>
          <a:xfrm>
            <a:off x="13576320" y="2652840"/>
            <a:ext cx="2854440" cy="5646600"/>
            <a:chOff x="13576320" y="2652840"/>
            <a:chExt cx="2854440" cy="5646600"/>
          </a:xfrm>
        </p:grpSpPr>
        <p:sp>
          <p:nvSpPr>
            <p:cNvPr id="159" name="Freeform 49"/>
            <p:cNvSpPr/>
            <p:nvPr/>
          </p:nvSpPr>
          <p:spPr>
            <a:xfrm>
              <a:off x="13634640" y="2680560"/>
              <a:ext cx="2737800" cy="5591160"/>
            </a:xfrm>
            <a:custGeom>
              <a:avLst/>
              <a:gdLst>
                <a:gd name="textAreaLeft" fmla="*/ 0 w 2737800"/>
                <a:gd name="textAreaRight" fmla="*/ 2738160 w 2737800"/>
                <a:gd name="textAreaTop" fmla="*/ 0 h 5591160"/>
                <a:gd name="textAreaBottom" fmla="*/ 5591520 h 559116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0" name="Freeform 50"/>
            <p:cNvSpPr/>
            <p:nvPr/>
          </p:nvSpPr>
          <p:spPr>
            <a:xfrm>
              <a:off x="13778280" y="2823120"/>
              <a:ext cx="2451600" cy="5312880"/>
            </a:xfrm>
            <a:custGeom>
              <a:avLst/>
              <a:gdLst>
                <a:gd name="textAreaLeft" fmla="*/ 0 w 2451600"/>
                <a:gd name="textAreaRight" fmla="*/ 2451960 w 2451600"/>
                <a:gd name="textAreaTop" fmla="*/ 0 h 5312880"/>
                <a:gd name="textAreaBottom" fmla="*/ 5313240 h 53128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1" name="Freeform 51"/>
            <p:cNvSpPr/>
            <p:nvPr/>
          </p:nvSpPr>
          <p:spPr>
            <a:xfrm>
              <a:off x="14798160" y="2868480"/>
              <a:ext cx="378720" cy="46800"/>
            </a:xfrm>
            <a:custGeom>
              <a:avLst/>
              <a:gdLst>
                <a:gd name="textAreaLeft" fmla="*/ 0 w 378720"/>
                <a:gd name="textAreaRight" fmla="*/ 379080 w 378720"/>
                <a:gd name="textAreaTop" fmla="*/ 0 h 46800"/>
                <a:gd name="textAreaBottom" fmla="*/ 47160 h 4680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" rIns="90000" bIns="21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2" name="Freeform 52"/>
            <p:cNvSpPr/>
            <p:nvPr/>
          </p:nvSpPr>
          <p:spPr>
            <a:xfrm>
              <a:off x="15297480" y="2857680"/>
              <a:ext cx="69120" cy="687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68760"/>
                <a:gd name="textAreaBottom" fmla="*/ 69120 h 6876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4120" rIns="90000" bIns="2412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3" name="Freeform 53"/>
            <p:cNvSpPr/>
            <p:nvPr/>
          </p:nvSpPr>
          <p:spPr>
            <a:xfrm>
              <a:off x="13576320" y="3399840"/>
              <a:ext cx="30240" cy="23220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232200"/>
                <a:gd name="textAreaBottom" fmla="*/ 232560 h 2322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4" name="Freeform 54"/>
            <p:cNvSpPr/>
            <p:nvPr/>
          </p:nvSpPr>
          <p:spPr>
            <a:xfrm>
              <a:off x="13576320" y="3805560"/>
              <a:ext cx="30240" cy="41904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419040"/>
                <a:gd name="textAreaBottom" fmla="*/ 419400 h 41904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5" name="Freeform 55"/>
            <p:cNvSpPr/>
            <p:nvPr/>
          </p:nvSpPr>
          <p:spPr>
            <a:xfrm>
              <a:off x="13576320" y="4316040"/>
              <a:ext cx="30240" cy="42012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420120"/>
                <a:gd name="textAreaBottom" fmla="*/ 420480 h 4201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6" name="Freeform 56"/>
            <p:cNvSpPr/>
            <p:nvPr/>
          </p:nvSpPr>
          <p:spPr>
            <a:xfrm>
              <a:off x="16400520" y="3943800"/>
              <a:ext cx="30240" cy="673560"/>
            </a:xfrm>
            <a:custGeom>
              <a:avLst/>
              <a:gdLst>
                <a:gd name="textAreaLeft" fmla="*/ 0 w 30240"/>
                <a:gd name="textAreaRight" fmla="*/ 30600 w 30240"/>
                <a:gd name="textAreaTop" fmla="*/ 0 h 673560"/>
                <a:gd name="textAreaBottom" fmla="*/ 673920 h 67356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7" name="Freeform 57"/>
            <p:cNvSpPr/>
            <p:nvPr/>
          </p:nvSpPr>
          <p:spPr>
            <a:xfrm>
              <a:off x="13606920" y="2652840"/>
              <a:ext cx="2793240" cy="5646600"/>
            </a:xfrm>
            <a:custGeom>
              <a:avLst/>
              <a:gdLst>
                <a:gd name="textAreaLeft" fmla="*/ 0 w 2793240"/>
                <a:gd name="textAreaRight" fmla="*/ 2793600 w 2793240"/>
                <a:gd name="textAreaTop" fmla="*/ 0 h 5646600"/>
                <a:gd name="textAreaBottom" fmla="*/ 5646960 h 56466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68" name="TextBox 58"/>
          <p:cNvSpPr/>
          <p:nvPr/>
        </p:nvSpPr>
        <p:spPr>
          <a:xfrm>
            <a:off x="13576320" y="1233360"/>
            <a:ext cx="2888280" cy="127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359"/>
              </a:lnSpc>
            </a:pPr>
            <a:r>
              <a:rPr lang="en-US" sz="2400" b="0" strike="noStrike" spc="-1">
                <a:solidFill>
                  <a:srgbClr val="000000"/>
                </a:solidFill>
                <a:latin typeface="Canva Sans"/>
                <a:ea typeface="Canva Sans"/>
              </a:rPr>
              <a:t>Successful login lands on the homepage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oup 2"/>
          <p:cNvGrpSpPr/>
          <p:nvPr/>
        </p:nvGrpSpPr>
        <p:grpSpPr>
          <a:xfrm>
            <a:off x="868680" y="1761480"/>
            <a:ext cx="3653280" cy="7227720"/>
            <a:chOff x="868680" y="1761480"/>
            <a:chExt cx="3653280" cy="7227720"/>
          </a:xfrm>
        </p:grpSpPr>
        <p:sp>
          <p:nvSpPr>
            <p:cNvPr id="170" name="Freeform 3"/>
            <p:cNvSpPr/>
            <p:nvPr/>
          </p:nvSpPr>
          <p:spPr>
            <a:xfrm>
              <a:off x="942840" y="1797120"/>
              <a:ext cx="3504600" cy="7156800"/>
            </a:xfrm>
            <a:custGeom>
              <a:avLst/>
              <a:gdLst>
                <a:gd name="textAreaLeft" fmla="*/ 0 w 3504600"/>
                <a:gd name="textAreaRight" fmla="*/ 3504960 w 3504600"/>
                <a:gd name="textAreaTop" fmla="*/ 0 h 7156800"/>
                <a:gd name="textAreaBottom" fmla="*/ 7157160 h 71568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1" name="Freeform 4"/>
            <p:cNvSpPr/>
            <p:nvPr/>
          </p:nvSpPr>
          <p:spPr>
            <a:xfrm>
              <a:off x="1127160" y="1979280"/>
              <a:ext cx="3138120" cy="6800760"/>
            </a:xfrm>
            <a:custGeom>
              <a:avLst/>
              <a:gdLst>
                <a:gd name="textAreaLeft" fmla="*/ 0 w 3138120"/>
                <a:gd name="textAreaRight" fmla="*/ 3138480 w 3138120"/>
                <a:gd name="textAreaTop" fmla="*/ 0 h 6800760"/>
                <a:gd name="textAreaBottom" fmla="*/ 6801120 h 68007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2" name="Freeform 5"/>
            <p:cNvSpPr/>
            <p:nvPr/>
          </p:nvSpPr>
          <p:spPr>
            <a:xfrm>
              <a:off x="2432520" y="2037960"/>
              <a:ext cx="484920" cy="59760"/>
            </a:xfrm>
            <a:custGeom>
              <a:avLst/>
              <a:gdLst>
                <a:gd name="textAreaLeft" fmla="*/ 0 w 484920"/>
                <a:gd name="textAreaRight" fmla="*/ 485280 w 48492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3" name="Freeform 6"/>
            <p:cNvSpPr/>
            <p:nvPr/>
          </p:nvSpPr>
          <p:spPr>
            <a:xfrm>
              <a:off x="3071520" y="2023560"/>
              <a:ext cx="88560" cy="8820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88200"/>
                <a:gd name="textAreaBottom" fmla="*/ 88560 h 882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3560" rIns="90000" bIns="435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4" name="Freeform 7"/>
            <p:cNvSpPr/>
            <p:nvPr/>
          </p:nvSpPr>
          <p:spPr>
            <a:xfrm>
              <a:off x="868680" y="2718000"/>
              <a:ext cx="38520" cy="29736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297360"/>
                <a:gd name="textAreaBottom" fmla="*/ 297720 h 2973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5" name="Freeform 8"/>
            <p:cNvSpPr/>
            <p:nvPr/>
          </p:nvSpPr>
          <p:spPr>
            <a:xfrm>
              <a:off x="868680" y="3236760"/>
              <a:ext cx="38520" cy="5364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536400"/>
                <a:gd name="textAreaBottom" fmla="*/ 536760 h 5364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6" name="Freeform 9"/>
            <p:cNvSpPr/>
            <p:nvPr/>
          </p:nvSpPr>
          <p:spPr>
            <a:xfrm>
              <a:off x="868680" y="3890520"/>
              <a:ext cx="38520" cy="5382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538200"/>
                <a:gd name="textAreaBottom" fmla="*/ 538560 h 53820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7" name="Freeform 10"/>
            <p:cNvSpPr/>
            <p:nvPr/>
          </p:nvSpPr>
          <p:spPr>
            <a:xfrm>
              <a:off x="4483440" y="3413880"/>
              <a:ext cx="38520" cy="8622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62200"/>
                <a:gd name="textAreaBottom" fmla="*/ 862560 h 86220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8" name="Freeform 11"/>
            <p:cNvSpPr/>
            <p:nvPr/>
          </p:nvSpPr>
          <p:spPr>
            <a:xfrm>
              <a:off x="907560" y="1761480"/>
              <a:ext cx="3575520" cy="7227720"/>
            </a:xfrm>
            <a:custGeom>
              <a:avLst/>
              <a:gdLst>
                <a:gd name="textAreaLeft" fmla="*/ 0 w 3575520"/>
                <a:gd name="textAreaRight" fmla="*/ 3575880 w 3575520"/>
                <a:gd name="textAreaTop" fmla="*/ 0 h 7227720"/>
                <a:gd name="textAreaBottom" fmla="*/ 7228080 h 72277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79" name="Group 12"/>
          <p:cNvGrpSpPr/>
          <p:nvPr/>
        </p:nvGrpSpPr>
        <p:grpSpPr>
          <a:xfrm>
            <a:off x="5036760" y="1761480"/>
            <a:ext cx="3653640" cy="7227720"/>
            <a:chOff x="5036760" y="1761480"/>
            <a:chExt cx="3653640" cy="7227720"/>
          </a:xfrm>
        </p:grpSpPr>
        <p:sp>
          <p:nvSpPr>
            <p:cNvPr id="180" name="Freeform 13"/>
            <p:cNvSpPr/>
            <p:nvPr/>
          </p:nvSpPr>
          <p:spPr>
            <a:xfrm>
              <a:off x="5111280" y="1797120"/>
              <a:ext cx="3504600" cy="7156800"/>
            </a:xfrm>
            <a:custGeom>
              <a:avLst/>
              <a:gdLst>
                <a:gd name="textAreaLeft" fmla="*/ 0 w 3504600"/>
                <a:gd name="textAreaRight" fmla="*/ 3504960 w 3504600"/>
                <a:gd name="textAreaTop" fmla="*/ 0 h 7156800"/>
                <a:gd name="textAreaBottom" fmla="*/ 7157160 h 71568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1" name="Freeform 14"/>
            <p:cNvSpPr/>
            <p:nvPr/>
          </p:nvSpPr>
          <p:spPr>
            <a:xfrm>
              <a:off x="5295600" y="1979280"/>
              <a:ext cx="3138120" cy="6800760"/>
            </a:xfrm>
            <a:custGeom>
              <a:avLst/>
              <a:gdLst>
                <a:gd name="textAreaLeft" fmla="*/ 0 w 3138120"/>
                <a:gd name="textAreaRight" fmla="*/ 3138480 w 3138120"/>
                <a:gd name="textAreaTop" fmla="*/ 0 h 6800760"/>
                <a:gd name="textAreaBottom" fmla="*/ 6801120 h 68007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2" name="Freeform 15"/>
            <p:cNvSpPr/>
            <p:nvPr/>
          </p:nvSpPr>
          <p:spPr>
            <a:xfrm>
              <a:off x="6600960" y="2037960"/>
              <a:ext cx="484920" cy="59760"/>
            </a:xfrm>
            <a:custGeom>
              <a:avLst/>
              <a:gdLst>
                <a:gd name="textAreaLeft" fmla="*/ 0 w 484920"/>
                <a:gd name="textAreaRight" fmla="*/ 485280 w 48492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3" name="Freeform 16"/>
            <p:cNvSpPr/>
            <p:nvPr/>
          </p:nvSpPr>
          <p:spPr>
            <a:xfrm>
              <a:off x="7239960" y="2023560"/>
              <a:ext cx="88560" cy="8820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88200"/>
                <a:gd name="textAreaBottom" fmla="*/ 88560 h 882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3560" rIns="90000" bIns="435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4" name="Freeform 17"/>
            <p:cNvSpPr/>
            <p:nvPr/>
          </p:nvSpPr>
          <p:spPr>
            <a:xfrm>
              <a:off x="5036760" y="2718000"/>
              <a:ext cx="38520" cy="29736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297360"/>
                <a:gd name="textAreaBottom" fmla="*/ 297720 h 2973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5" name="Freeform 18"/>
            <p:cNvSpPr/>
            <p:nvPr/>
          </p:nvSpPr>
          <p:spPr>
            <a:xfrm>
              <a:off x="5036760" y="3236760"/>
              <a:ext cx="38520" cy="5364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536400"/>
                <a:gd name="textAreaBottom" fmla="*/ 536760 h 5364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6" name="Freeform 19"/>
            <p:cNvSpPr/>
            <p:nvPr/>
          </p:nvSpPr>
          <p:spPr>
            <a:xfrm>
              <a:off x="5036760" y="3890520"/>
              <a:ext cx="38520" cy="5382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538200"/>
                <a:gd name="textAreaBottom" fmla="*/ 538560 h 53820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7" name="Freeform 20"/>
            <p:cNvSpPr/>
            <p:nvPr/>
          </p:nvSpPr>
          <p:spPr>
            <a:xfrm>
              <a:off x="8651880" y="3413880"/>
              <a:ext cx="38520" cy="8622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62200"/>
                <a:gd name="textAreaBottom" fmla="*/ 862560 h 86220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8" name="Freeform 21"/>
            <p:cNvSpPr/>
            <p:nvPr/>
          </p:nvSpPr>
          <p:spPr>
            <a:xfrm>
              <a:off x="5076000" y="1761480"/>
              <a:ext cx="3575520" cy="7227720"/>
            </a:xfrm>
            <a:custGeom>
              <a:avLst/>
              <a:gdLst>
                <a:gd name="textAreaLeft" fmla="*/ 0 w 3575520"/>
                <a:gd name="textAreaRight" fmla="*/ 3575880 w 3575520"/>
                <a:gd name="textAreaTop" fmla="*/ 0 h 7227720"/>
                <a:gd name="textAreaBottom" fmla="*/ 7228080 h 72277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89" name="Group 22"/>
          <p:cNvGrpSpPr/>
          <p:nvPr/>
        </p:nvGrpSpPr>
        <p:grpSpPr>
          <a:xfrm>
            <a:off x="9555120" y="1761480"/>
            <a:ext cx="3653280" cy="7227720"/>
            <a:chOff x="9555120" y="1761480"/>
            <a:chExt cx="3653280" cy="7227720"/>
          </a:xfrm>
        </p:grpSpPr>
        <p:sp>
          <p:nvSpPr>
            <p:cNvPr id="190" name="Freeform 23"/>
            <p:cNvSpPr/>
            <p:nvPr/>
          </p:nvSpPr>
          <p:spPr>
            <a:xfrm>
              <a:off x="9629280" y="1797120"/>
              <a:ext cx="3504600" cy="7156800"/>
            </a:xfrm>
            <a:custGeom>
              <a:avLst/>
              <a:gdLst>
                <a:gd name="textAreaLeft" fmla="*/ 0 w 3504600"/>
                <a:gd name="textAreaRight" fmla="*/ 3504960 w 3504600"/>
                <a:gd name="textAreaTop" fmla="*/ 0 h 7156800"/>
                <a:gd name="textAreaBottom" fmla="*/ 7157160 h 71568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1" name="Freeform 24"/>
            <p:cNvSpPr/>
            <p:nvPr/>
          </p:nvSpPr>
          <p:spPr>
            <a:xfrm>
              <a:off x="9813600" y="1979280"/>
              <a:ext cx="3138120" cy="6800760"/>
            </a:xfrm>
            <a:custGeom>
              <a:avLst/>
              <a:gdLst>
                <a:gd name="textAreaLeft" fmla="*/ 0 w 3138120"/>
                <a:gd name="textAreaRight" fmla="*/ 3138480 w 3138120"/>
                <a:gd name="textAreaTop" fmla="*/ 0 h 6800760"/>
                <a:gd name="textAreaBottom" fmla="*/ 6801120 h 68007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2" name="Freeform 25"/>
            <p:cNvSpPr/>
            <p:nvPr/>
          </p:nvSpPr>
          <p:spPr>
            <a:xfrm>
              <a:off x="11118960" y="2037960"/>
              <a:ext cx="484920" cy="59760"/>
            </a:xfrm>
            <a:custGeom>
              <a:avLst/>
              <a:gdLst>
                <a:gd name="textAreaLeft" fmla="*/ 0 w 484920"/>
                <a:gd name="textAreaRight" fmla="*/ 485280 w 48492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3" name="Freeform 26"/>
            <p:cNvSpPr/>
            <p:nvPr/>
          </p:nvSpPr>
          <p:spPr>
            <a:xfrm>
              <a:off x="11757960" y="2023560"/>
              <a:ext cx="88560" cy="8820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88200"/>
                <a:gd name="textAreaBottom" fmla="*/ 88560 h 882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3560" rIns="90000" bIns="435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4" name="Freeform 27"/>
            <p:cNvSpPr/>
            <p:nvPr/>
          </p:nvSpPr>
          <p:spPr>
            <a:xfrm>
              <a:off x="9555120" y="2718000"/>
              <a:ext cx="38520" cy="29736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297360"/>
                <a:gd name="textAreaBottom" fmla="*/ 297720 h 2973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5" name="Freeform 28"/>
            <p:cNvSpPr/>
            <p:nvPr/>
          </p:nvSpPr>
          <p:spPr>
            <a:xfrm>
              <a:off x="9555120" y="3236760"/>
              <a:ext cx="38520" cy="5364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536400"/>
                <a:gd name="textAreaBottom" fmla="*/ 536760 h 5364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6" name="Freeform 29"/>
            <p:cNvSpPr/>
            <p:nvPr/>
          </p:nvSpPr>
          <p:spPr>
            <a:xfrm>
              <a:off x="9555120" y="3890520"/>
              <a:ext cx="38520" cy="5382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538200"/>
                <a:gd name="textAreaBottom" fmla="*/ 538560 h 53820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7" name="Freeform 30"/>
            <p:cNvSpPr/>
            <p:nvPr/>
          </p:nvSpPr>
          <p:spPr>
            <a:xfrm>
              <a:off x="13169880" y="3413880"/>
              <a:ext cx="38520" cy="8622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62200"/>
                <a:gd name="textAreaBottom" fmla="*/ 862560 h 86220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8" name="Freeform 31"/>
            <p:cNvSpPr/>
            <p:nvPr/>
          </p:nvSpPr>
          <p:spPr>
            <a:xfrm>
              <a:off x="9594000" y="1761480"/>
              <a:ext cx="3575520" cy="7227720"/>
            </a:xfrm>
            <a:custGeom>
              <a:avLst/>
              <a:gdLst>
                <a:gd name="textAreaLeft" fmla="*/ 0 w 3575520"/>
                <a:gd name="textAreaRight" fmla="*/ 3575880 w 3575520"/>
                <a:gd name="textAreaTop" fmla="*/ 0 h 7227720"/>
                <a:gd name="textAreaBottom" fmla="*/ 7228080 h 72277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99" name="Group 32"/>
          <p:cNvGrpSpPr/>
          <p:nvPr/>
        </p:nvGrpSpPr>
        <p:grpSpPr>
          <a:xfrm>
            <a:off x="14150880" y="1761480"/>
            <a:ext cx="3653640" cy="7227720"/>
            <a:chOff x="14150880" y="1761480"/>
            <a:chExt cx="3653640" cy="7227720"/>
          </a:xfrm>
        </p:grpSpPr>
        <p:sp>
          <p:nvSpPr>
            <p:cNvPr id="200" name="Freeform 33"/>
            <p:cNvSpPr/>
            <p:nvPr/>
          </p:nvSpPr>
          <p:spPr>
            <a:xfrm>
              <a:off x="14225400" y="1797120"/>
              <a:ext cx="3504600" cy="7156800"/>
            </a:xfrm>
            <a:custGeom>
              <a:avLst/>
              <a:gdLst>
                <a:gd name="textAreaLeft" fmla="*/ 0 w 3504600"/>
                <a:gd name="textAreaRight" fmla="*/ 3504960 w 3504600"/>
                <a:gd name="textAreaTop" fmla="*/ 0 h 7156800"/>
                <a:gd name="textAreaBottom" fmla="*/ 7157160 h 71568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1" name="Freeform 34"/>
            <p:cNvSpPr/>
            <p:nvPr/>
          </p:nvSpPr>
          <p:spPr>
            <a:xfrm>
              <a:off x="14409720" y="1979280"/>
              <a:ext cx="3138120" cy="6800760"/>
            </a:xfrm>
            <a:custGeom>
              <a:avLst/>
              <a:gdLst>
                <a:gd name="textAreaLeft" fmla="*/ 0 w 3138120"/>
                <a:gd name="textAreaRight" fmla="*/ 3138480 w 3138120"/>
                <a:gd name="textAreaTop" fmla="*/ 0 h 6800760"/>
                <a:gd name="textAreaBottom" fmla="*/ 6801120 h 68007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2" name="Freeform 35"/>
            <p:cNvSpPr/>
            <p:nvPr/>
          </p:nvSpPr>
          <p:spPr>
            <a:xfrm>
              <a:off x="15714720" y="2037960"/>
              <a:ext cx="484920" cy="59760"/>
            </a:xfrm>
            <a:custGeom>
              <a:avLst/>
              <a:gdLst>
                <a:gd name="textAreaLeft" fmla="*/ 0 w 484920"/>
                <a:gd name="textAreaRight" fmla="*/ 485280 w 48492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5120" rIns="90000" bIns="1512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3" name="Freeform 36"/>
            <p:cNvSpPr/>
            <p:nvPr/>
          </p:nvSpPr>
          <p:spPr>
            <a:xfrm>
              <a:off x="16354080" y="2023560"/>
              <a:ext cx="88560" cy="8820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88200"/>
                <a:gd name="textAreaBottom" fmla="*/ 88560 h 882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3560" rIns="90000" bIns="435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4" name="Freeform 37"/>
            <p:cNvSpPr/>
            <p:nvPr/>
          </p:nvSpPr>
          <p:spPr>
            <a:xfrm>
              <a:off x="14150880" y="2718000"/>
              <a:ext cx="38520" cy="29736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297360"/>
                <a:gd name="textAreaBottom" fmla="*/ 297720 h 2973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5" name="Freeform 38"/>
            <p:cNvSpPr/>
            <p:nvPr/>
          </p:nvSpPr>
          <p:spPr>
            <a:xfrm>
              <a:off x="14150880" y="3236760"/>
              <a:ext cx="38520" cy="5364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536400"/>
                <a:gd name="textAreaBottom" fmla="*/ 536760 h 5364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6" name="Freeform 39"/>
            <p:cNvSpPr/>
            <p:nvPr/>
          </p:nvSpPr>
          <p:spPr>
            <a:xfrm>
              <a:off x="14150880" y="3890520"/>
              <a:ext cx="38520" cy="5382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538200"/>
                <a:gd name="textAreaBottom" fmla="*/ 538560 h 53820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7" name="Freeform 40"/>
            <p:cNvSpPr/>
            <p:nvPr/>
          </p:nvSpPr>
          <p:spPr>
            <a:xfrm>
              <a:off x="17766000" y="3413880"/>
              <a:ext cx="38520" cy="8622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62200"/>
                <a:gd name="textAreaBottom" fmla="*/ 862560 h 86220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8" name="Freeform 41"/>
            <p:cNvSpPr/>
            <p:nvPr/>
          </p:nvSpPr>
          <p:spPr>
            <a:xfrm>
              <a:off x="14189760" y="1761480"/>
              <a:ext cx="3575520" cy="7227720"/>
            </a:xfrm>
            <a:custGeom>
              <a:avLst/>
              <a:gdLst>
                <a:gd name="textAreaLeft" fmla="*/ 0 w 3575520"/>
                <a:gd name="textAreaRight" fmla="*/ 3575880 w 3575520"/>
                <a:gd name="textAreaTop" fmla="*/ 0 h 7227720"/>
                <a:gd name="textAreaBottom" fmla="*/ 7228080 h 72277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09" name="AutoShape 42"/>
          <p:cNvSpPr/>
          <p:nvPr/>
        </p:nvSpPr>
        <p:spPr>
          <a:xfrm>
            <a:off x="4253760" y="5356440"/>
            <a:ext cx="743400" cy="360"/>
          </a:xfrm>
          <a:prstGeom prst="line">
            <a:avLst/>
          </a:prstGeom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" name="AutoShape 43"/>
          <p:cNvSpPr/>
          <p:nvPr/>
        </p:nvSpPr>
        <p:spPr>
          <a:xfrm>
            <a:off x="8751240" y="5336640"/>
            <a:ext cx="743040" cy="360"/>
          </a:xfrm>
          <a:prstGeom prst="line">
            <a:avLst/>
          </a:prstGeom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1" name="AutoShape 44"/>
          <p:cNvSpPr/>
          <p:nvPr/>
        </p:nvSpPr>
        <p:spPr>
          <a:xfrm>
            <a:off x="13338000" y="5316840"/>
            <a:ext cx="743400" cy="360"/>
          </a:xfrm>
          <a:prstGeom prst="line">
            <a:avLst/>
          </a:prstGeom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2" name="TextBox 45"/>
          <p:cNvSpPr/>
          <p:nvPr/>
        </p:nvSpPr>
        <p:spPr>
          <a:xfrm>
            <a:off x="674280" y="953640"/>
            <a:ext cx="835488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873"/>
              </a:lnSpc>
            </a:pPr>
            <a:r>
              <a:rPr lang="en-US" sz="348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Forgot Password Screens </a:t>
            </a:r>
            <a:endParaRPr lang="en-US" sz="34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Box 46"/>
          <p:cNvSpPr/>
          <p:nvPr/>
        </p:nvSpPr>
        <p:spPr>
          <a:xfrm>
            <a:off x="9345600" y="9220320"/>
            <a:ext cx="8305560" cy="42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359"/>
              </a:lnSpc>
            </a:pPr>
            <a:r>
              <a:rPr lang="en-US" sz="2400" b="0" strike="noStrike" spc="-1">
                <a:solidFill>
                  <a:srgbClr val="000000"/>
                </a:solidFill>
                <a:latin typeface="Canva Sans"/>
                <a:ea typeface="Canva Sans"/>
              </a:rPr>
              <a:t>Successfully changing password leads to sign - in screen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roup 2"/>
          <p:cNvGrpSpPr/>
          <p:nvPr/>
        </p:nvGrpSpPr>
        <p:grpSpPr>
          <a:xfrm>
            <a:off x="7008120" y="1950480"/>
            <a:ext cx="3506760" cy="6936840"/>
            <a:chOff x="7008120" y="1950480"/>
            <a:chExt cx="3506760" cy="6936840"/>
          </a:xfrm>
        </p:grpSpPr>
        <p:sp>
          <p:nvSpPr>
            <p:cNvPr id="215" name="Freeform 3"/>
            <p:cNvSpPr/>
            <p:nvPr/>
          </p:nvSpPr>
          <p:spPr>
            <a:xfrm>
              <a:off x="7079760" y="1984320"/>
              <a:ext cx="3363480" cy="6868800"/>
            </a:xfrm>
            <a:custGeom>
              <a:avLst/>
              <a:gdLst>
                <a:gd name="textAreaLeft" fmla="*/ 0 w 3363480"/>
                <a:gd name="textAreaRight" fmla="*/ 3363840 w 3363480"/>
                <a:gd name="textAreaTop" fmla="*/ 0 h 6868800"/>
                <a:gd name="textAreaBottom" fmla="*/ 6869160 h 68688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16" name="Freeform 4"/>
            <p:cNvSpPr/>
            <p:nvPr/>
          </p:nvSpPr>
          <p:spPr>
            <a:xfrm>
              <a:off x="7256520" y="2159280"/>
              <a:ext cx="3011760" cy="6527160"/>
            </a:xfrm>
            <a:custGeom>
              <a:avLst/>
              <a:gdLst>
                <a:gd name="textAreaLeft" fmla="*/ 0 w 3011760"/>
                <a:gd name="textAreaRight" fmla="*/ 3012120 w 3011760"/>
                <a:gd name="textAreaTop" fmla="*/ 0 h 6527160"/>
                <a:gd name="textAreaBottom" fmla="*/ 6527520 h 65271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17" name="Freeform 5"/>
            <p:cNvSpPr/>
            <p:nvPr/>
          </p:nvSpPr>
          <p:spPr>
            <a:xfrm>
              <a:off x="8509320" y="2215440"/>
              <a:ext cx="465480" cy="57600"/>
            </a:xfrm>
            <a:custGeom>
              <a:avLst/>
              <a:gdLst>
                <a:gd name="textAreaLeft" fmla="*/ 0 w 465480"/>
                <a:gd name="textAreaRight" fmla="*/ 465840 w 465480"/>
                <a:gd name="textAreaTop" fmla="*/ 0 h 57600"/>
                <a:gd name="textAreaBottom" fmla="*/ 57960 h 5760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18" name="Freeform 6"/>
            <p:cNvSpPr/>
            <p:nvPr/>
          </p:nvSpPr>
          <p:spPr>
            <a:xfrm>
              <a:off x="9122760" y="220176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19" name="Freeform 7"/>
            <p:cNvSpPr/>
            <p:nvPr/>
          </p:nvSpPr>
          <p:spPr>
            <a:xfrm>
              <a:off x="7008120" y="2868120"/>
              <a:ext cx="37080" cy="28512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5120"/>
                <a:gd name="textAreaBottom" fmla="*/ 285480 h 28512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20" name="Freeform 8"/>
            <p:cNvSpPr/>
            <p:nvPr/>
          </p:nvSpPr>
          <p:spPr>
            <a:xfrm>
              <a:off x="7008120" y="3366360"/>
              <a:ext cx="37080" cy="5148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4800"/>
                <a:gd name="textAreaBottom" fmla="*/ 515160 h 5148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21" name="Freeform 9"/>
            <p:cNvSpPr/>
            <p:nvPr/>
          </p:nvSpPr>
          <p:spPr>
            <a:xfrm>
              <a:off x="7008120" y="3993480"/>
              <a:ext cx="37080" cy="5162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6240"/>
                <a:gd name="textAreaBottom" fmla="*/ 516600 h 51624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22" name="Freeform 10"/>
            <p:cNvSpPr/>
            <p:nvPr/>
          </p:nvSpPr>
          <p:spPr>
            <a:xfrm>
              <a:off x="10477800" y="3536280"/>
              <a:ext cx="37080" cy="8276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7640"/>
                <a:gd name="textAreaBottom" fmla="*/ 828000 h 8276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23" name="Freeform 11"/>
            <p:cNvSpPr/>
            <p:nvPr/>
          </p:nvSpPr>
          <p:spPr>
            <a:xfrm>
              <a:off x="7045560" y="1950480"/>
              <a:ext cx="3431520" cy="6936840"/>
            </a:xfrm>
            <a:custGeom>
              <a:avLst/>
              <a:gdLst>
                <a:gd name="textAreaLeft" fmla="*/ 0 w 3431520"/>
                <a:gd name="textAreaRight" fmla="*/ 3431880 w 3431520"/>
                <a:gd name="textAreaTop" fmla="*/ 0 h 6936840"/>
                <a:gd name="textAreaBottom" fmla="*/ 6937200 h 69368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24" name="Group 12"/>
          <p:cNvGrpSpPr/>
          <p:nvPr/>
        </p:nvGrpSpPr>
        <p:grpSpPr>
          <a:xfrm>
            <a:off x="13090320" y="2007360"/>
            <a:ext cx="3506400" cy="6936840"/>
            <a:chOff x="13090320" y="2007360"/>
            <a:chExt cx="3506400" cy="6936840"/>
          </a:xfrm>
        </p:grpSpPr>
        <p:sp>
          <p:nvSpPr>
            <p:cNvPr id="225" name="Freeform 13"/>
            <p:cNvSpPr/>
            <p:nvPr/>
          </p:nvSpPr>
          <p:spPr>
            <a:xfrm>
              <a:off x="13161600" y="2041560"/>
              <a:ext cx="3363480" cy="6868800"/>
            </a:xfrm>
            <a:custGeom>
              <a:avLst/>
              <a:gdLst>
                <a:gd name="textAreaLeft" fmla="*/ 0 w 3363480"/>
                <a:gd name="textAreaRight" fmla="*/ 3363840 w 3363480"/>
                <a:gd name="textAreaTop" fmla="*/ 0 h 6868800"/>
                <a:gd name="textAreaBottom" fmla="*/ 6869160 h 68688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26" name="Freeform 14"/>
            <p:cNvSpPr/>
            <p:nvPr/>
          </p:nvSpPr>
          <p:spPr>
            <a:xfrm>
              <a:off x="13338720" y="2216520"/>
              <a:ext cx="3011760" cy="6527160"/>
            </a:xfrm>
            <a:custGeom>
              <a:avLst/>
              <a:gdLst>
                <a:gd name="textAreaLeft" fmla="*/ 0 w 3011760"/>
                <a:gd name="textAreaRight" fmla="*/ 3012120 w 3011760"/>
                <a:gd name="textAreaTop" fmla="*/ 0 h 6527160"/>
                <a:gd name="textAreaBottom" fmla="*/ 6527520 h 65271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27" name="Freeform 15"/>
            <p:cNvSpPr/>
            <p:nvPr/>
          </p:nvSpPr>
          <p:spPr>
            <a:xfrm>
              <a:off x="14591160" y="2272680"/>
              <a:ext cx="465480" cy="57600"/>
            </a:xfrm>
            <a:custGeom>
              <a:avLst/>
              <a:gdLst>
                <a:gd name="textAreaLeft" fmla="*/ 0 w 465480"/>
                <a:gd name="textAreaRight" fmla="*/ 465840 w 465480"/>
                <a:gd name="textAreaTop" fmla="*/ 0 h 57600"/>
                <a:gd name="textAreaBottom" fmla="*/ 57960 h 5760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960" rIns="90000" bIns="12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28" name="Freeform 16"/>
            <p:cNvSpPr/>
            <p:nvPr/>
          </p:nvSpPr>
          <p:spPr>
            <a:xfrm>
              <a:off x="15204960" y="225900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29" name="Freeform 17"/>
            <p:cNvSpPr/>
            <p:nvPr/>
          </p:nvSpPr>
          <p:spPr>
            <a:xfrm>
              <a:off x="13090320" y="2925360"/>
              <a:ext cx="37080" cy="28512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5120"/>
                <a:gd name="textAreaBottom" fmla="*/ 285480 h 28512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0" name="Freeform 18"/>
            <p:cNvSpPr/>
            <p:nvPr/>
          </p:nvSpPr>
          <p:spPr>
            <a:xfrm>
              <a:off x="13090320" y="3423600"/>
              <a:ext cx="37080" cy="5148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4800"/>
                <a:gd name="textAreaBottom" fmla="*/ 515160 h 5148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1" name="Freeform 19"/>
            <p:cNvSpPr/>
            <p:nvPr/>
          </p:nvSpPr>
          <p:spPr>
            <a:xfrm>
              <a:off x="13090320" y="4050720"/>
              <a:ext cx="37080" cy="5162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6240"/>
                <a:gd name="textAreaBottom" fmla="*/ 516600 h 51624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2" name="Freeform 20"/>
            <p:cNvSpPr/>
            <p:nvPr/>
          </p:nvSpPr>
          <p:spPr>
            <a:xfrm>
              <a:off x="16559640" y="3593520"/>
              <a:ext cx="37080" cy="8276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7640"/>
                <a:gd name="textAreaBottom" fmla="*/ 828000 h 8276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3" name="Freeform 21"/>
            <p:cNvSpPr/>
            <p:nvPr/>
          </p:nvSpPr>
          <p:spPr>
            <a:xfrm>
              <a:off x="13127760" y="2007360"/>
              <a:ext cx="3431520" cy="6936840"/>
            </a:xfrm>
            <a:custGeom>
              <a:avLst/>
              <a:gdLst>
                <a:gd name="textAreaLeft" fmla="*/ 0 w 3431520"/>
                <a:gd name="textAreaRight" fmla="*/ 3431880 w 3431520"/>
                <a:gd name="textAreaTop" fmla="*/ 0 h 6936840"/>
                <a:gd name="textAreaBottom" fmla="*/ 6937200 h 69368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34" name="Group 22"/>
          <p:cNvGrpSpPr/>
          <p:nvPr/>
        </p:nvGrpSpPr>
        <p:grpSpPr>
          <a:xfrm>
            <a:off x="674280" y="2007360"/>
            <a:ext cx="3498120" cy="6919920"/>
            <a:chOff x="674280" y="2007360"/>
            <a:chExt cx="3498120" cy="6919920"/>
          </a:xfrm>
        </p:grpSpPr>
        <p:sp>
          <p:nvSpPr>
            <p:cNvPr id="235" name="Freeform 23"/>
            <p:cNvSpPr/>
            <p:nvPr/>
          </p:nvSpPr>
          <p:spPr>
            <a:xfrm>
              <a:off x="745560" y="2041560"/>
              <a:ext cx="3355560" cy="6852240"/>
            </a:xfrm>
            <a:custGeom>
              <a:avLst/>
              <a:gdLst>
                <a:gd name="textAreaLeft" fmla="*/ 0 w 3355560"/>
                <a:gd name="textAreaRight" fmla="*/ 3355920 w 3355560"/>
                <a:gd name="textAreaTop" fmla="*/ 0 h 6852240"/>
                <a:gd name="textAreaBottom" fmla="*/ 6852600 h 685224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6" name="Freeform 24"/>
            <p:cNvSpPr/>
            <p:nvPr/>
          </p:nvSpPr>
          <p:spPr>
            <a:xfrm>
              <a:off x="921960" y="2216160"/>
              <a:ext cx="3004560" cy="6511320"/>
            </a:xfrm>
            <a:custGeom>
              <a:avLst/>
              <a:gdLst>
                <a:gd name="textAreaLeft" fmla="*/ 0 w 3004560"/>
                <a:gd name="textAreaRight" fmla="*/ 3004920 w 3004560"/>
                <a:gd name="textAreaTop" fmla="*/ 0 h 6511320"/>
                <a:gd name="textAreaBottom" fmla="*/ 6511680 h 651132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7" name="Freeform 25"/>
            <p:cNvSpPr/>
            <p:nvPr/>
          </p:nvSpPr>
          <p:spPr>
            <a:xfrm>
              <a:off x="2171880" y="2271960"/>
              <a:ext cx="464400" cy="57240"/>
            </a:xfrm>
            <a:custGeom>
              <a:avLst/>
              <a:gdLst>
                <a:gd name="textAreaLeft" fmla="*/ 0 w 464400"/>
                <a:gd name="textAreaRight" fmla="*/ 464760 w 46440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8" name="Freeform 26"/>
            <p:cNvSpPr/>
            <p:nvPr/>
          </p:nvSpPr>
          <p:spPr>
            <a:xfrm>
              <a:off x="2783880" y="225828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9" name="Freeform 27"/>
            <p:cNvSpPr/>
            <p:nvPr/>
          </p:nvSpPr>
          <p:spPr>
            <a:xfrm>
              <a:off x="674280" y="2923200"/>
              <a:ext cx="37080" cy="2844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0" name="Freeform 28"/>
            <p:cNvSpPr/>
            <p:nvPr/>
          </p:nvSpPr>
          <p:spPr>
            <a:xfrm>
              <a:off x="674280" y="3420000"/>
              <a:ext cx="37080" cy="5133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3360"/>
                <a:gd name="textAreaBottom" fmla="*/ 513720 h 5133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1" name="Freeform 29"/>
            <p:cNvSpPr/>
            <p:nvPr/>
          </p:nvSpPr>
          <p:spPr>
            <a:xfrm>
              <a:off x="674280" y="4045680"/>
              <a:ext cx="37080" cy="5151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5160"/>
                <a:gd name="textAreaBottom" fmla="*/ 515520 h 51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2" name="Freeform 30"/>
            <p:cNvSpPr/>
            <p:nvPr/>
          </p:nvSpPr>
          <p:spPr>
            <a:xfrm>
              <a:off x="4135320" y="3589560"/>
              <a:ext cx="37080" cy="82548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3" name="Freeform 31"/>
            <p:cNvSpPr/>
            <p:nvPr/>
          </p:nvSpPr>
          <p:spPr>
            <a:xfrm>
              <a:off x="711720" y="2007360"/>
              <a:ext cx="3423240" cy="6919920"/>
            </a:xfrm>
            <a:custGeom>
              <a:avLst/>
              <a:gdLst>
                <a:gd name="textAreaLeft" fmla="*/ 0 w 3423240"/>
                <a:gd name="textAreaRight" fmla="*/ 3423600 w 3423240"/>
                <a:gd name="textAreaTop" fmla="*/ 0 h 6919920"/>
                <a:gd name="textAreaBottom" fmla="*/ 6920280 h 69199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44" name="Freeform 32"/>
          <p:cNvSpPr/>
          <p:nvPr/>
        </p:nvSpPr>
        <p:spPr>
          <a:xfrm>
            <a:off x="4852080" y="5720760"/>
            <a:ext cx="1392480" cy="360"/>
          </a:xfrm>
          <a:custGeom>
            <a:avLst/>
            <a:gdLst>
              <a:gd name="textAreaLeft" fmla="*/ 0 w 1392480"/>
              <a:gd name="textAreaRight" fmla="*/ 1392840 w 139248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392722">
                <a:moveTo>
                  <a:pt x="0" y="0"/>
                </a:moveTo>
                <a:lnTo>
                  <a:pt x="1392721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5" name="Freeform 33"/>
          <p:cNvSpPr/>
          <p:nvPr/>
        </p:nvSpPr>
        <p:spPr>
          <a:xfrm>
            <a:off x="11106360" y="5739840"/>
            <a:ext cx="1392480" cy="360"/>
          </a:xfrm>
          <a:custGeom>
            <a:avLst/>
            <a:gdLst>
              <a:gd name="textAreaLeft" fmla="*/ 0 w 1392480"/>
              <a:gd name="textAreaRight" fmla="*/ 1392840 w 139248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392722">
                <a:moveTo>
                  <a:pt x="0" y="0"/>
                </a:moveTo>
                <a:lnTo>
                  <a:pt x="1392722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6" name="TextBox 34"/>
          <p:cNvSpPr/>
          <p:nvPr/>
        </p:nvSpPr>
        <p:spPr>
          <a:xfrm>
            <a:off x="674280" y="953640"/>
            <a:ext cx="835488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873"/>
              </a:lnSpc>
            </a:pPr>
            <a:r>
              <a:rPr lang="en-US" sz="348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Home Screen </a:t>
            </a:r>
            <a:endParaRPr lang="en-US" sz="34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35"/>
          <p:cNvSpPr/>
          <p:nvPr/>
        </p:nvSpPr>
        <p:spPr>
          <a:xfrm>
            <a:off x="4608360" y="5222520"/>
            <a:ext cx="1963800" cy="37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940"/>
              </a:lnSpc>
            </a:pPr>
            <a:r>
              <a:rPr lang="en-US" sz="2100" b="0" strike="noStrike" spc="-1">
                <a:solidFill>
                  <a:srgbClr val="000000"/>
                </a:solidFill>
                <a:latin typeface="Canva Sans"/>
                <a:ea typeface="Canva Sans"/>
              </a:rPr>
              <a:t>Scrolling down 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36"/>
          <p:cNvSpPr/>
          <p:nvPr/>
        </p:nvSpPr>
        <p:spPr>
          <a:xfrm>
            <a:off x="10820520" y="5279760"/>
            <a:ext cx="1963800" cy="37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940"/>
              </a:lnSpc>
            </a:pPr>
            <a:r>
              <a:rPr lang="en-US" sz="2100" b="0" strike="noStrike" spc="-1">
                <a:solidFill>
                  <a:srgbClr val="000000"/>
                </a:solidFill>
                <a:latin typeface="Canva Sans"/>
                <a:ea typeface="Canva Sans"/>
              </a:rPr>
              <a:t>Scrolling down 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roup 2"/>
          <p:cNvGrpSpPr/>
          <p:nvPr/>
        </p:nvGrpSpPr>
        <p:grpSpPr>
          <a:xfrm>
            <a:off x="643680" y="1633680"/>
            <a:ext cx="3852720" cy="7622280"/>
            <a:chOff x="643680" y="1633680"/>
            <a:chExt cx="3852720" cy="7622280"/>
          </a:xfrm>
        </p:grpSpPr>
        <p:sp>
          <p:nvSpPr>
            <p:cNvPr id="250" name="Freeform 3"/>
            <p:cNvSpPr/>
            <p:nvPr/>
          </p:nvSpPr>
          <p:spPr>
            <a:xfrm>
              <a:off x="722160" y="1671120"/>
              <a:ext cx="3696120" cy="7547400"/>
            </a:xfrm>
            <a:custGeom>
              <a:avLst/>
              <a:gdLst>
                <a:gd name="textAreaLeft" fmla="*/ 0 w 3696120"/>
                <a:gd name="textAreaRight" fmla="*/ 3696480 w 3696120"/>
                <a:gd name="textAreaTop" fmla="*/ 0 h 7547400"/>
                <a:gd name="textAreaBottom" fmla="*/ 7547760 h 75474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51" name="Freeform 4"/>
            <p:cNvSpPr/>
            <p:nvPr/>
          </p:nvSpPr>
          <p:spPr>
            <a:xfrm>
              <a:off x="916200" y="1863360"/>
              <a:ext cx="3309480" cy="7172280"/>
            </a:xfrm>
            <a:custGeom>
              <a:avLst/>
              <a:gdLst>
                <a:gd name="textAreaLeft" fmla="*/ 0 w 3309480"/>
                <a:gd name="textAreaRight" fmla="*/ 3309840 w 3309480"/>
                <a:gd name="textAreaTop" fmla="*/ 0 h 7172280"/>
                <a:gd name="textAreaBottom" fmla="*/ 7172640 h 71722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52" name="Freeform 5"/>
            <p:cNvSpPr/>
            <p:nvPr/>
          </p:nvSpPr>
          <p:spPr>
            <a:xfrm>
              <a:off x="2292840" y="1925280"/>
              <a:ext cx="511560" cy="6300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53" name="Freeform 6"/>
            <p:cNvSpPr/>
            <p:nvPr/>
          </p:nvSpPr>
          <p:spPr>
            <a:xfrm>
              <a:off x="2967120" y="1910160"/>
              <a:ext cx="93600" cy="92880"/>
            </a:xfrm>
            <a:custGeom>
              <a:avLst/>
              <a:gdLst>
                <a:gd name="textAreaLeft" fmla="*/ 0 w 93600"/>
                <a:gd name="textAreaRight" fmla="*/ 93960 w 9360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54" name="Freeform 7"/>
            <p:cNvSpPr/>
            <p:nvPr/>
          </p:nvSpPr>
          <p:spPr>
            <a:xfrm>
              <a:off x="643680" y="2642400"/>
              <a:ext cx="40680" cy="3135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313560"/>
                <a:gd name="textAreaBottom" fmla="*/ 313920 h 3135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55" name="Freeform 8"/>
            <p:cNvSpPr/>
            <p:nvPr/>
          </p:nvSpPr>
          <p:spPr>
            <a:xfrm>
              <a:off x="643680" y="3189600"/>
              <a:ext cx="40680" cy="5655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565560"/>
                <a:gd name="textAreaBottom" fmla="*/ 565920 h 5655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56" name="Freeform 9"/>
            <p:cNvSpPr/>
            <p:nvPr/>
          </p:nvSpPr>
          <p:spPr>
            <a:xfrm>
              <a:off x="643680" y="3879000"/>
              <a:ext cx="40680" cy="5673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567360"/>
                <a:gd name="textAreaBottom" fmla="*/ 567720 h 5673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57" name="Freeform 10"/>
            <p:cNvSpPr/>
            <p:nvPr/>
          </p:nvSpPr>
          <p:spPr>
            <a:xfrm>
              <a:off x="4455720" y="3376440"/>
              <a:ext cx="40680" cy="9093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909360"/>
                <a:gd name="textAreaBottom" fmla="*/ 909720 h 90936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58" name="Freeform 11"/>
            <p:cNvSpPr/>
            <p:nvPr/>
          </p:nvSpPr>
          <p:spPr>
            <a:xfrm>
              <a:off x="684720" y="1633680"/>
              <a:ext cx="3770640" cy="7622280"/>
            </a:xfrm>
            <a:custGeom>
              <a:avLst/>
              <a:gdLst>
                <a:gd name="textAreaLeft" fmla="*/ 0 w 3770640"/>
                <a:gd name="textAreaRight" fmla="*/ 3771000 w 3770640"/>
                <a:gd name="textAreaTop" fmla="*/ 0 h 7622280"/>
                <a:gd name="textAreaBottom" fmla="*/ 7622640 h 762228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59" name="Group 12"/>
          <p:cNvGrpSpPr/>
          <p:nvPr/>
        </p:nvGrpSpPr>
        <p:grpSpPr>
          <a:xfrm>
            <a:off x="5982840" y="300600"/>
            <a:ext cx="2609640" cy="5162760"/>
            <a:chOff x="5982840" y="300600"/>
            <a:chExt cx="2609640" cy="5162760"/>
          </a:xfrm>
        </p:grpSpPr>
        <p:sp>
          <p:nvSpPr>
            <p:cNvPr id="260" name="Freeform 13"/>
            <p:cNvSpPr/>
            <p:nvPr/>
          </p:nvSpPr>
          <p:spPr>
            <a:xfrm>
              <a:off x="6036120" y="325800"/>
              <a:ext cx="2503440" cy="5112360"/>
            </a:xfrm>
            <a:custGeom>
              <a:avLst/>
              <a:gdLst>
                <a:gd name="textAreaLeft" fmla="*/ 0 w 2503440"/>
                <a:gd name="textAreaRight" fmla="*/ 2503800 w 2503440"/>
                <a:gd name="textAreaTop" fmla="*/ 0 h 5112360"/>
                <a:gd name="textAreaBottom" fmla="*/ 5112720 h 511236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1" name="Freeform 14"/>
            <p:cNvSpPr/>
            <p:nvPr/>
          </p:nvSpPr>
          <p:spPr>
            <a:xfrm>
              <a:off x="6167520" y="456120"/>
              <a:ext cx="2241720" cy="4857840"/>
            </a:xfrm>
            <a:custGeom>
              <a:avLst/>
              <a:gdLst>
                <a:gd name="textAreaLeft" fmla="*/ 0 w 2241720"/>
                <a:gd name="textAreaRight" fmla="*/ 2242080 w 2241720"/>
                <a:gd name="textAreaTop" fmla="*/ 0 h 4857840"/>
                <a:gd name="textAreaBottom" fmla="*/ 4858200 h 48578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2" name="Freeform 15"/>
            <p:cNvSpPr/>
            <p:nvPr/>
          </p:nvSpPr>
          <p:spPr>
            <a:xfrm>
              <a:off x="7099920" y="497880"/>
              <a:ext cx="346320" cy="42480"/>
            </a:xfrm>
            <a:custGeom>
              <a:avLst/>
              <a:gdLst>
                <a:gd name="textAreaLeft" fmla="*/ 0 w 346320"/>
                <a:gd name="textAreaRight" fmla="*/ 346680 w 34632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2160" rIns="90000" bIns="-21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3" name="Freeform 16"/>
            <p:cNvSpPr/>
            <p:nvPr/>
          </p:nvSpPr>
          <p:spPr>
            <a:xfrm>
              <a:off x="7556760" y="487800"/>
              <a:ext cx="63360" cy="6300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4" name="Freeform 17"/>
            <p:cNvSpPr/>
            <p:nvPr/>
          </p:nvSpPr>
          <p:spPr>
            <a:xfrm>
              <a:off x="5982840" y="983880"/>
              <a:ext cx="27360" cy="2120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12040"/>
                <a:gd name="textAreaBottom" fmla="*/ 212400 h 2120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5" name="Freeform 18"/>
            <p:cNvSpPr/>
            <p:nvPr/>
          </p:nvSpPr>
          <p:spPr>
            <a:xfrm>
              <a:off x="5982840" y="1354680"/>
              <a:ext cx="27360" cy="3830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6" name="Freeform 19"/>
            <p:cNvSpPr/>
            <p:nvPr/>
          </p:nvSpPr>
          <p:spPr>
            <a:xfrm>
              <a:off x="5982840" y="1821240"/>
              <a:ext cx="27360" cy="3841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84120"/>
                <a:gd name="textAreaBottom" fmla="*/ 384480 h 3841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7" name="Freeform 20"/>
            <p:cNvSpPr/>
            <p:nvPr/>
          </p:nvSpPr>
          <p:spPr>
            <a:xfrm>
              <a:off x="8565120" y="1481040"/>
              <a:ext cx="27360" cy="61596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615960"/>
                <a:gd name="textAreaBottom" fmla="*/ 616320 h 61596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8" name="Freeform 21"/>
            <p:cNvSpPr/>
            <p:nvPr/>
          </p:nvSpPr>
          <p:spPr>
            <a:xfrm>
              <a:off x="6010560" y="300600"/>
              <a:ext cx="2554200" cy="5162760"/>
            </a:xfrm>
            <a:custGeom>
              <a:avLst/>
              <a:gdLst>
                <a:gd name="textAreaLeft" fmla="*/ 0 w 2554200"/>
                <a:gd name="textAreaRight" fmla="*/ 2554560 w 2554200"/>
                <a:gd name="textAreaTop" fmla="*/ 0 h 5162760"/>
                <a:gd name="textAreaBottom" fmla="*/ 5163120 h 516276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69" name="Group 22"/>
          <p:cNvGrpSpPr/>
          <p:nvPr/>
        </p:nvGrpSpPr>
        <p:grpSpPr>
          <a:xfrm>
            <a:off x="10078920" y="1643400"/>
            <a:ext cx="2609640" cy="5162760"/>
            <a:chOff x="10078920" y="1643400"/>
            <a:chExt cx="2609640" cy="5162760"/>
          </a:xfrm>
        </p:grpSpPr>
        <p:sp>
          <p:nvSpPr>
            <p:cNvPr id="270" name="Freeform 23"/>
            <p:cNvSpPr/>
            <p:nvPr/>
          </p:nvSpPr>
          <p:spPr>
            <a:xfrm>
              <a:off x="10131840" y="1668600"/>
              <a:ext cx="2503440" cy="5112360"/>
            </a:xfrm>
            <a:custGeom>
              <a:avLst/>
              <a:gdLst>
                <a:gd name="textAreaLeft" fmla="*/ 0 w 2503440"/>
                <a:gd name="textAreaRight" fmla="*/ 2503800 w 2503440"/>
                <a:gd name="textAreaTop" fmla="*/ 0 h 5112360"/>
                <a:gd name="textAreaBottom" fmla="*/ 5112720 h 511236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71" name="Freeform 24"/>
            <p:cNvSpPr/>
            <p:nvPr/>
          </p:nvSpPr>
          <p:spPr>
            <a:xfrm>
              <a:off x="10263600" y="1798920"/>
              <a:ext cx="2241720" cy="4857840"/>
            </a:xfrm>
            <a:custGeom>
              <a:avLst/>
              <a:gdLst>
                <a:gd name="textAreaLeft" fmla="*/ 0 w 2241720"/>
                <a:gd name="textAreaRight" fmla="*/ 2242080 w 2241720"/>
                <a:gd name="textAreaTop" fmla="*/ 0 h 4857840"/>
                <a:gd name="textAreaBottom" fmla="*/ 4858200 h 48578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72" name="Freeform 25"/>
            <p:cNvSpPr/>
            <p:nvPr/>
          </p:nvSpPr>
          <p:spPr>
            <a:xfrm>
              <a:off x="11196000" y="1840680"/>
              <a:ext cx="346320" cy="42480"/>
            </a:xfrm>
            <a:custGeom>
              <a:avLst/>
              <a:gdLst>
                <a:gd name="textAreaLeft" fmla="*/ 0 w 346320"/>
                <a:gd name="textAreaRight" fmla="*/ 346680 w 34632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2160" rIns="90000" bIns="-21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73" name="Freeform 26"/>
            <p:cNvSpPr/>
            <p:nvPr/>
          </p:nvSpPr>
          <p:spPr>
            <a:xfrm>
              <a:off x="11652480" y="1830600"/>
              <a:ext cx="63360" cy="6300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74" name="Freeform 27"/>
            <p:cNvSpPr/>
            <p:nvPr/>
          </p:nvSpPr>
          <p:spPr>
            <a:xfrm>
              <a:off x="10078920" y="2326680"/>
              <a:ext cx="27360" cy="2120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12040"/>
                <a:gd name="textAreaBottom" fmla="*/ 212400 h 2120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75" name="Freeform 28"/>
            <p:cNvSpPr/>
            <p:nvPr/>
          </p:nvSpPr>
          <p:spPr>
            <a:xfrm>
              <a:off x="10078920" y="2697120"/>
              <a:ext cx="27360" cy="3830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76" name="Freeform 29"/>
            <p:cNvSpPr/>
            <p:nvPr/>
          </p:nvSpPr>
          <p:spPr>
            <a:xfrm>
              <a:off x="10078920" y="3164040"/>
              <a:ext cx="27360" cy="3841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84120"/>
                <a:gd name="textAreaBottom" fmla="*/ 384480 h 3841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77" name="Freeform 30"/>
            <p:cNvSpPr/>
            <p:nvPr/>
          </p:nvSpPr>
          <p:spPr>
            <a:xfrm>
              <a:off x="12661200" y="2823840"/>
              <a:ext cx="27360" cy="61596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615960"/>
                <a:gd name="textAreaBottom" fmla="*/ 616320 h 61596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78" name="Freeform 31"/>
            <p:cNvSpPr/>
            <p:nvPr/>
          </p:nvSpPr>
          <p:spPr>
            <a:xfrm>
              <a:off x="10106640" y="1643400"/>
              <a:ext cx="2554200" cy="5162760"/>
            </a:xfrm>
            <a:custGeom>
              <a:avLst/>
              <a:gdLst>
                <a:gd name="textAreaLeft" fmla="*/ 0 w 2554200"/>
                <a:gd name="textAreaRight" fmla="*/ 2554560 w 2554200"/>
                <a:gd name="textAreaTop" fmla="*/ 0 h 5162760"/>
                <a:gd name="textAreaBottom" fmla="*/ 5163120 h 516276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79" name="Group 32"/>
          <p:cNvGrpSpPr/>
          <p:nvPr/>
        </p:nvGrpSpPr>
        <p:grpSpPr>
          <a:xfrm>
            <a:off x="13717440" y="4435200"/>
            <a:ext cx="2609640" cy="5162760"/>
            <a:chOff x="13717440" y="4435200"/>
            <a:chExt cx="2609640" cy="5162760"/>
          </a:xfrm>
        </p:grpSpPr>
        <p:sp>
          <p:nvSpPr>
            <p:cNvPr id="280" name="Freeform 33"/>
            <p:cNvSpPr/>
            <p:nvPr/>
          </p:nvSpPr>
          <p:spPr>
            <a:xfrm>
              <a:off x="13770720" y="4460400"/>
              <a:ext cx="2503440" cy="5112360"/>
            </a:xfrm>
            <a:custGeom>
              <a:avLst/>
              <a:gdLst>
                <a:gd name="textAreaLeft" fmla="*/ 0 w 2503440"/>
                <a:gd name="textAreaRight" fmla="*/ 2503800 w 2503440"/>
                <a:gd name="textAreaTop" fmla="*/ 0 h 5112360"/>
                <a:gd name="textAreaBottom" fmla="*/ 5112720 h 511236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1" name="Freeform 34"/>
            <p:cNvSpPr/>
            <p:nvPr/>
          </p:nvSpPr>
          <p:spPr>
            <a:xfrm>
              <a:off x="13902120" y="4590720"/>
              <a:ext cx="2241720" cy="4857840"/>
            </a:xfrm>
            <a:custGeom>
              <a:avLst/>
              <a:gdLst>
                <a:gd name="textAreaLeft" fmla="*/ 0 w 2241720"/>
                <a:gd name="textAreaRight" fmla="*/ 2242080 w 2241720"/>
                <a:gd name="textAreaTop" fmla="*/ 0 h 4857840"/>
                <a:gd name="textAreaBottom" fmla="*/ 4858200 h 48578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2" name="Freeform 35"/>
            <p:cNvSpPr/>
            <p:nvPr/>
          </p:nvSpPr>
          <p:spPr>
            <a:xfrm>
              <a:off x="14834880" y="4632480"/>
              <a:ext cx="346320" cy="42480"/>
            </a:xfrm>
            <a:custGeom>
              <a:avLst/>
              <a:gdLst>
                <a:gd name="textAreaLeft" fmla="*/ 0 w 346320"/>
                <a:gd name="textAreaRight" fmla="*/ 346680 w 34632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2160" rIns="90000" bIns="-21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3" name="Freeform 36"/>
            <p:cNvSpPr/>
            <p:nvPr/>
          </p:nvSpPr>
          <p:spPr>
            <a:xfrm>
              <a:off x="15291360" y="4622400"/>
              <a:ext cx="63360" cy="6300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4" name="Freeform 37"/>
            <p:cNvSpPr/>
            <p:nvPr/>
          </p:nvSpPr>
          <p:spPr>
            <a:xfrm>
              <a:off x="13717440" y="5118120"/>
              <a:ext cx="27360" cy="2120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12040"/>
                <a:gd name="textAreaBottom" fmla="*/ 212400 h 2120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5" name="Freeform 38"/>
            <p:cNvSpPr/>
            <p:nvPr/>
          </p:nvSpPr>
          <p:spPr>
            <a:xfrm>
              <a:off x="13717440" y="5488920"/>
              <a:ext cx="27360" cy="3830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6" name="Freeform 39"/>
            <p:cNvSpPr/>
            <p:nvPr/>
          </p:nvSpPr>
          <p:spPr>
            <a:xfrm>
              <a:off x="13717440" y="5955840"/>
              <a:ext cx="27360" cy="3841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84120"/>
                <a:gd name="textAreaBottom" fmla="*/ 384480 h 3841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7" name="Freeform 40"/>
            <p:cNvSpPr/>
            <p:nvPr/>
          </p:nvSpPr>
          <p:spPr>
            <a:xfrm>
              <a:off x="16299720" y="5615640"/>
              <a:ext cx="27360" cy="61596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615960"/>
                <a:gd name="textAreaBottom" fmla="*/ 616320 h 61596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8" name="Freeform 41"/>
            <p:cNvSpPr/>
            <p:nvPr/>
          </p:nvSpPr>
          <p:spPr>
            <a:xfrm>
              <a:off x="13745520" y="4435200"/>
              <a:ext cx="2554200" cy="5162760"/>
            </a:xfrm>
            <a:custGeom>
              <a:avLst/>
              <a:gdLst>
                <a:gd name="textAreaLeft" fmla="*/ 0 w 2554200"/>
                <a:gd name="textAreaRight" fmla="*/ 2554560 w 2554200"/>
                <a:gd name="textAreaTop" fmla="*/ 0 h 5162760"/>
                <a:gd name="textAreaBottom" fmla="*/ 5163120 h 516276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89" name="Freeform 42"/>
          <p:cNvSpPr/>
          <p:nvPr/>
        </p:nvSpPr>
        <p:spPr>
          <a:xfrm>
            <a:off x="3800520" y="2882880"/>
            <a:ext cx="2209680" cy="2856600"/>
          </a:xfrm>
          <a:custGeom>
            <a:avLst/>
            <a:gdLst>
              <a:gd name="textAreaLeft" fmla="*/ 0 w 2209680"/>
              <a:gd name="textAreaRight" fmla="*/ 2210040 w 2209680"/>
              <a:gd name="textAreaTop" fmla="*/ 0 h 2856600"/>
              <a:gd name="textAreaBottom" fmla="*/ 2856960 h 2856600"/>
            </a:gdLst>
            <a:ahLst/>
            <a:cxnLst/>
            <a:rect l="textAreaLeft" t="textAreaTop" r="textAreaRight" b="textAreaBottom"/>
            <a:pathLst>
              <a:path w="2210095" h="2856850">
                <a:moveTo>
                  <a:pt x="0" y="2856850"/>
                </a:moveTo>
                <a:lnTo>
                  <a:pt x="1148967" y="2856850"/>
                </a:lnTo>
                <a:cubicBezTo>
                  <a:pt x="1209596" y="2856850"/>
                  <a:pt x="1267741" y="2832765"/>
                  <a:pt x="1310612" y="2789894"/>
                </a:cubicBezTo>
                <a:cubicBezTo>
                  <a:pt x="1353482" y="2747023"/>
                  <a:pt x="1377567" y="2688878"/>
                  <a:pt x="1377567" y="2628250"/>
                </a:cubicBezTo>
                <a:lnTo>
                  <a:pt x="1377567" y="228600"/>
                </a:lnTo>
                <a:cubicBezTo>
                  <a:pt x="1377567" y="167972"/>
                  <a:pt x="1401652" y="109826"/>
                  <a:pt x="1444522" y="66955"/>
                </a:cubicBezTo>
                <a:cubicBezTo>
                  <a:pt x="1487393" y="24085"/>
                  <a:pt x="1545539" y="0"/>
                  <a:pt x="1606167" y="0"/>
                </a:cubicBezTo>
                <a:lnTo>
                  <a:pt x="221009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0" name="Freeform 43"/>
          <p:cNvSpPr/>
          <p:nvPr/>
        </p:nvSpPr>
        <p:spPr>
          <a:xfrm>
            <a:off x="3800520" y="4225680"/>
            <a:ext cx="6305760" cy="2250720"/>
          </a:xfrm>
          <a:custGeom>
            <a:avLst/>
            <a:gdLst>
              <a:gd name="textAreaLeft" fmla="*/ 0 w 6305760"/>
              <a:gd name="textAreaRight" fmla="*/ 6306120 w 6305760"/>
              <a:gd name="textAreaTop" fmla="*/ 0 h 2250720"/>
              <a:gd name="textAreaBottom" fmla="*/ 2251080 h 2250720"/>
            </a:gdLst>
            <a:ahLst/>
            <a:cxnLst/>
            <a:rect l="textAreaLeft" t="textAreaTop" r="textAreaRight" b="textAreaBottom"/>
            <a:pathLst>
              <a:path w="6306066" h="2251120">
                <a:moveTo>
                  <a:pt x="0" y="2251119"/>
                </a:moveTo>
                <a:lnTo>
                  <a:pt x="5253739" y="2251119"/>
                </a:lnTo>
                <a:cubicBezTo>
                  <a:pt x="5379991" y="2251119"/>
                  <a:pt x="5482339" y="2148772"/>
                  <a:pt x="5482339" y="2022519"/>
                </a:cubicBezTo>
                <a:lnTo>
                  <a:pt x="5482339" y="228600"/>
                </a:lnTo>
                <a:cubicBezTo>
                  <a:pt x="5482339" y="102347"/>
                  <a:pt x="5584687" y="0"/>
                  <a:pt x="5710939" y="0"/>
                </a:cubicBezTo>
                <a:lnTo>
                  <a:pt x="6306066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1" name="Freeform 44"/>
          <p:cNvSpPr/>
          <p:nvPr/>
        </p:nvSpPr>
        <p:spPr>
          <a:xfrm>
            <a:off x="3800520" y="7261920"/>
            <a:ext cx="9916560" cy="360"/>
          </a:xfrm>
          <a:custGeom>
            <a:avLst/>
            <a:gdLst>
              <a:gd name="textAreaLeft" fmla="*/ 0 w 9916560"/>
              <a:gd name="textAreaRight" fmla="*/ 9916920 w 99165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9917005">
                <a:moveTo>
                  <a:pt x="0" y="0"/>
                </a:moveTo>
                <a:lnTo>
                  <a:pt x="991700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2" name="TextBox 45"/>
          <p:cNvSpPr/>
          <p:nvPr/>
        </p:nvSpPr>
        <p:spPr>
          <a:xfrm>
            <a:off x="965880" y="376920"/>
            <a:ext cx="3208680" cy="149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929"/>
              </a:lnSpc>
            </a:pPr>
            <a:r>
              <a:rPr lang="en-US" sz="281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Landing pages from home screen </a:t>
            </a:r>
            <a:endParaRPr lang="en-US" sz="281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roup 2"/>
          <p:cNvGrpSpPr/>
          <p:nvPr/>
        </p:nvGrpSpPr>
        <p:grpSpPr>
          <a:xfrm>
            <a:off x="7217280" y="1492920"/>
            <a:ext cx="3853080" cy="7622280"/>
            <a:chOff x="2824560" y="1633680"/>
            <a:chExt cx="3853080" cy="7622280"/>
          </a:xfrm>
        </p:grpSpPr>
        <p:sp>
          <p:nvSpPr>
            <p:cNvPr id="294" name="Freeform 3"/>
            <p:cNvSpPr/>
            <p:nvPr/>
          </p:nvSpPr>
          <p:spPr>
            <a:xfrm>
              <a:off x="2903040" y="1671120"/>
              <a:ext cx="3696120" cy="7547400"/>
            </a:xfrm>
            <a:custGeom>
              <a:avLst/>
              <a:gdLst>
                <a:gd name="textAreaLeft" fmla="*/ 0 w 3696120"/>
                <a:gd name="textAreaRight" fmla="*/ 3696480 w 3696120"/>
                <a:gd name="textAreaTop" fmla="*/ 0 h 7547400"/>
                <a:gd name="textAreaBottom" fmla="*/ 7547760 h 75474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5" name="Freeform 4"/>
            <p:cNvSpPr/>
            <p:nvPr/>
          </p:nvSpPr>
          <p:spPr>
            <a:xfrm>
              <a:off x="3097080" y="1863360"/>
              <a:ext cx="3309480" cy="7172280"/>
            </a:xfrm>
            <a:custGeom>
              <a:avLst/>
              <a:gdLst>
                <a:gd name="textAreaLeft" fmla="*/ 0 w 3309480"/>
                <a:gd name="textAreaRight" fmla="*/ 3309840 w 3309480"/>
                <a:gd name="textAreaTop" fmla="*/ 0 h 7172280"/>
                <a:gd name="textAreaBottom" fmla="*/ 7172640 h 71722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6" name="Freeform 5"/>
            <p:cNvSpPr/>
            <p:nvPr/>
          </p:nvSpPr>
          <p:spPr>
            <a:xfrm>
              <a:off x="4473720" y="1925280"/>
              <a:ext cx="511560" cy="6300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7" name="Freeform 6"/>
            <p:cNvSpPr/>
            <p:nvPr/>
          </p:nvSpPr>
          <p:spPr>
            <a:xfrm>
              <a:off x="5148000" y="1910160"/>
              <a:ext cx="93600" cy="92880"/>
            </a:xfrm>
            <a:custGeom>
              <a:avLst/>
              <a:gdLst>
                <a:gd name="textAreaLeft" fmla="*/ 0 w 93600"/>
                <a:gd name="textAreaRight" fmla="*/ 93960 w 9360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8" name="Freeform 7"/>
            <p:cNvSpPr/>
            <p:nvPr/>
          </p:nvSpPr>
          <p:spPr>
            <a:xfrm>
              <a:off x="2824560" y="2642400"/>
              <a:ext cx="40680" cy="3135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313560"/>
                <a:gd name="textAreaBottom" fmla="*/ 313920 h 3135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9" name="Freeform 8"/>
            <p:cNvSpPr/>
            <p:nvPr/>
          </p:nvSpPr>
          <p:spPr>
            <a:xfrm>
              <a:off x="2824560" y="3189600"/>
              <a:ext cx="40680" cy="5655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565560"/>
                <a:gd name="textAreaBottom" fmla="*/ 565920 h 5655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0" name="Freeform 9"/>
            <p:cNvSpPr/>
            <p:nvPr/>
          </p:nvSpPr>
          <p:spPr>
            <a:xfrm>
              <a:off x="2824560" y="3879000"/>
              <a:ext cx="40680" cy="5673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567360"/>
                <a:gd name="textAreaBottom" fmla="*/ 567720 h 5673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1" name="Freeform 10"/>
            <p:cNvSpPr/>
            <p:nvPr/>
          </p:nvSpPr>
          <p:spPr>
            <a:xfrm>
              <a:off x="6636960" y="3376440"/>
              <a:ext cx="40680" cy="9093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909360"/>
                <a:gd name="textAreaBottom" fmla="*/ 909720 h 90936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2" name="Freeform 11"/>
            <p:cNvSpPr/>
            <p:nvPr/>
          </p:nvSpPr>
          <p:spPr>
            <a:xfrm>
              <a:off x="2865600" y="1633680"/>
              <a:ext cx="3770640" cy="7622280"/>
            </a:xfrm>
            <a:custGeom>
              <a:avLst/>
              <a:gdLst>
                <a:gd name="textAreaLeft" fmla="*/ 0 w 3770640"/>
                <a:gd name="textAreaRight" fmla="*/ 3771000 w 3770640"/>
                <a:gd name="textAreaTop" fmla="*/ 0 h 7622280"/>
                <a:gd name="textAreaBottom" fmla="*/ 7622640 h 762228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04" name="TextBox 45"/>
          <p:cNvSpPr/>
          <p:nvPr/>
        </p:nvSpPr>
        <p:spPr>
          <a:xfrm>
            <a:off x="7539480" y="495360"/>
            <a:ext cx="3208680" cy="99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929"/>
              </a:lnSpc>
            </a:pPr>
            <a:r>
              <a:rPr lang="en-US" sz="281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Your Health Overview</a:t>
            </a:r>
            <a:endParaRPr lang="en-US" sz="281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roup 2"/>
          <p:cNvGrpSpPr/>
          <p:nvPr/>
        </p:nvGrpSpPr>
        <p:grpSpPr>
          <a:xfrm>
            <a:off x="388440" y="2636640"/>
            <a:ext cx="3498120" cy="6919920"/>
            <a:chOff x="388440" y="2636640"/>
            <a:chExt cx="3498120" cy="6919920"/>
          </a:xfrm>
        </p:grpSpPr>
        <p:sp>
          <p:nvSpPr>
            <p:cNvPr id="317" name="Freeform 3"/>
            <p:cNvSpPr/>
            <p:nvPr/>
          </p:nvSpPr>
          <p:spPr>
            <a:xfrm>
              <a:off x="459720" y="2670480"/>
              <a:ext cx="3355560" cy="6852240"/>
            </a:xfrm>
            <a:custGeom>
              <a:avLst/>
              <a:gdLst>
                <a:gd name="textAreaLeft" fmla="*/ 0 w 3355560"/>
                <a:gd name="textAreaRight" fmla="*/ 3355920 w 3355560"/>
                <a:gd name="textAreaTop" fmla="*/ 0 h 6852240"/>
                <a:gd name="textAreaBottom" fmla="*/ 6852600 h 685224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18" name="Freeform 4"/>
            <p:cNvSpPr/>
            <p:nvPr/>
          </p:nvSpPr>
          <p:spPr>
            <a:xfrm>
              <a:off x="636120" y="2845440"/>
              <a:ext cx="3004560" cy="6511320"/>
            </a:xfrm>
            <a:custGeom>
              <a:avLst/>
              <a:gdLst>
                <a:gd name="textAreaLeft" fmla="*/ 0 w 3004560"/>
                <a:gd name="textAreaRight" fmla="*/ 3004920 w 3004560"/>
                <a:gd name="textAreaTop" fmla="*/ 0 h 6511320"/>
                <a:gd name="textAreaBottom" fmla="*/ 6511680 h 651132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19" name="Freeform 5"/>
            <p:cNvSpPr/>
            <p:nvPr/>
          </p:nvSpPr>
          <p:spPr>
            <a:xfrm>
              <a:off x="1885680" y="2901240"/>
              <a:ext cx="464400" cy="57240"/>
            </a:xfrm>
            <a:custGeom>
              <a:avLst/>
              <a:gdLst>
                <a:gd name="textAreaLeft" fmla="*/ 0 w 464400"/>
                <a:gd name="textAreaRight" fmla="*/ 464760 w 46440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20" name="Freeform 6"/>
            <p:cNvSpPr/>
            <p:nvPr/>
          </p:nvSpPr>
          <p:spPr>
            <a:xfrm>
              <a:off x="2497680" y="288756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21" name="Freeform 7"/>
            <p:cNvSpPr/>
            <p:nvPr/>
          </p:nvSpPr>
          <p:spPr>
            <a:xfrm>
              <a:off x="388440" y="3552480"/>
              <a:ext cx="37080" cy="2844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22" name="Freeform 8"/>
            <p:cNvSpPr/>
            <p:nvPr/>
          </p:nvSpPr>
          <p:spPr>
            <a:xfrm>
              <a:off x="388440" y="4049280"/>
              <a:ext cx="37080" cy="5133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3360"/>
                <a:gd name="textAreaBottom" fmla="*/ 513720 h 5133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23" name="Freeform 9"/>
            <p:cNvSpPr/>
            <p:nvPr/>
          </p:nvSpPr>
          <p:spPr>
            <a:xfrm>
              <a:off x="388440" y="4674960"/>
              <a:ext cx="37080" cy="5151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5160"/>
                <a:gd name="textAreaBottom" fmla="*/ 515520 h 51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24" name="Freeform 10"/>
            <p:cNvSpPr/>
            <p:nvPr/>
          </p:nvSpPr>
          <p:spPr>
            <a:xfrm>
              <a:off x="3849480" y="4218840"/>
              <a:ext cx="37080" cy="82548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25" name="Freeform 11"/>
            <p:cNvSpPr/>
            <p:nvPr/>
          </p:nvSpPr>
          <p:spPr>
            <a:xfrm>
              <a:off x="425880" y="2636640"/>
              <a:ext cx="3423240" cy="6919920"/>
            </a:xfrm>
            <a:custGeom>
              <a:avLst/>
              <a:gdLst>
                <a:gd name="textAreaLeft" fmla="*/ 0 w 3423240"/>
                <a:gd name="textAreaRight" fmla="*/ 3423600 w 3423240"/>
                <a:gd name="textAreaTop" fmla="*/ 0 h 6919920"/>
                <a:gd name="textAreaBottom" fmla="*/ 6920280 h 69199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26" name="Group 12"/>
          <p:cNvGrpSpPr/>
          <p:nvPr/>
        </p:nvGrpSpPr>
        <p:grpSpPr>
          <a:xfrm>
            <a:off x="4981320" y="2636640"/>
            <a:ext cx="3498120" cy="6919920"/>
            <a:chOff x="4981320" y="2636640"/>
            <a:chExt cx="3498120" cy="6919920"/>
          </a:xfrm>
        </p:grpSpPr>
        <p:sp>
          <p:nvSpPr>
            <p:cNvPr id="327" name="Freeform 13"/>
            <p:cNvSpPr/>
            <p:nvPr/>
          </p:nvSpPr>
          <p:spPr>
            <a:xfrm>
              <a:off x="5052600" y="2670480"/>
              <a:ext cx="3355560" cy="6852240"/>
            </a:xfrm>
            <a:custGeom>
              <a:avLst/>
              <a:gdLst>
                <a:gd name="textAreaLeft" fmla="*/ 0 w 3355560"/>
                <a:gd name="textAreaRight" fmla="*/ 3355920 w 3355560"/>
                <a:gd name="textAreaTop" fmla="*/ 0 h 6852240"/>
                <a:gd name="textAreaBottom" fmla="*/ 6852600 h 685224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28" name="Freeform 14"/>
            <p:cNvSpPr/>
            <p:nvPr/>
          </p:nvSpPr>
          <p:spPr>
            <a:xfrm>
              <a:off x="5229000" y="2845440"/>
              <a:ext cx="3004560" cy="6511320"/>
            </a:xfrm>
            <a:custGeom>
              <a:avLst/>
              <a:gdLst>
                <a:gd name="textAreaLeft" fmla="*/ 0 w 3004560"/>
                <a:gd name="textAreaRight" fmla="*/ 3004920 w 3004560"/>
                <a:gd name="textAreaTop" fmla="*/ 0 h 6511320"/>
                <a:gd name="textAreaBottom" fmla="*/ 6511680 h 651132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29" name="Freeform 15"/>
            <p:cNvSpPr/>
            <p:nvPr/>
          </p:nvSpPr>
          <p:spPr>
            <a:xfrm>
              <a:off x="6478920" y="2901240"/>
              <a:ext cx="464400" cy="57240"/>
            </a:xfrm>
            <a:custGeom>
              <a:avLst/>
              <a:gdLst>
                <a:gd name="textAreaLeft" fmla="*/ 0 w 464400"/>
                <a:gd name="textAreaRight" fmla="*/ 464760 w 46440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30" name="Freeform 16"/>
            <p:cNvSpPr/>
            <p:nvPr/>
          </p:nvSpPr>
          <p:spPr>
            <a:xfrm>
              <a:off x="7090560" y="288756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31" name="Freeform 17"/>
            <p:cNvSpPr/>
            <p:nvPr/>
          </p:nvSpPr>
          <p:spPr>
            <a:xfrm>
              <a:off x="4981320" y="3552480"/>
              <a:ext cx="37080" cy="2844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32" name="Freeform 18"/>
            <p:cNvSpPr/>
            <p:nvPr/>
          </p:nvSpPr>
          <p:spPr>
            <a:xfrm>
              <a:off x="4981320" y="4049280"/>
              <a:ext cx="37080" cy="5133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3360"/>
                <a:gd name="textAreaBottom" fmla="*/ 513720 h 5133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33" name="Freeform 19"/>
            <p:cNvSpPr/>
            <p:nvPr/>
          </p:nvSpPr>
          <p:spPr>
            <a:xfrm>
              <a:off x="4981320" y="4674960"/>
              <a:ext cx="37080" cy="5151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5160"/>
                <a:gd name="textAreaBottom" fmla="*/ 515520 h 51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34" name="Freeform 20"/>
            <p:cNvSpPr/>
            <p:nvPr/>
          </p:nvSpPr>
          <p:spPr>
            <a:xfrm>
              <a:off x="8442360" y="4218840"/>
              <a:ext cx="37080" cy="82548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35" name="Freeform 21"/>
            <p:cNvSpPr/>
            <p:nvPr/>
          </p:nvSpPr>
          <p:spPr>
            <a:xfrm>
              <a:off x="5018760" y="2636640"/>
              <a:ext cx="3423240" cy="6919920"/>
            </a:xfrm>
            <a:custGeom>
              <a:avLst/>
              <a:gdLst>
                <a:gd name="textAreaLeft" fmla="*/ 0 w 3423240"/>
                <a:gd name="textAreaRight" fmla="*/ 3423600 w 3423240"/>
                <a:gd name="textAreaTop" fmla="*/ 0 h 6919920"/>
                <a:gd name="textAreaBottom" fmla="*/ 6920280 h 69199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36" name="Freeform 22"/>
          <p:cNvSpPr/>
          <p:nvPr/>
        </p:nvSpPr>
        <p:spPr>
          <a:xfrm>
            <a:off x="3227760" y="5139720"/>
            <a:ext cx="1627920" cy="360"/>
          </a:xfrm>
          <a:custGeom>
            <a:avLst/>
            <a:gdLst>
              <a:gd name="textAreaLeft" fmla="*/ 0 w 1627920"/>
              <a:gd name="textAreaRight" fmla="*/ 1628280 w 162792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628212">
                <a:moveTo>
                  <a:pt x="0" y="0"/>
                </a:moveTo>
                <a:lnTo>
                  <a:pt x="1628213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337" name="Group 23"/>
          <p:cNvGrpSpPr/>
          <p:nvPr/>
        </p:nvGrpSpPr>
        <p:grpSpPr>
          <a:xfrm>
            <a:off x="9276120" y="2636640"/>
            <a:ext cx="3498120" cy="6919920"/>
            <a:chOff x="9276120" y="2636640"/>
            <a:chExt cx="3498120" cy="6919920"/>
          </a:xfrm>
        </p:grpSpPr>
        <p:sp>
          <p:nvSpPr>
            <p:cNvPr id="338" name="Freeform 24"/>
            <p:cNvSpPr/>
            <p:nvPr/>
          </p:nvSpPr>
          <p:spPr>
            <a:xfrm>
              <a:off x="9347400" y="2670480"/>
              <a:ext cx="3355560" cy="6852240"/>
            </a:xfrm>
            <a:custGeom>
              <a:avLst/>
              <a:gdLst>
                <a:gd name="textAreaLeft" fmla="*/ 0 w 3355560"/>
                <a:gd name="textAreaRight" fmla="*/ 3355920 w 3355560"/>
                <a:gd name="textAreaTop" fmla="*/ 0 h 6852240"/>
                <a:gd name="textAreaBottom" fmla="*/ 6852600 h 685224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39" name="Freeform 25"/>
            <p:cNvSpPr/>
            <p:nvPr/>
          </p:nvSpPr>
          <p:spPr>
            <a:xfrm>
              <a:off x="9523800" y="2845440"/>
              <a:ext cx="3004560" cy="6511320"/>
            </a:xfrm>
            <a:custGeom>
              <a:avLst/>
              <a:gdLst>
                <a:gd name="textAreaLeft" fmla="*/ 0 w 3004560"/>
                <a:gd name="textAreaRight" fmla="*/ 3004920 w 3004560"/>
                <a:gd name="textAreaTop" fmla="*/ 0 h 6511320"/>
                <a:gd name="textAreaBottom" fmla="*/ 6511680 h 651132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40" name="Freeform 26"/>
            <p:cNvSpPr/>
            <p:nvPr/>
          </p:nvSpPr>
          <p:spPr>
            <a:xfrm>
              <a:off x="10773360" y="2901240"/>
              <a:ext cx="464400" cy="57240"/>
            </a:xfrm>
            <a:custGeom>
              <a:avLst/>
              <a:gdLst>
                <a:gd name="textAreaLeft" fmla="*/ 0 w 464400"/>
                <a:gd name="textAreaRight" fmla="*/ 464760 w 46440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41" name="Freeform 27"/>
            <p:cNvSpPr/>
            <p:nvPr/>
          </p:nvSpPr>
          <p:spPr>
            <a:xfrm>
              <a:off x="11385360" y="288756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42" name="Freeform 28"/>
            <p:cNvSpPr/>
            <p:nvPr/>
          </p:nvSpPr>
          <p:spPr>
            <a:xfrm>
              <a:off x="9276120" y="3552480"/>
              <a:ext cx="37080" cy="2844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43" name="Freeform 29"/>
            <p:cNvSpPr/>
            <p:nvPr/>
          </p:nvSpPr>
          <p:spPr>
            <a:xfrm>
              <a:off x="9276120" y="4049280"/>
              <a:ext cx="37080" cy="5133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3360"/>
                <a:gd name="textAreaBottom" fmla="*/ 513720 h 5133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44" name="Freeform 30"/>
            <p:cNvSpPr/>
            <p:nvPr/>
          </p:nvSpPr>
          <p:spPr>
            <a:xfrm>
              <a:off x="9276120" y="4674960"/>
              <a:ext cx="37080" cy="5151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5160"/>
                <a:gd name="textAreaBottom" fmla="*/ 515520 h 51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45" name="Freeform 31"/>
            <p:cNvSpPr/>
            <p:nvPr/>
          </p:nvSpPr>
          <p:spPr>
            <a:xfrm>
              <a:off x="12737160" y="4218840"/>
              <a:ext cx="37080" cy="82548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46" name="Freeform 32"/>
            <p:cNvSpPr/>
            <p:nvPr/>
          </p:nvSpPr>
          <p:spPr>
            <a:xfrm>
              <a:off x="9313200" y="2636640"/>
              <a:ext cx="3423240" cy="6919920"/>
            </a:xfrm>
            <a:custGeom>
              <a:avLst/>
              <a:gdLst>
                <a:gd name="textAreaLeft" fmla="*/ 0 w 3423240"/>
                <a:gd name="textAreaRight" fmla="*/ 3423600 w 3423240"/>
                <a:gd name="textAreaTop" fmla="*/ 0 h 6919920"/>
                <a:gd name="textAreaBottom" fmla="*/ 6920280 h 69199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47" name="Group 33"/>
          <p:cNvGrpSpPr/>
          <p:nvPr/>
        </p:nvGrpSpPr>
        <p:grpSpPr>
          <a:xfrm>
            <a:off x="13869000" y="2636640"/>
            <a:ext cx="3498120" cy="6919920"/>
            <a:chOff x="13869000" y="2636640"/>
            <a:chExt cx="3498120" cy="6919920"/>
          </a:xfrm>
        </p:grpSpPr>
        <p:sp>
          <p:nvSpPr>
            <p:cNvPr id="348" name="Freeform 34"/>
            <p:cNvSpPr/>
            <p:nvPr/>
          </p:nvSpPr>
          <p:spPr>
            <a:xfrm>
              <a:off x="13940280" y="2670480"/>
              <a:ext cx="3355560" cy="6852240"/>
            </a:xfrm>
            <a:custGeom>
              <a:avLst/>
              <a:gdLst>
                <a:gd name="textAreaLeft" fmla="*/ 0 w 3355560"/>
                <a:gd name="textAreaRight" fmla="*/ 3355920 w 3355560"/>
                <a:gd name="textAreaTop" fmla="*/ 0 h 6852240"/>
                <a:gd name="textAreaBottom" fmla="*/ 6852600 h 685224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49" name="Freeform 35"/>
            <p:cNvSpPr/>
            <p:nvPr/>
          </p:nvSpPr>
          <p:spPr>
            <a:xfrm>
              <a:off x="14116680" y="2845440"/>
              <a:ext cx="3004560" cy="6511320"/>
            </a:xfrm>
            <a:custGeom>
              <a:avLst/>
              <a:gdLst>
                <a:gd name="textAreaLeft" fmla="*/ 0 w 3004560"/>
                <a:gd name="textAreaRight" fmla="*/ 3004920 w 3004560"/>
                <a:gd name="textAreaTop" fmla="*/ 0 h 6511320"/>
                <a:gd name="textAreaBottom" fmla="*/ 6511680 h 651132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50" name="Freeform 36"/>
            <p:cNvSpPr/>
            <p:nvPr/>
          </p:nvSpPr>
          <p:spPr>
            <a:xfrm>
              <a:off x="15366240" y="2901240"/>
              <a:ext cx="464400" cy="57240"/>
            </a:xfrm>
            <a:custGeom>
              <a:avLst/>
              <a:gdLst>
                <a:gd name="textAreaLeft" fmla="*/ 0 w 464400"/>
                <a:gd name="textAreaRight" fmla="*/ 464760 w 46440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51" name="Freeform 37"/>
            <p:cNvSpPr/>
            <p:nvPr/>
          </p:nvSpPr>
          <p:spPr>
            <a:xfrm>
              <a:off x="15978240" y="288756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52" name="Freeform 38"/>
            <p:cNvSpPr/>
            <p:nvPr/>
          </p:nvSpPr>
          <p:spPr>
            <a:xfrm>
              <a:off x="13869000" y="3552480"/>
              <a:ext cx="37080" cy="2844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53" name="Freeform 39"/>
            <p:cNvSpPr/>
            <p:nvPr/>
          </p:nvSpPr>
          <p:spPr>
            <a:xfrm>
              <a:off x="13869000" y="4049280"/>
              <a:ext cx="37080" cy="5133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3360"/>
                <a:gd name="textAreaBottom" fmla="*/ 513720 h 5133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54" name="Freeform 40"/>
            <p:cNvSpPr/>
            <p:nvPr/>
          </p:nvSpPr>
          <p:spPr>
            <a:xfrm>
              <a:off x="13869000" y="4674960"/>
              <a:ext cx="37080" cy="5151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5160"/>
                <a:gd name="textAreaBottom" fmla="*/ 515520 h 51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55" name="Freeform 41"/>
            <p:cNvSpPr/>
            <p:nvPr/>
          </p:nvSpPr>
          <p:spPr>
            <a:xfrm>
              <a:off x="17330040" y="4218840"/>
              <a:ext cx="37080" cy="82548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56" name="Freeform 42"/>
            <p:cNvSpPr/>
            <p:nvPr/>
          </p:nvSpPr>
          <p:spPr>
            <a:xfrm>
              <a:off x="13906440" y="2636640"/>
              <a:ext cx="3423240" cy="6919920"/>
            </a:xfrm>
            <a:custGeom>
              <a:avLst/>
              <a:gdLst>
                <a:gd name="textAreaLeft" fmla="*/ 0 w 3423240"/>
                <a:gd name="textAreaRight" fmla="*/ 3423600 w 3423240"/>
                <a:gd name="textAreaTop" fmla="*/ 0 h 6919920"/>
                <a:gd name="textAreaBottom" fmla="*/ 6920280 h 69199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57" name="Freeform 43"/>
          <p:cNvSpPr/>
          <p:nvPr/>
        </p:nvSpPr>
        <p:spPr>
          <a:xfrm>
            <a:off x="12240720" y="4542120"/>
            <a:ext cx="1627920" cy="360"/>
          </a:xfrm>
          <a:custGeom>
            <a:avLst/>
            <a:gdLst>
              <a:gd name="textAreaLeft" fmla="*/ 0 w 1627920"/>
              <a:gd name="textAreaRight" fmla="*/ 1628280 w 162792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628212">
                <a:moveTo>
                  <a:pt x="0" y="0"/>
                </a:moveTo>
                <a:lnTo>
                  <a:pt x="1628213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358" name="Group 44"/>
          <p:cNvGrpSpPr/>
          <p:nvPr/>
        </p:nvGrpSpPr>
        <p:grpSpPr>
          <a:xfrm>
            <a:off x="204120" y="2261160"/>
            <a:ext cx="8539560" cy="7543080"/>
            <a:chOff x="204120" y="2261160"/>
            <a:chExt cx="8539560" cy="7543080"/>
          </a:xfrm>
        </p:grpSpPr>
        <p:sp>
          <p:nvSpPr>
            <p:cNvPr id="359" name="Freeform 45"/>
            <p:cNvSpPr/>
            <p:nvPr/>
          </p:nvSpPr>
          <p:spPr>
            <a:xfrm>
              <a:off x="204120" y="2405880"/>
              <a:ext cx="8539560" cy="7398360"/>
            </a:xfrm>
            <a:custGeom>
              <a:avLst/>
              <a:gdLst>
                <a:gd name="textAreaLeft" fmla="*/ 0 w 8539560"/>
                <a:gd name="textAreaRight" fmla="*/ 8539920 w 8539560"/>
                <a:gd name="textAreaTop" fmla="*/ 0 h 7398360"/>
                <a:gd name="textAreaBottom" fmla="*/ 7398720 h 7398360"/>
              </a:gdLst>
              <a:ahLst/>
              <a:cxnLst/>
              <a:rect l="textAreaLeft" t="textAreaTop" r="textAreaRight" b="textAreaBottom"/>
              <a:pathLst>
                <a:path w="2249174" h="1948679">
                  <a:moveTo>
                    <a:pt x="0" y="0"/>
                  </a:moveTo>
                  <a:lnTo>
                    <a:pt x="2249174" y="0"/>
                  </a:lnTo>
                  <a:lnTo>
                    <a:pt x="2249174" y="1948679"/>
                  </a:lnTo>
                  <a:lnTo>
                    <a:pt x="0" y="1948679"/>
                  </a:lnTo>
                  <a:close/>
                </a:path>
              </a:pathLst>
            </a:custGeom>
            <a:noFill/>
            <a:ln w="9525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60" name="TextBox 46"/>
            <p:cNvSpPr/>
            <p:nvPr/>
          </p:nvSpPr>
          <p:spPr>
            <a:xfrm>
              <a:off x="204120" y="2261160"/>
              <a:ext cx="8539560" cy="754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940"/>
                </a:lnSpc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61" name="TextBox 47"/>
          <p:cNvSpPr/>
          <p:nvPr/>
        </p:nvSpPr>
        <p:spPr>
          <a:xfrm>
            <a:off x="4966200" y="338760"/>
            <a:ext cx="835488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873"/>
              </a:lnSpc>
            </a:pPr>
            <a:r>
              <a:rPr lang="en-US" sz="348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Cancer Screenings Tab </a:t>
            </a:r>
            <a:endParaRPr lang="en-US" sz="34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Box 48"/>
          <p:cNvSpPr/>
          <p:nvPr/>
        </p:nvSpPr>
        <p:spPr>
          <a:xfrm>
            <a:off x="388440" y="1715040"/>
            <a:ext cx="835488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453"/>
              </a:lnSpc>
            </a:pPr>
            <a:r>
              <a:rPr lang="en-US" sz="3180" b="0" strike="noStrike" spc="-1">
                <a:solidFill>
                  <a:srgbClr val="FF3131"/>
                </a:solidFill>
                <a:latin typeface="Canva Sans"/>
                <a:ea typeface="Canva Sans"/>
              </a:rPr>
              <a:t>Never had a screening</a:t>
            </a:r>
            <a:r>
              <a:rPr lang="en-US" sz="3180" b="0" strike="noStrike" spc="-1">
                <a:solidFill>
                  <a:srgbClr val="000000"/>
                </a:solidFill>
                <a:latin typeface="Canva Sans"/>
                <a:ea typeface="Canva Sans"/>
              </a:rPr>
              <a:t> toggled on </a:t>
            </a:r>
            <a:endParaRPr lang="en-US" sz="31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Box 49"/>
          <p:cNvSpPr/>
          <p:nvPr/>
        </p:nvSpPr>
        <p:spPr>
          <a:xfrm>
            <a:off x="9144000" y="1715040"/>
            <a:ext cx="835488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453"/>
              </a:lnSpc>
            </a:pPr>
            <a:r>
              <a:rPr lang="en-US" sz="3180" b="0" strike="noStrike" spc="-1">
                <a:solidFill>
                  <a:srgbClr val="FF3131"/>
                </a:solidFill>
                <a:latin typeface="Canva Sans"/>
                <a:ea typeface="Canva Sans"/>
              </a:rPr>
              <a:t>Never had a screening</a:t>
            </a:r>
            <a:r>
              <a:rPr lang="en-US" sz="3180" b="0" strike="noStrike" spc="-1">
                <a:solidFill>
                  <a:srgbClr val="000000"/>
                </a:solidFill>
                <a:latin typeface="Canva Sans"/>
                <a:ea typeface="Canva Sans"/>
              </a:rPr>
              <a:t> toggled off </a:t>
            </a:r>
            <a:endParaRPr lang="en-US" sz="318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4" name="Group 50"/>
          <p:cNvGrpSpPr/>
          <p:nvPr/>
        </p:nvGrpSpPr>
        <p:grpSpPr>
          <a:xfrm>
            <a:off x="9144000" y="2261160"/>
            <a:ext cx="8539560" cy="7543080"/>
            <a:chOff x="9144000" y="2261160"/>
            <a:chExt cx="8539560" cy="7543080"/>
          </a:xfrm>
        </p:grpSpPr>
        <p:sp>
          <p:nvSpPr>
            <p:cNvPr id="365" name="Freeform 51"/>
            <p:cNvSpPr/>
            <p:nvPr/>
          </p:nvSpPr>
          <p:spPr>
            <a:xfrm>
              <a:off x="9144000" y="2405880"/>
              <a:ext cx="8539560" cy="7398360"/>
            </a:xfrm>
            <a:custGeom>
              <a:avLst/>
              <a:gdLst>
                <a:gd name="textAreaLeft" fmla="*/ 0 w 8539560"/>
                <a:gd name="textAreaRight" fmla="*/ 8539920 w 8539560"/>
                <a:gd name="textAreaTop" fmla="*/ 0 h 7398360"/>
                <a:gd name="textAreaBottom" fmla="*/ 7398720 h 7398360"/>
              </a:gdLst>
              <a:ahLst/>
              <a:cxnLst/>
              <a:rect l="textAreaLeft" t="textAreaTop" r="textAreaRight" b="textAreaBottom"/>
              <a:pathLst>
                <a:path w="2249174" h="1948679">
                  <a:moveTo>
                    <a:pt x="0" y="0"/>
                  </a:moveTo>
                  <a:lnTo>
                    <a:pt x="2249174" y="0"/>
                  </a:lnTo>
                  <a:lnTo>
                    <a:pt x="2249174" y="1948679"/>
                  </a:lnTo>
                  <a:lnTo>
                    <a:pt x="0" y="1948679"/>
                  </a:lnTo>
                  <a:close/>
                </a:path>
              </a:pathLst>
            </a:custGeom>
            <a:noFill/>
            <a:ln w="9525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66" name="TextBox 52"/>
            <p:cNvSpPr/>
            <p:nvPr/>
          </p:nvSpPr>
          <p:spPr>
            <a:xfrm>
              <a:off x="9144000" y="2261160"/>
              <a:ext cx="8539560" cy="754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940"/>
                </a:lnSpc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roup 2"/>
          <p:cNvGrpSpPr/>
          <p:nvPr/>
        </p:nvGrpSpPr>
        <p:grpSpPr>
          <a:xfrm>
            <a:off x="1755000" y="1530000"/>
            <a:ext cx="4045680" cy="8003160"/>
            <a:chOff x="1755000" y="1530000"/>
            <a:chExt cx="4045680" cy="8003160"/>
          </a:xfrm>
        </p:grpSpPr>
        <p:sp>
          <p:nvSpPr>
            <p:cNvPr id="368" name="Freeform 3"/>
            <p:cNvSpPr/>
            <p:nvPr/>
          </p:nvSpPr>
          <p:spPr>
            <a:xfrm>
              <a:off x="1837440" y="1569240"/>
              <a:ext cx="3880800" cy="7924680"/>
            </a:xfrm>
            <a:custGeom>
              <a:avLst/>
              <a:gdLst>
                <a:gd name="textAreaLeft" fmla="*/ 0 w 3880800"/>
                <a:gd name="textAreaRight" fmla="*/ 3881160 w 3880800"/>
                <a:gd name="textAreaTop" fmla="*/ 0 h 7924680"/>
                <a:gd name="textAreaBottom" fmla="*/ 7925040 h 792468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69" name="Freeform 4"/>
            <p:cNvSpPr/>
            <p:nvPr/>
          </p:nvSpPr>
          <p:spPr>
            <a:xfrm>
              <a:off x="2041200" y="1771560"/>
              <a:ext cx="3474720" cy="7530480"/>
            </a:xfrm>
            <a:custGeom>
              <a:avLst/>
              <a:gdLst>
                <a:gd name="textAreaLeft" fmla="*/ 0 w 3474720"/>
                <a:gd name="textAreaRight" fmla="*/ 3475080 w 3474720"/>
                <a:gd name="textAreaTop" fmla="*/ 0 h 7530480"/>
                <a:gd name="textAreaBottom" fmla="*/ 7530840 h 75304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70" name="Freeform 5"/>
            <p:cNvSpPr/>
            <p:nvPr/>
          </p:nvSpPr>
          <p:spPr>
            <a:xfrm>
              <a:off x="3486600" y="1836000"/>
              <a:ext cx="537120" cy="66240"/>
            </a:xfrm>
            <a:custGeom>
              <a:avLst/>
              <a:gdLst>
                <a:gd name="textAreaLeft" fmla="*/ 0 w 537120"/>
                <a:gd name="textAreaRight" fmla="*/ 537480 w 537120"/>
                <a:gd name="textAreaTop" fmla="*/ 0 h 66240"/>
                <a:gd name="textAreaBottom" fmla="*/ 66600 h 662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0" rIns="90000" bIns="216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71" name="Freeform 6"/>
            <p:cNvSpPr/>
            <p:nvPr/>
          </p:nvSpPr>
          <p:spPr>
            <a:xfrm>
              <a:off x="4194360" y="1820520"/>
              <a:ext cx="98280" cy="975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97560"/>
                <a:gd name="textAreaBottom" fmla="*/ 97920 h 9756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72" name="Freeform 7"/>
            <p:cNvSpPr/>
            <p:nvPr/>
          </p:nvSpPr>
          <p:spPr>
            <a:xfrm>
              <a:off x="1755000" y="2589120"/>
              <a:ext cx="42840" cy="3290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329040"/>
                <a:gd name="textAreaBottom" fmla="*/ 329400 h 3290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73" name="Freeform 8"/>
            <p:cNvSpPr/>
            <p:nvPr/>
          </p:nvSpPr>
          <p:spPr>
            <a:xfrm>
              <a:off x="1755000" y="3163680"/>
              <a:ext cx="42840" cy="59400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594000"/>
                <a:gd name="textAreaBottom" fmla="*/ 594360 h 5940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74" name="Freeform 9"/>
            <p:cNvSpPr/>
            <p:nvPr/>
          </p:nvSpPr>
          <p:spPr>
            <a:xfrm>
              <a:off x="1755000" y="3887640"/>
              <a:ext cx="42840" cy="59580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595800"/>
                <a:gd name="textAreaBottom" fmla="*/ 596160 h 59580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75" name="Freeform 10"/>
            <p:cNvSpPr/>
            <p:nvPr/>
          </p:nvSpPr>
          <p:spPr>
            <a:xfrm>
              <a:off x="5757840" y="3359880"/>
              <a:ext cx="42840" cy="9547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954720"/>
                <a:gd name="textAreaBottom" fmla="*/ 955080 h 9547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76" name="Freeform 11"/>
            <p:cNvSpPr/>
            <p:nvPr/>
          </p:nvSpPr>
          <p:spPr>
            <a:xfrm>
              <a:off x="1798200" y="1530000"/>
              <a:ext cx="3959280" cy="8003160"/>
            </a:xfrm>
            <a:custGeom>
              <a:avLst/>
              <a:gdLst>
                <a:gd name="textAreaLeft" fmla="*/ 0 w 3959280"/>
                <a:gd name="textAreaRight" fmla="*/ 3959640 w 3959280"/>
                <a:gd name="textAreaTop" fmla="*/ 0 h 8003160"/>
                <a:gd name="textAreaBottom" fmla="*/ 8003520 h 800316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77" name="Group 12"/>
          <p:cNvGrpSpPr/>
          <p:nvPr/>
        </p:nvGrpSpPr>
        <p:grpSpPr>
          <a:xfrm>
            <a:off x="8874720" y="1028880"/>
            <a:ext cx="2275920" cy="4502880"/>
            <a:chOff x="8874720" y="1028880"/>
            <a:chExt cx="2275920" cy="4502880"/>
          </a:xfrm>
        </p:grpSpPr>
        <p:sp>
          <p:nvSpPr>
            <p:cNvPr id="378" name="Freeform 13"/>
            <p:cNvSpPr/>
            <p:nvPr/>
          </p:nvSpPr>
          <p:spPr>
            <a:xfrm>
              <a:off x="8920800" y="1050840"/>
              <a:ext cx="2183400" cy="4458600"/>
            </a:xfrm>
            <a:custGeom>
              <a:avLst/>
              <a:gdLst>
                <a:gd name="textAreaLeft" fmla="*/ 0 w 2183400"/>
                <a:gd name="textAreaRight" fmla="*/ 2183760 w 2183400"/>
                <a:gd name="textAreaTop" fmla="*/ 0 h 4458600"/>
                <a:gd name="textAreaBottom" fmla="*/ 4458960 h 4458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79" name="Freeform 14"/>
            <p:cNvSpPr/>
            <p:nvPr/>
          </p:nvSpPr>
          <p:spPr>
            <a:xfrm>
              <a:off x="9035640" y="1164600"/>
              <a:ext cx="1954800" cy="4236840"/>
            </a:xfrm>
            <a:custGeom>
              <a:avLst/>
              <a:gdLst>
                <a:gd name="textAreaLeft" fmla="*/ 0 w 1954800"/>
                <a:gd name="textAreaRight" fmla="*/ 1955160 w 1954800"/>
                <a:gd name="textAreaTop" fmla="*/ 0 h 4236840"/>
                <a:gd name="textAreaBottom" fmla="*/ 4237200 h 42368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80" name="Freeform 15"/>
            <p:cNvSpPr/>
            <p:nvPr/>
          </p:nvSpPr>
          <p:spPr>
            <a:xfrm>
              <a:off x="9848880" y="1200960"/>
              <a:ext cx="302040" cy="3708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7560" rIns="90000" bIns="-75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81" name="Freeform 16"/>
            <p:cNvSpPr/>
            <p:nvPr/>
          </p:nvSpPr>
          <p:spPr>
            <a:xfrm>
              <a:off x="10247040" y="1191960"/>
              <a:ext cx="55080" cy="5472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82" name="Freeform 17"/>
            <p:cNvSpPr/>
            <p:nvPr/>
          </p:nvSpPr>
          <p:spPr>
            <a:xfrm>
              <a:off x="8874720" y="1624680"/>
              <a:ext cx="23760" cy="18504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83" name="Freeform 18"/>
            <p:cNvSpPr/>
            <p:nvPr/>
          </p:nvSpPr>
          <p:spPr>
            <a:xfrm>
              <a:off x="8874720" y="1947960"/>
              <a:ext cx="23760" cy="33408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4080"/>
                <a:gd name="textAreaBottom" fmla="*/ 334440 h 334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84" name="Freeform 19"/>
            <p:cNvSpPr/>
            <p:nvPr/>
          </p:nvSpPr>
          <p:spPr>
            <a:xfrm>
              <a:off x="8874720" y="2355120"/>
              <a:ext cx="23760" cy="335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85" name="Freeform 20"/>
            <p:cNvSpPr/>
            <p:nvPr/>
          </p:nvSpPr>
          <p:spPr>
            <a:xfrm>
              <a:off x="11126880" y="2058120"/>
              <a:ext cx="23760" cy="53712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537120"/>
                <a:gd name="textAreaBottom" fmla="*/ 537480 h 5371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86" name="Freeform 21"/>
            <p:cNvSpPr/>
            <p:nvPr/>
          </p:nvSpPr>
          <p:spPr>
            <a:xfrm>
              <a:off x="8898840" y="1028880"/>
              <a:ext cx="2227320" cy="4502880"/>
            </a:xfrm>
            <a:custGeom>
              <a:avLst/>
              <a:gdLst>
                <a:gd name="textAreaLeft" fmla="*/ 0 w 2227320"/>
                <a:gd name="textAreaRight" fmla="*/ 2227680 w 2227320"/>
                <a:gd name="textAreaTop" fmla="*/ 0 h 4502880"/>
                <a:gd name="textAreaBottom" fmla="*/ 4503240 h 450288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87" name="TextBox 22"/>
          <p:cNvSpPr/>
          <p:nvPr/>
        </p:nvSpPr>
        <p:spPr>
          <a:xfrm>
            <a:off x="5171040" y="66600"/>
            <a:ext cx="745524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301"/>
              </a:lnSpc>
            </a:pPr>
            <a:r>
              <a:rPr lang="en-US" sz="450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Cervical Cancer Screening </a:t>
            </a:r>
            <a:endParaRPr lang="en-US" sz="45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8" name="Group 23"/>
          <p:cNvGrpSpPr/>
          <p:nvPr/>
        </p:nvGrpSpPr>
        <p:grpSpPr>
          <a:xfrm>
            <a:off x="8874720" y="5723640"/>
            <a:ext cx="2275920" cy="4502880"/>
            <a:chOff x="8874720" y="5723640"/>
            <a:chExt cx="2275920" cy="4502880"/>
          </a:xfrm>
        </p:grpSpPr>
        <p:sp>
          <p:nvSpPr>
            <p:cNvPr id="389" name="Freeform 24"/>
            <p:cNvSpPr/>
            <p:nvPr/>
          </p:nvSpPr>
          <p:spPr>
            <a:xfrm>
              <a:off x="8920800" y="5745600"/>
              <a:ext cx="2183400" cy="4458600"/>
            </a:xfrm>
            <a:custGeom>
              <a:avLst/>
              <a:gdLst>
                <a:gd name="textAreaLeft" fmla="*/ 0 w 2183400"/>
                <a:gd name="textAreaRight" fmla="*/ 2183760 w 2183400"/>
                <a:gd name="textAreaTop" fmla="*/ 0 h 4458600"/>
                <a:gd name="textAreaBottom" fmla="*/ 4458960 h 4458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90" name="Freeform 25"/>
            <p:cNvSpPr/>
            <p:nvPr/>
          </p:nvSpPr>
          <p:spPr>
            <a:xfrm>
              <a:off x="9035640" y="5859360"/>
              <a:ext cx="1954800" cy="4236840"/>
            </a:xfrm>
            <a:custGeom>
              <a:avLst/>
              <a:gdLst>
                <a:gd name="textAreaLeft" fmla="*/ 0 w 1954800"/>
                <a:gd name="textAreaRight" fmla="*/ 1955160 w 1954800"/>
                <a:gd name="textAreaTop" fmla="*/ 0 h 4236840"/>
                <a:gd name="textAreaBottom" fmla="*/ 4237200 h 42368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91" name="Freeform 26"/>
            <p:cNvSpPr/>
            <p:nvPr/>
          </p:nvSpPr>
          <p:spPr>
            <a:xfrm>
              <a:off x="9848880" y="5895720"/>
              <a:ext cx="302040" cy="3708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7560" rIns="90000" bIns="-75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92" name="Freeform 27"/>
            <p:cNvSpPr/>
            <p:nvPr/>
          </p:nvSpPr>
          <p:spPr>
            <a:xfrm>
              <a:off x="10247040" y="5886720"/>
              <a:ext cx="55080" cy="5472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93" name="Freeform 28"/>
            <p:cNvSpPr/>
            <p:nvPr/>
          </p:nvSpPr>
          <p:spPr>
            <a:xfrm>
              <a:off x="8874720" y="6319440"/>
              <a:ext cx="23760" cy="18504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94" name="Freeform 29"/>
            <p:cNvSpPr/>
            <p:nvPr/>
          </p:nvSpPr>
          <p:spPr>
            <a:xfrm>
              <a:off x="8874720" y="6642720"/>
              <a:ext cx="23760" cy="33408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4080"/>
                <a:gd name="textAreaBottom" fmla="*/ 334440 h 334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95" name="Freeform 30"/>
            <p:cNvSpPr/>
            <p:nvPr/>
          </p:nvSpPr>
          <p:spPr>
            <a:xfrm>
              <a:off x="8874720" y="7049880"/>
              <a:ext cx="23760" cy="335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96" name="Freeform 31"/>
            <p:cNvSpPr/>
            <p:nvPr/>
          </p:nvSpPr>
          <p:spPr>
            <a:xfrm>
              <a:off x="11126880" y="6752880"/>
              <a:ext cx="23760" cy="53712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537120"/>
                <a:gd name="textAreaBottom" fmla="*/ 537480 h 5371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97" name="Freeform 32"/>
            <p:cNvSpPr/>
            <p:nvPr/>
          </p:nvSpPr>
          <p:spPr>
            <a:xfrm>
              <a:off x="8898840" y="5723640"/>
              <a:ext cx="2227320" cy="4502880"/>
            </a:xfrm>
            <a:custGeom>
              <a:avLst/>
              <a:gdLst>
                <a:gd name="textAreaLeft" fmla="*/ 0 w 2227320"/>
                <a:gd name="textAreaRight" fmla="*/ 2227680 w 2227320"/>
                <a:gd name="textAreaTop" fmla="*/ 0 h 4502880"/>
                <a:gd name="textAreaBottom" fmla="*/ 4503240 h 450288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398" name="Group 33"/>
          <p:cNvGrpSpPr/>
          <p:nvPr/>
        </p:nvGrpSpPr>
        <p:grpSpPr>
          <a:xfrm>
            <a:off x="14789520" y="5723640"/>
            <a:ext cx="2275920" cy="4502880"/>
            <a:chOff x="14789520" y="5723640"/>
            <a:chExt cx="2275920" cy="4502880"/>
          </a:xfrm>
        </p:grpSpPr>
        <p:sp>
          <p:nvSpPr>
            <p:cNvPr id="399" name="Freeform 34"/>
            <p:cNvSpPr/>
            <p:nvPr/>
          </p:nvSpPr>
          <p:spPr>
            <a:xfrm>
              <a:off x="14835960" y="5745600"/>
              <a:ext cx="2183400" cy="4458600"/>
            </a:xfrm>
            <a:custGeom>
              <a:avLst/>
              <a:gdLst>
                <a:gd name="textAreaLeft" fmla="*/ 0 w 2183400"/>
                <a:gd name="textAreaRight" fmla="*/ 2183760 w 2183400"/>
                <a:gd name="textAreaTop" fmla="*/ 0 h 4458600"/>
                <a:gd name="textAreaBottom" fmla="*/ 4458960 h 4458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00" name="Freeform 35"/>
            <p:cNvSpPr/>
            <p:nvPr/>
          </p:nvSpPr>
          <p:spPr>
            <a:xfrm>
              <a:off x="14950800" y="5859360"/>
              <a:ext cx="1954800" cy="4236840"/>
            </a:xfrm>
            <a:custGeom>
              <a:avLst/>
              <a:gdLst>
                <a:gd name="textAreaLeft" fmla="*/ 0 w 1954800"/>
                <a:gd name="textAreaRight" fmla="*/ 1955160 w 1954800"/>
                <a:gd name="textAreaTop" fmla="*/ 0 h 4236840"/>
                <a:gd name="textAreaBottom" fmla="*/ 4237200 h 42368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01" name="Freeform 36"/>
            <p:cNvSpPr/>
            <p:nvPr/>
          </p:nvSpPr>
          <p:spPr>
            <a:xfrm>
              <a:off x="15764040" y="5895720"/>
              <a:ext cx="302040" cy="3708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7560" rIns="90000" bIns="-75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02" name="Freeform 37"/>
            <p:cNvSpPr/>
            <p:nvPr/>
          </p:nvSpPr>
          <p:spPr>
            <a:xfrm>
              <a:off x="16162200" y="5886720"/>
              <a:ext cx="55080" cy="5472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03" name="Freeform 38"/>
            <p:cNvSpPr/>
            <p:nvPr/>
          </p:nvSpPr>
          <p:spPr>
            <a:xfrm>
              <a:off x="14789520" y="6319440"/>
              <a:ext cx="23760" cy="18504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04" name="Freeform 39"/>
            <p:cNvSpPr/>
            <p:nvPr/>
          </p:nvSpPr>
          <p:spPr>
            <a:xfrm>
              <a:off x="14789520" y="6642720"/>
              <a:ext cx="23760" cy="33408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4080"/>
                <a:gd name="textAreaBottom" fmla="*/ 334440 h 334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05" name="Freeform 40"/>
            <p:cNvSpPr/>
            <p:nvPr/>
          </p:nvSpPr>
          <p:spPr>
            <a:xfrm>
              <a:off x="14789520" y="7049880"/>
              <a:ext cx="23760" cy="335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06" name="Freeform 41"/>
            <p:cNvSpPr/>
            <p:nvPr/>
          </p:nvSpPr>
          <p:spPr>
            <a:xfrm>
              <a:off x="17041680" y="6752880"/>
              <a:ext cx="23760" cy="53712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537120"/>
                <a:gd name="textAreaBottom" fmla="*/ 537480 h 5371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07" name="Freeform 42"/>
            <p:cNvSpPr/>
            <p:nvPr/>
          </p:nvSpPr>
          <p:spPr>
            <a:xfrm>
              <a:off x="14814000" y="5723640"/>
              <a:ext cx="2227320" cy="4502880"/>
            </a:xfrm>
            <a:custGeom>
              <a:avLst/>
              <a:gdLst>
                <a:gd name="textAreaLeft" fmla="*/ 0 w 2227320"/>
                <a:gd name="textAreaRight" fmla="*/ 2227680 w 2227320"/>
                <a:gd name="textAreaTop" fmla="*/ 0 h 4502880"/>
                <a:gd name="textAreaBottom" fmla="*/ 4503240 h 450288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08" name="Group 43"/>
          <p:cNvGrpSpPr/>
          <p:nvPr/>
        </p:nvGrpSpPr>
        <p:grpSpPr>
          <a:xfrm>
            <a:off x="11832120" y="5723640"/>
            <a:ext cx="2275920" cy="4502880"/>
            <a:chOff x="11832120" y="5723640"/>
            <a:chExt cx="2275920" cy="4502880"/>
          </a:xfrm>
        </p:grpSpPr>
        <p:sp>
          <p:nvSpPr>
            <p:cNvPr id="409" name="Freeform 44"/>
            <p:cNvSpPr/>
            <p:nvPr/>
          </p:nvSpPr>
          <p:spPr>
            <a:xfrm>
              <a:off x="11878560" y="5745600"/>
              <a:ext cx="2183400" cy="4458600"/>
            </a:xfrm>
            <a:custGeom>
              <a:avLst/>
              <a:gdLst>
                <a:gd name="textAreaLeft" fmla="*/ 0 w 2183400"/>
                <a:gd name="textAreaRight" fmla="*/ 2183760 w 2183400"/>
                <a:gd name="textAreaTop" fmla="*/ 0 h 4458600"/>
                <a:gd name="textAreaBottom" fmla="*/ 4458960 h 4458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10" name="Freeform 45"/>
            <p:cNvSpPr/>
            <p:nvPr/>
          </p:nvSpPr>
          <p:spPr>
            <a:xfrm>
              <a:off x="11993040" y="5859360"/>
              <a:ext cx="1954800" cy="4236840"/>
            </a:xfrm>
            <a:custGeom>
              <a:avLst/>
              <a:gdLst>
                <a:gd name="textAreaLeft" fmla="*/ 0 w 1954800"/>
                <a:gd name="textAreaRight" fmla="*/ 1955160 w 1954800"/>
                <a:gd name="textAreaTop" fmla="*/ 0 h 4236840"/>
                <a:gd name="textAreaBottom" fmla="*/ 4237200 h 42368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11" name="Freeform 46"/>
            <p:cNvSpPr/>
            <p:nvPr/>
          </p:nvSpPr>
          <p:spPr>
            <a:xfrm>
              <a:off x="12806280" y="5895720"/>
              <a:ext cx="302040" cy="3708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7560" rIns="90000" bIns="-75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12" name="Freeform 47"/>
            <p:cNvSpPr/>
            <p:nvPr/>
          </p:nvSpPr>
          <p:spPr>
            <a:xfrm>
              <a:off x="13204800" y="5886720"/>
              <a:ext cx="55080" cy="5472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13" name="Freeform 48"/>
            <p:cNvSpPr/>
            <p:nvPr/>
          </p:nvSpPr>
          <p:spPr>
            <a:xfrm>
              <a:off x="11832120" y="6319440"/>
              <a:ext cx="23760" cy="18504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14" name="Freeform 49"/>
            <p:cNvSpPr/>
            <p:nvPr/>
          </p:nvSpPr>
          <p:spPr>
            <a:xfrm>
              <a:off x="11832120" y="6642720"/>
              <a:ext cx="23760" cy="33408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4080"/>
                <a:gd name="textAreaBottom" fmla="*/ 334440 h 334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15" name="Freeform 50"/>
            <p:cNvSpPr/>
            <p:nvPr/>
          </p:nvSpPr>
          <p:spPr>
            <a:xfrm>
              <a:off x="11832120" y="7049880"/>
              <a:ext cx="23760" cy="335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16" name="Freeform 51"/>
            <p:cNvSpPr/>
            <p:nvPr/>
          </p:nvSpPr>
          <p:spPr>
            <a:xfrm>
              <a:off x="14084280" y="6752880"/>
              <a:ext cx="23760" cy="53712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537120"/>
                <a:gd name="textAreaBottom" fmla="*/ 537480 h 5371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17" name="Freeform 52"/>
            <p:cNvSpPr/>
            <p:nvPr/>
          </p:nvSpPr>
          <p:spPr>
            <a:xfrm>
              <a:off x="11856240" y="5723640"/>
              <a:ext cx="2227320" cy="4502880"/>
            </a:xfrm>
            <a:custGeom>
              <a:avLst/>
              <a:gdLst>
                <a:gd name="textAreaLeft" fmla="*/ 0 w 2227320"/>
                <a:gd name="textAreaRight" fmla="*/ 2227680 w 2227320"/>
                <a:gd name="textAreaTop" fmla="*/ 0 h 4502880"/>
                <a:gd name="textAreaBottom" fmla="*/ 4503240 h 450288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18" name="Group 53"/>
          <p:cNvGrpSpPr/>
          <p:nvPr/>
        </p:nvGrpSpPr>
        <p:grpSpPr>
          <a:xfrm>
            <a:off x="11772360" y="1028880"/>
            <a:ext cx="2275920" cy="4502880"/>
            <a:chOff x="11772360" y="1028880"/>
            <a:chExt cx="2275920" cy="4502880"/>
          </a:xfrm>
        </p:grpSpPr>
        <p:sp>
          <p:nvSpPr>
            <p:cNvPr id="419" name="Freeform 54"/>
            <p:cNvSpPr/>
            <p:nvPr/>
          </p:nvSpPr>
          <p:spPr>
            <a:xfrm>
              <a:off x="11818800" y="1050840"/>
              <a:ext cx="2183400" cy="4458600"/>
            </a:xfrm>
            <a:custGeom>
              <a:avLst/>
              <a:gdLst>
                <a:gd name="textAreaLeft" fmla="*/ 0 w 2183400"/>
                <a:gd name="textAreaRight" fmla="*/ 2183760 w 2183400"/>
                <a:gd name="textAreaTop" fmla="*/ 0 h 4458600"/>
                <a:gd name="textAreaBottom" fmla="*/ 4458960 h 4458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20" name="Freeform 55"/>
            <p:cNvSpPr/>
            <p:nvPr/>
          </p:nvSpPr>
          <p:spPr>
            <a:xfrm>
              <a:off x="11933280" y="1164600"/>
              <a:ext cx="1954800" cy="4236840"/>
            </a:xfrm>
            <a:custGeom>
              <a:avLst/>
              <a:gdLst>
                <a:gd name="textAreaLeft" fmla="*/ 0 w 1954800"/>
                <a:gd name="textAreaRight" fmla="*/ 1955160 w 1954800"/>
                <a:gd name="textAreaTop" fmla="*/ 0 h 4236840"/>
                <a:gd name="textAreaBottom" fmla="*/ 4237200 h 42368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21" name="Freeform 56"/>
            <p:cNvSpPr/>
            <p:nvPr/>
          </p:nvSpPr>
          <p:spPr>
            <a:xfrm>
              <a:off x="12746520" y="1200960"/>
              <a:ext cx="302040" cy="3708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7560" rIns="90000" bIns="-75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22" name="Freeform 57"/>
            <p:cNvSpPr/>
            <p:nvPr/>
          </p:nvSpPr>
          <p:spPr>
            <a:xfrm>
              <a:off x="13144680" y="1191960"/>
              <a:ext cx="55080" cy="5472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23" name="Freeform 58"/>
            <p:cNvSpPr/>
            <p:nvPr/>
          </p:nvSpPr>
          <p:spPr>
            <a:xfrm>
              <a:off x="11772360" y="1624680"/>
              <a:ext cx="23760" cy="18504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24" name="Freeform 59"/>
            <p:cNvSpPr/>
            <p:nvPr/>
          </p:nvSpPr>
          <p:spPr>
            <a:xfrm>
              <a:off x="11772360" y="1947960"/>
              <a:ext cx="23760" cy="33408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4080"/>
                <a:gd name="textAreaBottom" fmla="*/ 334440 h 334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25" name="Freeform 60"/>
            <p:cNvSpPr/>
            <p:nvPr/>
          </p:nvSpPr>
          <p:spPr>
            <a:xfrm>
              <a:off x="11772360" y="2355120"/>
              <a:ext cx="23760" cy="335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26" name="Freeform 61"/>
            <p:cNvSpPr/>
            <p:nvPr/>
          </p:nvSpPr>
          <p:spPr>
            <a:xfrm>
              <a:off x="14024520" y="2058120"/>
              <a:ext cx="23760" cy="53712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537120"/>
                <a:gd name="textAreaBottom" fmla="*/ 537480 h 5371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27" name="Freeform 62"/>
            <p:cNvSpPr/>
            <p:nvPr/>
          </p:nvSpPr>
          <p:spPr>
            <a:xfrm>
              <a:off x="11796480" y="1028880"/>
              <a:ext cx="2227320" cy="4502880"/>
            </a:xfrm>
            <a:custGeom>
              <a:avLst/>
              <a:gdLst>
                <a:gd name="textAreaLeft" fmla="*/ 0 w 2227320"/>
                <a:gd name="textAreaRight" fmla="*/ 2227680 w 2227320"/>
                <a:gd name="textAreaTop" fmla="*/ 0 h 4502880"/>
                <a:gd name="textAreaBottom" fmla="*/ 4503240 h 450288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28" name="Freeform 63"/>
          <p:cNvSpPr/>
          <p:nvPr/>
        </p:nvSpPr>
        <p:spPr>
          <a:xfrm>
            <a:off x="5800680" y="3280680"/>
            <a:ext cx="3097800" cy="1438920"/>
          </a:xfrm>
          <a:custGeom>
            <a:avLst/>
            <a:gdLst>
              <a:gd name="textAreaLeft" fmla="*/ 0 w 3097800"/>
              <a:gd name="textAreaRight" fmla="*/ 3098160 w 3097800"/>
              <a:gd name="textAreaTop" fmla="*/ 0 h 1438920"/>
              <a:gd name="textAreaBottom" fmla="*/ 1439280 h 1438920"/>
            </a:gdLst>
            <a:ahLst/>
            <a:cxnLst/>
            <a:rect l="textAreaLeft" t="textAreaTop" r="textAreaRight" b="textAreaBottom"/>
            <a:pathLst>
              <a:path w="3098068" h="1439330">
                <a:moveTo>
                  <a:pt x="0" y="1439330"/>
                </a:moveTo>
                <a:lnTo>
                  <a:pt x="1161650" y="1439330"/>
                </a:lnTo>
                <a:cubicBezTo>
                  <a:pt x="1222279" y="1439330"/>
                  <a:pt x="1280424" y="1415245"/>
                  <a:pt x="1323295" y="1372375"/>
                </a:cubicBezTo>
                <a:cubicBezTo>
                  <a:pt x="1366166" y="1329504"/>
                  <a:pt x="1390250" y="1271358"/>
                  <a:pt x="1390250" y="1210730"/>
                </a:cubicBezTo>
                <a:lnTo>
                  <a:pt x="1390250" y="228600"/>
                </a:lnTo>
                <a:cubicBezTo>
                  <a:pt x="1390250" y="102348"/>
                  <a:pt x="1492598" y="0"/>
                  <a:pt x="1618850" y="0"/>
                </a:cubicBezTo>
                <a:lnTo>
                  <a:pt x="3098069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9" name="Freeform 64"/>
          <p:cNvSpPr/>
          <p:nvPr/>
        </p:nvSpPr>
        <p:spPr>
          <a:xfrm>
            <a:off x="5757840" y="5532840"/>
            <a:ext cx="3141000" cy="2442240"/>
          </a:xfrm>
          <a:custGeom>
            <a:avLst/>
            <a:gdLst>
              <a:gd name="textAreaLeft" fmla="*/ 0 w 3141000"/>
              <a:gd name="textAreaRight" fmla="*/ 3141360 w 3141000"/>
              <a:gd name="textAreaTop" fmla="*/ 0 h 2442240"/>
              <a:gd name="textAreaBottom" fmla="*/ 2442600 h 2442240"/>
            </a:gdLst>
            <a:ahLst/>
            <a:cxnLst/>
            <a:rect l="textAreaLeft" t="textAreaTop" r="textAreaRight" b="textAreaBottom"/>
            <a:pathLst>
              <a:path w="3141214" h="2442635">
                <a:moveTo>
                  <a:pt x="0" y="0"/>
                </a:moveTo>
                <a:lnTo>
                  <a:pt x="1204796" y="0"/>
                </a:lnTo>
                <a:cubicBezTo>
                  <a:pt x="1331048" y="0"/>
                  <a:pt x="1433396" y="102348"/>
                  <a:pt x="1433396" y="228600"/>
                </a:cubicBezTo>
                <a:lnTo>
                  <a:pt x="1433396" y="2214035"/>
                </a:lnTo>
                <a:cubicBezTo>
                  <a:pt x="1433396" y="2340287"/>
                  <a:pt x="1535744" y="2442635"/>
                  <a:pt x="1661996" y="2442635"/>
                </a:cubicBezTo>
                <a:lnTo>
                  <a:pt x="3141215" y="2442635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0" name="TextBox 65"/>
          <p:cNvSpPr/>
          <p:nvPr/>
        </p:nvSpPr>
        <p:spPr>
          <a:xfrm>
            <a:off x="6127560" y="3989880"/>
            <a:ext cx="839880" cy="62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901"/>
              </a:lnSpc>
            </a:pPr>
            <a:r>
              <a:rPr lang="en-US" sz="350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Yes </a:t>
            </a:r>
            <a:endParaRPr lang="en-US" sz="3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Box 66"/>
          <p:cNvSpPr/>
          <p:nvPr/>
        </p:nvSpPr>
        <p:spPr>
          <a:xfrm>
            <a:off x="6177240" y="5656680"/>
            <a:ext cx="625680" cy="124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901"/>
              </a:lnSpc>
            </a:pPr>
            <a:r>
              <a:rPr lang="en-US" sz="350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No</a:t>
            </a:r>
            <a:endParaRPr lang="en-US" sz="3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Freeform 67"/>
          <p:cNvSpPr/>
          <p:nvPr/>
        </p:nvSpPr>
        <p:spPr>
          <a:xfrm>
            <a:off x="11203200" y="3261960"/>
            <a:ext cx="540000" cy="12600"/>
          </a:xfrm>
          <a:custGeom>
            <a:avLst/>
            <a:gdLst>
              <a:gd name="textAreaLeft" fmla="*/ 0 w 540000"/>
              <a:gd name="textAreaRight" fmla="*/ 540360 w 54000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540469" h="12814">
                <a:moveTo>
                  <a:pt x="0" y="12814"/>
                </a:moveTo>
                <a:lnTo>
                  <a:pt x="0" y="6407"/>
                </a:lnTo>
                <a:cubicBezTo>
                  <a:pt x="0" y="4708"/>
                  <a:pt x="675" y="3078"/>
                  <a:pt x="1876" y="1877"/>
                </a:cubicBezTo>
                <a:cubicBezTo>
                  <a:pt x="3078" y="675"/>
                  <a:pt x="4708" y="0"/>
                  <a:pt x="6407" y="0"/>
                </a:cubicBezTo>
                <a:lnTo>
                  <a:pt x="540468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3" name="TextBox 68"/>
          <p:cNvSpPr/>
          <p:nvPr/>
        </p:nvSpPr>
        <p:spPr>
          <a:xfrm>
            <a:off x="11244600" y="7643880"/>
            <a:ext cx="459360" cy="62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901"/>
              </a:lnSpc>
            </a:pPr>
            <a:r>
              <a:rPr lang="en-US" sz="3500" b="0" strike="noStrike" spc="-1">
                <a:solidFill>
                  <a:srgbClr val="000000"/>
                </a:solidFill>
                <a:latin typeface="Canva Sans"/>
                <a:ea typeface="Canva Sans"/>
              </a:rPr>
              <a:t>or</a:t>
            </a:r>
            <a:endParaRPr lang="en-US" sz="3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Box 69"/>
          <p:cNvSpPr/>
          <p:nvPr/>
        </p:nvSpPr>
        <p:spPr>
          <a:xfrm>
            <a:off x="14232240" y="7643880"/>
            <a:ext cx="459360" cy="62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901"/>
              </a:lnSpc>
            </a:pPr>
            <a:r>
              <a:rPr lang="en-US" sz="3500" b="0" strike="noStrike" spc="-1">
                <a:solidFill>
                  <a:srgbClr val="000000"/>
                </a:solidFill>
                <a:latin typeface="Canva Sans"/>
                <a:ea typeface="Canva Sans"/>
              </a:rPr>
              <a:t>or</a:t>
            </a:r>
            <a:endParaRPr lang="en-US" sz="3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" name="Group 2"/>
          <p:cNvGrpSpPr/>
          <p:nvPr/>
        </p:nvGrpSpPr>
        <p:grpSpPr>
          <a:xfrm>
            <a:off x="1755000" y="1530000"/>
            <a:ext cx="4045680" cy="8003160"/>
            <a:chOff x="1755000" y="1530000"/>
            <a:chExt cx="4045680" cy="8003160"/>
          </a:xfrm>
        </p:grpSpPr>
        <p:sp>
          <p:nvSpPr>
            <p:cNvPr id="436" name="Freeform 3"/>
            <p:cNvSpPr/>
            <p:nvPr/>
          </p:nvSpPr>
          <p:spPr>
            <a:xfrm>
              <a:off x="1837440" y="1569240"/>
              <a:ext cx="3880800" cy="7924680"/>
            </a:xfrm>
            <a:custGeom>
              <a:avLst/>
              <a:gdLst>
                <a:gd name="textAreaLeft" fmla="*/ 0 w 3880800"/>
                <a:gd name="textAreaRight" fmla="*/ 3881160 w 3880800"/>
                <a:gd name="textAreaTop" fmla="*/ 0 h 7924680"/>
                <a:gd name="textAreaBottom" fmla="*/ 7925040 h 792468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37" name="Freeform 4"/>
            <p:cNvSpPr/>
            <p:nvPr/>
          </p:nvSpPr>
          <p:spPr>
            <a:xfrm>
              <a:off x="2041200" y="1771560"/>
              <a:ext cx="3474720" cy="7530480"/>
            </a:xfrm>
            <a:custGeom>
              <a:avLst/>
              <a:gdLst>
                <a:gd name="textAreaLeft" fmla="*/ 0 w 3474720"/>
                <a:gd name="textAreaRight" fmla="*/ 3475080 w 3474720"/>
                <a:gd name="textAreaTop" fmla="*/ 0 h 7530480"/>
                <a:gd name="textAreaBottom" fmla="*/ 7530840 h 75304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38" name="Freeform 5"/>
            <p:cNvSpPr/>
            <p:nvPr/>
          </p:nvSpPr>
          <p:spPr>
            <a:xfrm>
              <a:off x="3486600" y="1836000"/>
              <a:ext cx="537120" cy="66240"/>
            </a:xfrm>
            <a:custGeom>
              <a:avLst/>
              <a:gdLst>
                <a:gd name="textAreaLeft" fmla="*/ 0 w 537120"/>
                <a:gd name="textAreaRight" fmla="*/ 537480 w 537120"/>
                <a:gd name="textAreaTop" fmla="*/ 0 h 66240"/>
                <a:gd name="textAreaBottom" fmla="*/ 66600 h 662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0" rIns="90000" bIns="216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39" name="Freeform 6"/>
            <p:cNvSpPr/>
            <p:nvPr/>
          </p:nvSpPr>
          <p:spPr>
            <a:xfrm>
              <a:off x="4194360" y="1820520"/>
              <a:ext cx="98280" cy="9756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97560"/>
                <a:gd name="textAreaBottom" fmla="*/ 97920 h 9756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40" name="Freeform 7"/>
            <p:cNvSpPr/>
            <p:nvPr/>
          </p:nvSpPr>
          <p:spPr>
            <a:xfrm>
              <a:off x="1755000" y="2589120"/>
              <a:ext cx="42840" cy="3290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329040"/>
                <a:gd name="textAreaBottom" fmla="*/ 329400 h 3290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41" name="Freeform 8"/>
            <p:cNvSpPr/>
            <p:nvPr/>
          </p:nvSpPr>
          <p:spPr>
            <a:xfrm>
              <a:off x="1755000" y="3163680"/>
              <a:ext cx="42840" cy="59400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594000"/>
                <a:gd name="textAreaBottom" fmla="*/ 594360 h 5940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42" name="Freeform 9"/>
            <p:cNvSpPr/>
            <p:nvPr/>
          </p:nvSpPr>
          <p:spPr>
            <a:xfrm>
              <a:off x="1755000" y="3887640"/>
              <a:ext cx="42840" cy="59580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595800"/>
                <a:gd name="textAreaBottom" fmla="*/ 596160 h 59580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43" name="Freeform 10"/>
            <p:cNvSpPr/>
            <p:nvPr/>
          </p:nvSpPr>
          <p:spPr>
            <a:xfrm>
              <a:off x="5757840" y="3359880"/>
              <a:ext cx="42840" cy="9547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954720"/>
                <a:gd name="textAreaBottom" fmla="*/ 955080 h 9547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44" name="Freeform 11"/>
            <p:cNvSpPr/>
            <p:nvPr/>
          </p:nvSpPr>
          <p:spPr>
            <a:xfrm>
              <a:off x="1798200" y="1530000"/>
              <a:ext cx="3959280" cy="8003160"/>
            </a:xfrm>
            <a:custGeom>
              <a:avLst/>
              <a:gdLst>
                <a:gd name="textAreaLeft" fmla="*/ 0 w 3959280"/>
                <a:gd name="textAreaRight" fmla="*/ 3959640 w 3959280"/>
                <a:gd name="textAreaTop" fmla="*/ 0 h 8003160"/>
                <a:gd name="textAreaBottom" fmla="*/ 8003520 h 800316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45" name="Group 12"/>
          <p:cNvGrpSpPr/>
          <p:nvPr/>
        </p:nvGrpSpPr>
        <p:grpSpPr>
          <a:xfrm>
            <a:off x="8874720" y="1028880"/>
            <a:ext cx="2275920" cy="4502880"/>
            <a:chOff x="8874720" y="1028880"/>
            <a:chExt cx="2275920" cy="4502880"/>
          </a:xfrm>
        </p:grpSpPr>
        <p:sp>
          <p:nvSpPr>
            <p:cNvPr id="446" name="Freeform 13"/>
            <p:cNvSpPr/>
            <p:nvPr/>
          </p:nvSpPr>
          <p:spPr>
            <a:xfrm>
              <a:off x="8920800" y="1050840"/>
              <a:ext cx="2183400" cy="4458600"/>
            </a:xfrm>
            <a:custGeom>
              <a:avLst/>
              <a:gdLst>
                <a:gd name="textAreaLeft" fmla="*/ 0 w 2183400"/>
                <a:gd name="textAreaRight" fmla="*/ 2183760 w 2183400"/>
                <a:gd name="textAreaTop" fmla="*/ 0 h 4458600"/>
                <a:gd name="textAreaBottom" fmla="*/ 4458960 h 4458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47" name="Freeform 14"/>
            <p:cNvSpPr/>
            <p:nvPr/>
          </p:nvSpPr>
          <p:spPr>
            <a:xfrm>
              <a:off x="9035640" y="1164600"/>
              <a:ext cx="1954800" cy="4236840"/>
            </a:xfrm>
            <a:custGeom>
              <a:avLst/>
              <a:gdLst>
                <a:gd name="textAreaLeft" fmla="*/ 0 w 1954800"/>
                <a:gd name="textAreaRight" fmla="*/ 1955160 w 1954800"/>
                <a:gd name="textAreaTop" fmla="*/ 0 h 4236840"/>
                <a:gd name="textAreaBottom" fmla="*/ 4237200 h 42368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48" name="Freeform 15"/>
            <p:cNvSpPr/>
            <p:nvPr/>
          </p:nvSpPr>
          <p:spPr>
            <a:xfrm>
              <a:off x="9848880" y="1200960"/>
              <a:ext cx="302040" cy="3708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7560" rIns="90000" bIns="-75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49" name="Freeform 16"/>
            <p:cNvSpPr/>
            <p:nvPr/>
          </p:nvSpPr>
          <p:spPr>
            <a:xfrm>
              <a:off x="10247040" y="1191960"/>
              <a:ext cx="55080" cy="5472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50" name="Freeform 17"/>
            <p:cNvSpPr/>
            <p:nvPr/>
          </p:nvSpPr>
          <p:spPr>
            <a:xfrm>
              <a:off x="8874720" y="1624680"/>
              <a:ext cx="23760" cy="18504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51" name="Freeform 18"/>
            <p:cNvSpPr/>
            <p:nvPr/>
          </p:nvSpPr>
          <p:spPr>
            <a:xfrm>
              <a:off x="8874720" y="1947960"/>
              <a:ext cx="23760" cy="33408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4080"/>
                <a:gd name="textAreaBottom" fmla="*/ 334440 h 334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52" name="Freeform 19"/>
            <p:cNvSpPr/>
            <p:nvPr/>
          </p:nvSpPr>
          <p:spPr>
            <a:xfrm>
              <a:off x="8874720" y="2355120"/>
              <a:ext cx="23760" cy="335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53" name="Freeform 20"/>
            <p:cNvSpPr/>
            <p:nvPr/>
          </p:nvSpPr>
          <p:spPr>
            <a:xfrm>
              <a:off x="11126880" y="2058120"/>
              <a:ext cx="23760" cy="53712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537120"/>
                <a:gd name="textAreaBottom" fmla="*/ 537480 h 5371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54" name="Freeform 21"/>
            <p:cNvSpPr/>
            <p:nvPr/>
          </p:nvSpPr>
          <p:spPr>
            <a:xfrm>
              <a:off x="8898840" y="1028880"/>
              <a:ext cx="2227320" cy="4502880"/>
            </a:xfrm>
            <a:custGeom>
              <a:avLst/>
              <a:gdLst>
                <a:gd name="textAreaLeft" fmla="*/ 0 w 2227320"/>
                <a:gd name="textAreaRight" fmla="*/ 2227680 w 2227320"/>
                <a:gd name="textAreaTop" fmla="*/ 0 h 4502880"/>
                <a:gd name="textAreaBottom" fmla="*/ 4503240 h 450288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55" name="Group 22"/>
          <p:cNvGrpSpPr/>
          <p:nvPr/>
        </p:nvGrpSpPr>
        <p:grpSpPr>
          <a:xfrm>
            <a:off x="14667840" y="1028880"/>
            <a:ext cx="2275920" cy="4502880"/>
            <a:chOff x="14667840" y="1028880"/>
            <a:chExt cx="2275920" cy="4502880"/>
          </a:xfrm>
        </p:grpSpPr>
        <p:sp>
          <p:nvSpPr>
            <p:cNvPr id="456" name="Freeform 23"/>
            <p:cNvSpPr/>
            <p:nvPr/>
          </p:nvSpPr>
          <p:spPr>
            <a:xfrm>
              <a:off x="14714280" y="1050840"/>
              <a:ext cx="2183400" cy="4458600"/>
            </a:xfrm>
            <a:custGeom>
              <a:avLst/>
              <a:gdLst>
                <a:gd name="textAreaLeft" fmla="*/ 0 w 2183400"/>
                <a:gd name="textAreaRight" fmla="*/ 2183760 w 2183400"/>
                <a:gd name="textAreaTop" fmla="*/ 0 h 4458600"/>
                <a:gd name="textAreaBottom" fmla="*/ 4458960 h 4458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57" name="Freeform 24"/>
            <p:cNvSpPr/>
            <p:nvPr/>
          </p:nvSpPr>
          <p:spPr>
            <a:xfrm>
              <a:off x="14828760" y="1164600"/>
              <a:ext cx="1954800" cy="4236840"/>
            </a:xfrm>
            <a:custGeom>
              <a:avLst/>
              <a:gdLst>
                <a:gd name="textAreaLeft" fmla="*/ 0 w 1954800"/>
                <a:gd name="textAreaRight" fmla="*/ 1955160 w 1954800"/>
                <a:gd name="textAreaTop" fmla="*/ 0 h 4236840"/>
                <a:gd name="textAreaBottom" fmla="*/ 4237200 h 42368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58" name="Freeform 25"/>
            <p:cNvSpPr/>
            <p:nvPr/>
          </p:nvSpPr>
          <p:spPr>
            <a:xfrm>
              <a:off x="15642000" y="1200960"/>
              <a:ext cx="302040" cy="3708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7560" rIns="90000" bIns="-75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59" name="Freeform 26"/>
            <p:cNvSpPr/>
            <p:nvPr/>
          </p:nvSpPr>
          <p:spPr>
            <a:xfrm>
              <a:off x="16040520" y="1191960"/>
              <a:ext cx="55080" cy="5472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60" name="Freeform 27"/>
            <p:cNvSpPr/>
            <p:nvPr/>
          </p:nvSpPr>
          <p:spPr>
            <a:xfrm>
              <a:off x="14667840" y="1624680"/>
              <a:ext cx="23760" cy="18504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61" name="Freeform 28"/>
            <p:cNvSpPr/>
            <p:nvPr/>
          </p:nvSpPr>
          <p:spPr>
            <a:xfrm>
              <a:off x="14667840" y="1947960"/>
              <a:ext cx="23760" cy="33408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4080"/>
                <a:gd name="textAreaBottom" fmla="*/ 334440 h 334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62" name="Freeform 29"/>
            <p:cNvSpPr/>
            <p:nvPr/>
          </p:nvSpPr>
          <p:spPr>
            <a:xfrm>
              <a:off x="14667840" y="2355120"/>
              <a:ext cx="23760" cy="335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63" name="Freeform 30"/>
            <p:cNvSpPr/>
            <p:nvPr/>
          </p:nvSpPr>
          <p:spPr>
            <a:xfrm>
              <a:off x="16920000" y="2058120"/>
              <a:ext cx="23760" cy="53712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537120"/>
                <a:gd name="textAreaBottom" fmla="*/ 537480 h 5371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64" name="Freeform 31"/>
            <p:cNvSpPr/>
            <p:nvPr/>
          </p:nvSpPr>
          <p:spPr>
            <a:xfrm>
              <a:off x="14691960" y="1028880"/>
              <a:ext cx="2227320" cy="4502880"/>
            </a:xfrm>
            <a:custGeom>
              <a:avLst/>
              <a:gdLst>
                <a:gd name="textAreaLeft" fmla="*/ 0 w 2227320"/>
                <a:gd name="textAreaRight" fmla="*/ 2227680 w 2227320"/>
                <a:gd name="textAreaTop" fmla="*/ 0 h 4502880"/>
                <a:gd name="textAreaBottom" fmla="*/ 4503240 h 450288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65" name="Group 32"/>
          <p:cNvGrpSpPr/>
          <p:nvPr/>
        </p:nvGrpSpPr>
        <p:grpSpPr>
          <a:xfrm>
            <a:off x="8872920" y="5723640"/>
            <a:ext cx="2275920" cy="4502880"/>
            <a:chOff x="8872920" y="5723640"/>
            <a:chExt cx="2275920" cy="4502880"/>
          </a:xfrm>
        </p:grpSpPr>
        <p:sp>
          <p:nvSpPr>
            <p:cNvPr id="466" name="Freeform 33"/>
            <p:cNvSpPr/>
            <p:nvPr/>
          </p:nvSpPr>
          <p:spPr>
            <a:xfrm>
              <a:off x="8919000" y="5745600"/>
              <a:ext cx="2183400" cy="4458600"/>
            </a:xfrm>
            <a:custGeom>
              <a:avLst/>
              <a:gdLst>
                <a:gd name="textAreaLeft" fmla="*/ 0 w 2183400"/>
                <a:gd name="textAreaRight" fmla="*/ 2183760 w 2183400"/>
                <a:gd name="textAreaTop" fmla="*/ 0 h 4458600"/>
                <a:gd name="textAreaBottom" fmla="*/ 4458960 h 4458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67" name="Freeform 34"/>
            <p:cNvSpPr/>
            <p:nvPr/>
          </p:nvSpPr>
          <p:spPr>
            <a:xfrm>
              <a:off x="9033840" y="5859360"/>
              <a:ext cx="1954800" cy="4236840"/>
            </a:xfrm>
            <a:custGeom>
              <a:avLst/>
              <a:gdLst>
                <a:gd name="textAreaLeft" fmla="*/ 0 w 1954800"/>
                <a:gd name="textAreaRight" fmla="*/ 1955160 w 1954800"/>
                <a:gd name="textAreaTop" fmla="*/ 0 h 4236840"/>
                <a:gd name="textAreaBottom" fmla="*/ 4237200 h 42368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68" name="Freeform 35"/>
            <p:cNvSpPr/>
            <p:nvPr/>
          </p:nvSpPr>
          <p:spPr>
            <a:xfrm>
              <a:off x="9847080" y="5895720"/>
              <a:ext cx="302040" cy="3708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7560" rIns="90000" bIns="-75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69" name="Freeform 36"/>
            <p:cNvSpPr/>
            <p:nvPr/>
          </p:nvSpPr>
          <p:spPr>
            <a:xfrm>
              <a:off x="10245240" y="5886720"/>
              <a:ext cx="55080" cy="5472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70" name="Freeform 37"/>
            <p:cNvSpPr/>
            <p:nvPr/>
          </p:nvSpPr>
          <p:spPr>
            <a:xfrm>
              <a:off x="8872920" y="6319440"/>
              <a:ext cx="23760" cy="18504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71" name="Freeform 38"/>
            <p:cNvSpPr/>
            <p:nvPr/>
          </p:nvSpPr>
          <p:spPr>
            <a:xfrm>
              <a:off x="8872920" y="6642720"/>
              <a:ext cx="23760" cy="33408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4080"/>
                <a:gd name="textAreaBottom" fmla="*/ 334440 h 334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72" name="Freeform 39"/>
            <p:cNvSpPr/>
            <p:nvPr/>
          </p:nvSpPr>
          <p:spPr>
            <a:xfrm>
              <a:off x="8872920" y="7049880"/>
              <a:ext cx="23760" cy="335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73" name="Freeform 40"/>
            <p:cNvSpPr/>
            <p:nvPr/>
          </p:nvSpPr>
          <p:spPr>
            <a:xfrm>
              <a:off x="11125080" y="6752880"/>
              <a:ext cx="23760" cy="53712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537120"/>
                <a:gd name="textAreaBottom" fmla="*/ 537480 h 5371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74" name="Freeform 41"/>
            <p:cNvSpPr/>
            <p:nvPr/>
          </p:nvSpPr>
          <p:spPr>
            <a:xfrm>
              <a:off x="8897040" y="5723640"/>
              <a:ext cx="2227320" cy="4502880"/>
            </a:xfrm>
            <a:custGeom>
              <a:avLst/>
              <a:gdLst>
                <a:gd name="textAreaLeft" fmla="*/ 0 w 2227320"/>
                <a:gd name="textAreaRight" fmla="*/ 2227680 w 2227320"/>
                <a:gd name="textAreaTop" fmla="*/ 0 h 4502880"/>
                <a:gd name="textAreaBottom" fmla="*/ 4503240 h 450288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75" name="Group 42"/>
          <p:cNvGrpSpPr/>
          <p:nvPr/>
        </p:nvGrpSpPr>
        <p:grpSpPr>
          <a:xfrm>
            <a:off x="11772360" y="1028880"/>
            <a:ext cx="2275920" cy="4502880"/>
            <a:chOff x="11772360" y="1028880"/>
            <a:chExt cx="2275920" cy="4502880"/>
          </a:xfrm>
        </p:grpSpPr>
        <p:sp>
          <p:nvSpPr>
            <p:cNvPr id="476" name="Freeform 43"/>
            <p:cNvSpPr/>
            <p:nvPr/>
          </p:nvSpPr>
          <p:spPr>
            <a:xfrm>
              <a:off x="11818800" y="1050840"/>
              <a:ext cx="2183400" cy="4458600"/>
            </a:xfrm>
            <a:custGeom>
              <a:avLst/>
              <a:gdLst>
                <a:gd name="textAreaLeft" fmla="*/ 0 w 2183400"/>
                <a:gd name="textAreaRight" fmla="*/ 2183760 w 2183400"/>
                <a:gd name="textAreaTop" fmla="*/ 0 h 4458600"/>
                <a:gd name="textAreaBottom" fmla="*/ 4458960 h 4458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77" name="Freeform 44"/>
            <p:cNvSpPr/>
            <p:nvPr/>
          </p:nvSpPr>
          <p:spPr>
            <a:xfrm>
              <a:off x="11933280" y="1164600"/>
              <a:ext cx="1954800" cy="4236840"/>
            </a:xfrm>
            <a:custGeom>
              <a:avLst/>
              <a:gdLst>
                <a:gd name="textAreaLeft" fmla="*/ 0 w 1954800"/>
                <a:gd name="textAreaRight" fmla="*/ 1955160 w 1954800"/>
                <a:gd name="textAreaTop" fmla="*/ 0 h 4236840"/>
                <a:gd name="textAreaBottom" fmla="*/ 4237200 h 42368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78" name="Freeform 45"/>
            <p:cNvSpPr/>
            <p:nvPr/>
          </p:nvSpPr>
          <p:spPr>
            <a:xfrm>
              <a:off x="12746520" y="1200960"/>
              <a:ext cx="302040" cy="3708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7560" rIns="90000" bIns="-75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79" name="Freeform 46"/>
            <p:cNvSpPr/>
            <p:nvPr/>
          </p:nvSpPr>
          <p:spPr>
            <a:xfrm>
              <a:off x="13144680" y="1191960"/>
              <a:ext cx="55080" cy="5472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0080" rIns="90000" bIns="100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80" name="Freeform 47"/>
            <p:cNvSpPr/>
            <p:nvPr/>
          </p:nvSpPr>
          <p:spPr>
            <a:xfrm>
              <a:off x="11772360" y="1624680"/>
              <a:ext cx="23760" cy="18504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81" name="Freeform 48"/>
            <p:cNvSpPr/>
            <p:nvPr/>
          </p:nvSpPr>
          <p:spPr>
            <a:xfrm>
              <a:off x="11772360" y="1947960"/>
              <a:ext cx="23760" cy="33408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4080"/>
                <a:gd name="textAreaBottom" fmla="*/ 334440 h 334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82" name="Freeform 49"/>
            <p:cNvSpPr/>
            <p:nvPr/>
          </p:nvSpPr>
          <p:spPr>
            <a:xfrm>
              <a:off x="11772360" y="2355120"/>
              <a:ext cx="23760" cy="33516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83" name="Freeform 50"/>
            <p:cNvSpPr/>
            <p:nvPr/>
          </p:nvSpPr>
          <p:spPr>
            <a:xfrm>
              <a:off x="14024520" y="2058120"/>
              <a:ext cx="23760" cy="53712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537120"/>
                <a:gd name="textAreaBottom" fmla="*/ 537480 h 5371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84" name="Freeform 51"/>
            <p:cNvSpPr/>
            <p:nvPr/>
          </p:nvSpPr>
          <p:spPr>
            <a:xfrm>
              <a:off x="11796480" y="1028880"/>
              <a:ext cx="2227320" cy="4502880"/>
            </a:xfrm>
            <a:custGeom>
              <a:avLst/>
              <a:gdLst>
                <a:gd name="textAreaLeft" fmla="*/ 0 w 2227320"/>
                <a:gd name="textAreaRight" fmla="*/ 2227680 w 2227320"/>
                <a:gd name="textAreaTop" fmla="*/ 0 h 4502880"/>
                <a:gd name="textAreaBottom" fmla="*/ 4503240 h 450288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85" name="Freeform 52"/>
          <p:cNvSpPr/>
          <p:nvPr/>
        </p:nvSpPr>
        <p:spPr>
          <a:xfrm>
            <a:off x="5236920" y="3280680"/>
            <a:ext cx="3661560" cy="2648520"/>
          </a:xfrm>
          <a:custGeom>
            <a:avLst/>
            <a:gdLst>
              <a:gd name="textAreaLeft" fmla="*/ 0 w 3661560"/>
              <a:gd name="textAreaRight" fmla="*/ 3661920 w 3661560"/>
              <a:gd name="textAreaTop" fmla="*/ 0 h 2648520"/>
              <a:gd name="textAreaBottom" fmla="*/ 2648880 h 2648520"/>
            </a:gdLst>
            <a:ahLst/>
            <a:cxnLst/>
            <a:rect l="textAreaLeft" t="textAreaTop" r="textAreaRight" b="textAreaBottom"/>
            <a:pathLst>
              <a:path w="3661880" h="2648962">
                <a:moveTo>
                  <a:pt x="0" y="2648962"/>
                </a:moveTo>
                <a:lnTo>
                  <a:pt x="1725461" y="2648962"/>
                </a:lnTo>
                <a:cubicBezTo>
                  <a:pt x="1851713" y="2648962"/>
                  <a:pt x="1954061" y="2546615"/>
                  <a:pt x="1954061" y="2420362"/>
                </a:cubicBezTo>
                <a:lnTo>
                  <a:pt x="1954061" y="228600"/>
                </a:lnTo>
                <a:cubicBezTo>
                  <a:pt x="1954061" y="102348"/>
                  <a:pt x="2056409" y="0"/>
                  <a:pt x="2182661" y="0"/>
                </a:cubicBezTo>
                <a:lnTo>
                  <a:pt x="3661880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6" name="Freeform 53"/>
          <p:cNvSpPr/>
          <p:nvPr/>
        </p:nvSpPr>
        <p:spPr>
          <a:xfrm>
            <a:off x="5800680" y="6824520"/>
            <a:ext cx="3139920" cy="1089360"/>
          </a:xfrm>
          <a:custGeom>
            <a:avLst/>
            <a:gdLst>
              <a:gd name="textAreaLeft" fmla="*/ 0 w 3139920"/>
              <a:gd name="textAreaRight" fmla="*/ 3140280 w 3139920"/>
              <a:gd name="textAreaTop" fmla="*/ 0 h 1089360"/>
              <a:gd name="textAreaBottom" fmla="*/ 1089720 h 1089360"/>
            </a:gdLst>
            <a:ahLst/>
            <a:cxnLst/>
            <a:rect l="textAreaLeft" t="textAreaTop" r="textAreaRight" b="textAreaBottom"/>
            <a:pathLst>
              <a:path w="3140370" h="1089730">
                <a:moveTo>
                  <a:pt x="0" y="0"/>
                </a:moveTo>
                <a:lnTo>
                  <a:pt x="1161650" y="0"/>
                </a:lnTo>
                <a:cubicBezTo>
                  <a:pt x="1287902" y="0"/>
                  <a:pt x="1390250" y="102348"/>
                  <a:pt x="1390250" y="228600"/>
                </a:cubicBezTo>
                <a:lnTo>
                  <a:pt x="1390250" y="861131"/>
                </a:lnTo>
                <a:cubicBezTo>
                  <a:pt x="1390250" y="987383"/>
                  <a:pt x="1492598" y="1089731"/>
                  <a:pt x="1618850" y="1089731"/>
                </a:cubicBezTo>
                <a:lnTo>
                  <a:pt x="3140371" y="1089731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7" name="Freeform 54"/>
          <p:cNvSpPr/>
          <p:nvPr/>
        </p:nvSpPr>
        <p:spPr>
          <a:xfrm>
            <a:off x="11203200" y="3261960"/>
            <a:ext cx="540000" cy="12600"/>
          </a:xfrm>
          <a:custGeom>
            <a:avLst/>
            <a:gdLst>
              <a:gd name="textAreaLeft" fmla="*/ 0 w 540000"/>
              <a:gd name="textAreaRight" fmla="*/ 540360 w 54000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540469" h="12814">
                <a:moveTo>
                  <a:pt x="0" y="12814"/>
                </a:moveTo>
                <a:lnTo>
                  <a:pt x="0" y="6407"/>
                </a:lnTo>
                <a:cubicBezTo>
                  <a:pt x="0" y="4708"/>
                  <a:pt x="675" y="3078"/>
                  <a:pt x="1876" y="1877"/>
                </a:cubicBezTo>
                <a:cubicBezTo>
                  <a:pt x="3078" y="675"/>
                  <a:pt x="4708" y="0"/>
                  <a:pt x="6407" y="0"/>
                </a:cubicBezTo>
                <a:lnTo>
                  <a:pt x="540468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8" name="Freeform 55"/>
          <p:cNvSpPr/>
          <p:nvPr/>
        </p:nvSpPr>
        <p:spPr>
          <a:xfrm>
            <a:off x="14096160" y="3293640"/>
            <a:ext cx="540000" cy="12600"/>
          </a:xfrm>
          <a:custGeom>
            <a:avLst/>
            <a:gdLst>
              <a:gd name="textAreaLeft" fmla="*/ 0 w 540000"/>
              <a:gd name="textAreaRight" fmla="*/ 540360 w 540000"/>
              <a:gd name="textAreaTop" fmla="*/ 0 h 12600"/>
              <a:gd name="textAreaBottom" fmla="*/ 12960 h 12600"/>
            </a:gdLst>
            <a:ahLst/>
            <a:cxnLst/>
            <a:rect l="textAreaLeft" t="textAreaTop" r="textAreaRight" b="textAreaBottom"/>
            <a:pathLst>
              <a:path w="540469" h="12814">
                <a:moveTo>
                  <a:pt x="0" y="12815"/>
                </a:moveTo>
                <a:lnTo>
                  <a:pt x="0" y="6408"/>
                </a:lnTo>
                <a:cubicBezTo>
                  <a:pt x="0" y="4708"/>
                  <a:pt x="674" y="3078"/>
                  <a:pt x="1876" y="1877"/>
                </a:cubicBezTo>
                <a:cubicBezTo>
                  <a:pt x="3079" y="675"/>
                  <a:pt x="4708" y="0"/>
                  <a:pt x="6407" y="0"/>
                </a:cubicBezTo>
                <a:lnTo>
                  <a:pt x="540469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9" name="TextBox 56"/>
          <p:cNvSpPr/>
          <p:nvPr/>
        </p:nvSpPr>
        <p:spPr>
          <a:xfrm>
            <a:off x="5800680" y="-40320"/>
            <a:ext cx="6205680" cy="110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8734"/>
              </a:lnSpc>
            </a:pPr>
            <a:r>
              <a:rPr lang="en-US" sz="624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Immunisation</a:t>
            </a:r>
            <a:endParaRPr lang="en-US" sz="624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90" name="Group 57"/>
          <p:cNvGrpSpPr/>
          <p:nvPr/>
        </p:nvGrpSpPr>
        <p:grpSpPr>
          <a:xfrm>
            <a:off x="5147280" y="2014920"/>
            <a:ext cx="551520" cy="565200"/>
            <a:chOff x="5147280" y="2014920"/>
            <a:chExt cx="551520" cy="565200"/>
          </a:xfrm>
        </p:grpSpPr>
        <p:sp>
          <p:nvSpPr>
            <p:cNvPr id="491" name="Freeform 58"/>
            <p:cNvSpPr/>
            <p:nvPr/>
          </p:nvSpPr>
          <p:spPr>
            <a:xfrm>
              <a:off x="5147280" y="2014920"/>
              <a:ext cx="551520" cy="565200"/>
            </a:xfrm>
            <a:custGeom>
              <a:avLst/>
              <a:gdLst>
                <a:gd name="textAreaLeft" fmla="*/ 0 w 551520"/>
                <a:gd name="textAreaRight" fmla="*/ 551880 w 551520"/>
                <a:gd name="textAreaTop" fmla="*/ 0 h 565200"/>
                <a:gd name="textAreaBottom" fmla="*/ 565560 h 565200"/>
              </a:gdLst>
              <a:ahLst/>
              <a:cxnLst/>
              <a:rect l="textAreaLeft" t="textAreaTop" r="textAreaRight" b="textAreaBottom"/>
              <a:pathLst>
                <a:path w="735869" h="753865">
                  <a:moveTo>
                    <a:pt x="354390" y="140455"/>
                  </a:moveTo>
                  <a:cubicBezTo>
                    <a:pt x="304860" y="109975"/>
                    <a:pt x="266760" y="125215"/>
                    <a:pt x="243900" y="139185"/>
                  </a:cubicBezTo>
                  <a:cubicBezTo>
                    <a:pt x="221040" y="153155"/>
                    <a:pt x="203260" y="172205"/>
                    <a:pt x="188020" y="193795"/>
                  </a:cubicBezTo>
                  <a:cubicBezTo>
                    <a:pt x="171510" y="217925"/>
                    <a:pt x="160080" y="248405"/>
                    <a:pt x="151190" y="276345"/>
                  </a:cubicBezTo>
                  <a:cubicBezTo>
                    <a:pt x="142300" y="304285"/>
                    <a:pt x="135950" y="329685"/>
                    <a:pt x="134680" y="360165"/>
                  </a:cubicBezTo>
                  <a:cubicBezTo>
                    <a:pt x="133410" y="395725"/>
                    <a:pt x="133410" y="443985"/>
                    <a:pt x="146110" y="474465"/>
                  </a:cubicBezTo>
                  <a:cubicBezTo>
                    <a:pt x="156270" y="499865"/>
                    <a:pt x="176590" y="516375"/>
                    <a:pt x="195640" y="534155"/>
                  </a:cubicBezTo>
                  <a:cubicBezTo>
                    <a:pt x="215960" y="553205"/>
                    <a:pt x="240090" y="568445"/>
                    <a:pt x="266760" y="581145"/>
                  </a:cubicBezTo>
                  <a:cubicBezTo>
                    <a:pt x="294700" y="596385"/>
                    <a:pt x="330260" y="610355"/>
                    <a:pt x="360740" y="616705"/>
                  </a:cubicBezTo>
                  <a:cubicBezTo>
                    <a:pt x="387410" y="621785"/>
                    <a:pt x="414080" y="623055"/>
                    <a:pt x="440750" y="616705"/>
                  </a:cubicBezTo>
                  <a:cubicBezTo>
                    <a:pt x="469960" y="609085"/>
                    <a:pt x="504250" y="588765"/>
                    <a:pt x="527110" y="568445"/>
                  </a:cubicBezTo>
                  <a:cubicBezTo>
                    <a:pt x="547430" y="549395"/>
                    <a:pt x="561400" y="525265"/>
                    <a:pt x="572830" y="501135"/>
                  </a:cubicBezTo>
                  <a:cubicBezTo>
                    <a:pt x="584260" y="475735"/>
                    <a:pt x="591880" y="451605"/>
                    <a:pt x="595690" y="419855"/>
                  </a:cubicBezTo>
                  <a:cubicBezTo>
                    <a:pt x="602040" y="374135"/>
                    <a:pt x="614740" y="289045"/>
                    <a:pt x="596960" y="250945"/>
                  </a:cubicBezTo>
                  <a:cubicBezTo>
                    <a:pt x="584260" y="224275"/>
                    <a:pt x="557590" y="212845"/>
                    <a:pt x="534730" y="197605"/>
                  </a:cubicBezTo>
                  <a:cubicBezTo>
                    <a:pt x="510600" y="181095"/>
                    <a:pt x="487740" y="167125"/>
                    <a:pt x="453450" y="156965"/>
                  </a:cubicBezTo>
                  <a:cubicBezTo>
                    <a:pt x="401380" y="142995"/>
                    <a:pt x="289620" y="155695"/>
                    <a:pt x="251520" y="141725"/>
                  </a:cubicBezTo>
                  <a:cubicBezTo>
                    <a:pt x="235010" y="135375"/>
                    <a:pt x="224850" y="127755"/>
                    <a:pt x="218500" y="118865"/>
                  </a:cubicBezTo>
                  <a:cubicBezTo>
                    <a:pt x="212150" y="111245"/>
                    <a:pt x="209610" y="101085"/>
                    <a:pt x="208340" y="92195"/>
                  </a:cubicBezTo>
                  <a:cubicBezTo>
                    <a:pt x="207070" y="84575"/>
                    <a:pt x="208340" y="74415"/>
                    <a:pt x="212150" y="65525"/>
                  </a:cubicBezTo>
                  <a:cubicBezTo>
                    <a:pt x="215960" y="55365"/>
                    <a:pt x="224850" y="42665"/>
                    <a:pt x="238820" y="35045"/>
                  </a:cubicBezTo>
                  <a:cubicBezTo>
                    <a:pt x="265490" y="21075"/>
                    <a:pt x="341690" y="8375"/>
                    <a:pt x="372170" y="17265"/>
                  </a:cubicBezTo>
                  <a:cubicBezTo>
                    <a:pt x="391220" y="23615"/>
                    <a:pt x="406460" y="38855"/>
                    <a:pt x="412810" y="51555"/>
                  </a:cubicBezTo>
                  <a:cubicBezTo>
                    <a:pt x="419160" y="62985"/>
                    <a:pt x="419160" y="76955"/>
                    <a:pt x="415350" y="88385"/>
                  </a:cubicBezTo>
                  <a:cubicBezTo>
                    <a:pt x="412810" y="98545"/>
                    <a:pt x="406460" y="111245"/>
                    <a:pt x="396300" y="118865"/>
                  </a:cubicBezTo>
                  <a:cubicBezTo>
                    <a:pt x="383600" y="126485"/>
                    <a:pt x="358200" y="131565"/>
                    <a:pt x="342960" y="127755"/>
                  </a:cubicBezTo>
                  <a:cubicBezTo>
                    <a:pt x="331530" y="125215"/>
                    <a:pt x="320100" y="116325"/>
                    <a:pt x="313750" y="106165"/>
                  </a:cubicBezTo>
                  <a:cubicBezTo>
                    <a:pt x="307400" y="97275"/>
                    <a:pt x="303590" y="83305"/>
                    <a:pt x="303590" y="71875"/>
                  </a:cubicBezTo>
                  <a:cubicBezTo>
                    <a:pt x="303590" y="60445"/>
                    <a:pt x="308670" y="46475"/>
                    <a:pt x="316290" y="37585"/>
                  </a:cubicBezTo>
                  <a:cubicBezTo>
                    <a:pt x="323910" y="28695"/>
                    <a:pt x="335340" y="19805"/>
                    <a:pt x="346770" y="18535"/>
                  </a:cubicBezTo>
                  <a:cubicBezTo>
                    <a:pt x="362010" y="15995"/>
                    <a:pt x="387410" y="21075"/>
                    <a:pt x="398840" y="31235"/>
                  </a:cubicBezTo>
                  <a:cubicBezTo>
                    <a:pt x="410270" y="42665"/>
                    <a:pt x="417890" y="66795"/>
                    <a:pt x="416620" y="82035"/>
                  </a:cubicBezTo>
                  <a:cubicBezTo>
                    <a:pt x="416620" y="93465"/>
                    <a:pt x="409000" y="106165"/>
                    <a:pt x="400110" y="113785"/>
                  </a:cubicBezTo>
                  <a:cubicBezTo>
                    <a:pt x="392490" y="122675"/>
                    <a:pt x="383600" y="126485"/>
                    <a:pt x="368360" y="130295"/>
                  </a:cubicBezTo>
                  <a:cubicBezTo>
                    <a:pt x="339150" y="137915"/>
                    <a:pt x="265490" y="149345"/>
                    <a:pt x="238820" y="136645"/>
                  </a:cubicBezTo>
                  <a:cubicBezTo>
                    <a:pt x="222310" y="129025"/>
                    <a:pt x="210880" y="108705"/>
                    <a:pt x="208340" y="92195"/>
                  </a:cubicBezTo>
                  <a:cubicBezTo>
                    <a:pt x="207070" y="76955"/>
                    <a:pt x="214690" y="54095"/>
                    <a:pt x="227390" y="42665"/>
                  </a:cubicBezTo>
                  <a:cubicBezTo>
                    <a:pt x="245170" y="27425"/>
                    <a:pt x="279460" y="26155"/>
                    <a:pt x="313750" y="22345"/>
                  </a:cubicBezTo>
                  <a:cubicBezTo>
                    <a:pt x="365820" y="17265"/>
                    <a:pt x="458530" y="15995"/>
                    <a:pt x="508060" y="26155"/>
                  </a:cubicBezTo>
                  <a:cubicBezTo>
                    <a:pt x="539810" y="33775"/>
                    <a:pt x="560130" y="45205"/>
                    <a:pt x="585530" y="59175"/>
                  </a:cubicBezTo>
                  <a:cubicBezTo>
                    <a:pt x="614740" y="76955"/>
                    <a:pt x="646490" y="101085"/>
                    <a:pt x="669350" y="125215"/>
                  </a:cubicBezTo>
                  <a:cubicBezTo>
                    <a:pt x="689670" y="145535"/>
                    <a:pt x="707450" y="162045"/>
                    <a:pt x="718880" y="192525"/>
                  </a:cubicBezTo>
                  <a:cubicBezTo>
                    <a:pt x="736660" y="240785"/>
                    <a:pt x="736660" y="344925"/>
                    <a:pt x="735390" y="399535"/>
                  </a:cubicBezTo>
                  <a:cubicBezTo>
                    <a:pt x="735390" y="435095"/>
                    <a:pt x="734120" y="459225"/>
                    <a:pt x="727770" y="487165"/>
                  </a:cubicBezTo>
                  <a:cubicBezTo>
                    <a:pt x="721420" y="512565"/>
                    <a:pt x="709990" y="537965"/>
                    <a:pt x="698560" y="562095"/>
                  </a:cubicBezTo>
                  <a:cubicBezTo>
                    <a:pt x="687130" y="586225"/>
                    <a:pt x="675700" y="609085"/>
                    <a:pt x="659190" y="630675"/>
                  </a:cubicBezTo>
                  <a:cubicBezTo>
                    <a:pt x="640140" y="654805"/>
                    <a:pt x="610930" y="680205"/>
                    <a:pt x="586800" y="699255"/>
                  </a:cubicBezTo>
                  <a:cubicBezTo>
                    <a:pt x="565210" y="715765"/>
                    <a:pt x="547430" y="732275"/>
                    <a:pt x="520760" y="742435"/>
                  </a:cubicBezTo>
                  <a:cubicBezTo>
                    <a:pt x="490280" y="752595"/>
                    <a:pt x="444560" y="753865"/>
                    <a:pt x="409000" y="753865"/>
                  </a:cubicBezTo>
                  <a:cubicBezTo>
                    <a:pt x="377250" y="753865"/>
                    <a:pt x="346770" y="752595"/>
                    <a:pt x="317560" y="747515"/>
                  </a:cubicBezTo>
                  <a:cubicBezTo>
                    <a:pt x="290890" y="741165"/>
                    <a:pt x="265490" y="729735"/>
                    <a:pt x="240090" y="719575"/>
                  </a:cubicBezTo>
                  <a:cubicBezTo>
                    <a:pt x="214690" y="710685"/>
                    <a:pt x="191830" y="704335"/>
                    <a:pt x="168970" y="690365"/>
                  </a:cubicBezTo>
                  <a:cubicBezTo>
                    <a:pt x="142300" y="673855"/>
                    <a:pt x="114360" y="645915"/>
                    <a:pt x="91500" y="621785"/>
                  </a:cubicBezTo>
                  <a:cubicBezTo>
                    <a:pt x="69910" y="598925"/>
                    <a:pt x="47050" y="578605"/>
                    <a:pt x="33080" y="549395"/>
                  </a:cubicBezTo>
                  <a:cubicBezTo>
                    <a:pt x="17840" y="518915"/>
                    <a:pt x="12760" y="478275"/>
                    <a:pt x="7680" y="442715"/>
                  </a:cubicBezTo>
                  <a:cubicBezTo>
                    <a:pt x="2600" y="408425"/>
                    <a:pt x="-2480" y="377945"/>
                    <a:pt x="1330" y="339845"/>
                  </a:cubicBezTo>
                  <a:cubicBezTo>
                    <a:pt x="6410" y="291585"/>
                    <a:pt x="29270" y="220465"/>
                    <a:pt x="45780" y="178555"/>
                  </a:cubicBezTo>
                  <a:cubicBezTo>
                    <a:pt x="58480" y="149345"/>
                    <a:pt x="64830" y="131565"/>
                    <a:pt x="85150" y="108705"/>
                  </a:cubicBezTo>
                  <a:cubicBezTo>
                    <a:pt x="113090" y="74415"/>
                    <a:pt x="160080" y="23615"/>
                    <a:pt x="210880" y="8375"/>
                  </a:cubicBezTo>
                  <a:cubicBezTo>
                    <a:pt x="268030" y="-9405"/>
                    <a:pt x="373440" y="3295"/>
                    <a:pt x="414080" y="26155"/>
                  </a:cubicBezTo>
                  <a:cubicBezTo>
                    <a:pt x="436940" y="38855"/>
                    <a:pt x="449640" y="61715"/>
                    <a:pt x="454720" y="80765"/>
                  </a:cubicBezTo>
                  <a:cubicBezTo>
                    <a:pt x="458530" y="94735"/>
                    <a:pt x="458530" y="109975"/>
                    <a:pt x="452180" y="122675"/>
                  </a:cubicBezTo>
                  <a:cubicBezTo>
                    <a:pt x="444560" y="136645"/>
                    <a:pt x="424240" y="154425"/>
                    <a:pt x="407730" y="156965"/>
                  </a:cubicBezTo>
                  <a:cubicBezTo>
                    <a:pt x="392490" y="160775"/>
                    <a:pt x="354390" y="140455"/>
                    <a:pt x="354390" y="140455"/>
                  </a:cubicBezTo>
                </a:path>
              </a:pathLst>
            </a:custGeom>
            <a:solidFill>
              <a:srgbClr val="E7191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92" name="Group 59"/>
          <p:cNvGrpSpPr/>
          <p:nvPr/>
        </p:nvGrpSpPr>
        <p:grpSpPr>
          <a:xfrm>
            <a:off x="5565240" y="1847880"/>
            <a:ext cx="601920" cy="396720"/>
            <a:chOff x="5565240" y="1847880"/>
            <a:chExt cx="601920" cy="396720"/>
          </a:xfrm>
        </p:grpSpPr>
        <p:sp>
          <p:nvSpPr>
            <p:cNvPr id="493" name="Freeform 60"/>
            <p:cNvSpPr/>
            <p:nvPr/>
          </p:nvSpPr>
          <p:spPr>
            <a:xfrm>
              <a:off x="5565240" y="1847880"/>
              <a:ext cx="601920" cy="396720"/>
            </a:xfrm>
            <a:custGeom>
              <a:avLst/>
              <a:gdLst>
                <a:gd name="textAreaLeft" fmla="*/ 0 w 601920"/>
                <a:gd name="textAreaRight" fmla="*/ 602280 w 601920"/>
                <a:gd name="textAreaTop" fmla="*/ 0 h 396720"/>
                <a:gd name="textAreaBottom" fmla="*/ 397080 h 396720"/>
              </a:gdLst>
              <a:ahLst/>
              <a:cxnLst/>
              <a:rect l="textAreaLeft" t="textAreaTop" r="textAreaRight" b="textAreaBottom"/>
              <a:pathLst>
                <a:path w="803078" h="529337">
                  <a:moveTo>
                    <a:pt x="19245" y="424244"/>
                  </a:moveTo>
                  <a:cubicBezTo>
                    <a:pt x="374845" y="125794"/>
                    <a:pt x="468825" y="67374"/>
                    <a:pt x="533595" y="36894"/>
                  </a:cubicBezTo>
                  <a:cubicBezTo>
                    <a:pt x="572965" y="16574"/>
                    <a:pt x="603445" y="-1206"/>
                    <a:pt x="635195" y="64"/>
                  </a:cubicBezTo>
                  <a:cubicBezTo>
                    <a:pt x="664405" y="1334"/>
                    <a:pt x="692345" y="33084"/>
                    <a:pt x="717745" y="38164"/>
                  </a:cubicBezTo>
                  <a:cubicBezTo>
                    <a:pt x="736795" y="41974"/>
                    <a:pt x="757115" y="30544"/>
                    <a:pt x="771085" y="38164"/>
                  </a:cubicBezTo>
                  <a:cubicBezTo>
                    <a:pt x="785055" y="44514"/>
                    <a:pt x="800295" y="66104"/>
                    <a:pt x="801565" y="81344"/>
                  </a:cubicBezTo>
                  <a:cubicBezTo>
                    <a:pt x="804105" y="96584"/>
                    <a:pt x="795215" y="120714"/>
                    <a:pt x="782515" y="130874"/>
                  </a:cubicBezTo>
                  <a:cubicBezTo>
                    <a:pt x="771085" y="142304"/>
                    <a:pt x="745685" y="146114"/>
                    <a:pt x="730445" y="143574"/>
                  </a:cubicBezTo>
                  <a:cubicBezTo>
                    <a:pt x="719015" y="142304"/>
                    <a:pt x="707585" y="133414"/>
                    <a:pt x="699965" y="123254"/>
                  </a:cubicBezTo>
                  <a:cubicBezTo>
                    <a:pt x="693615" y="114364"/>
                    <a:pt x="687265" y="101664"/>
                    <a:pt x="688535" y="88964"/>
                  </a:cubicBezTo>
                  <a:cubicBezTo>
                    <a:pt x="688535" y="74994"/>
                    <a:pt x="699965" y="50864"/>
                    <a:pt x="712665" y="41974"/>
                  </a:cubicBezTo>
                  <a:cubicBezTo>
                    <a:pt x="725365" y="33084"/>
                    <a:pt x="750765" y="30544"/>
                    <a:pt x="766005" y="35624"/>
                  </a:cubicBezTo>
                  <a:cubicBezTo>
                    <a:pt x="777435" y="38164"/>
                    <a:pt x="787595" y="48324"/>
                    <a:pt x="793945" y="58484"/>
                  </a:cubicBezTo>
                  <a:cubicBezTo>
                    <a:pt x="800295" y="67374"/>
                    <a:pt x="804105" y="81344"/>
                    <a:pt x="802835" y="94044"/>
                  </a:cubicBezTo>
                  <a:cubicBezTo>
                    <a:pt x="800295" y="108014"/>
                    <a:pt x="786325" y="128334"/>
                    <a:pt x="772355" y="138494"/>
                  </a:cubicBezTo>
                  <a:cubicBezTo>
                    <a:pt x="758385" y="149924"/>
                    <a:pt x="738065" y="155004"/>
                    <a:pt x="715205" y="157544"/>
                  </a:cubicBezTo>
                  <a:cubicBezTo>
                    <a:pt x="680915" y="162624"/>
                    <a:pt x="625035" y="143574"/>
                    <a:pt x="588205" y="152464"/>
                  </a:cubicBezTo>
                  <a:cubicBezTo>
                    <a:pt x="556455" y="158814"/>
                    <a:pt x="534865" y="177864"/>
                    <a:pt x="504385" y="196914"/>
                  </a:cubicBezTo>
                  <a:cubicBezTo>
                    <a:pt x="463745" y="219774"/>
                    <a:pt x="421835" y="247714"/>
                    <a:pt x="369765" y="285814"/>
                  </a:cubicBezTo>
                  <a:cubicBezTo>
                    <a:pt x="289755" y="345504"/>
                    <a:pt x="124655" y="508064"/>
                    <a:pt x="76395" y="525844"/>
                  </a:cubicBezTo>
                  <a:cubicBezTo>
                    <a:pt x="62425" y="530924"/>
                    <a:pt x="57345" y="529654"/>
                    <a:pt x="47185" y="527114"/>
                  </a:cubicBezTo>
                  <a:cubicBezTo>
                    <a:pt x="35755" y="523304"/>
                    <a:pt x="19245" y="514414"/>
                    <a:pt x="11625" y="502984"/>
                  </a:cubicBezTo>
                  <a:cubicBezTo>
                    <a:pt x="4005" y="492824"/>
                    <a:pt x="-1075" y="475044"/>
                    <a:pt x="195" y="462344"/>
                  </a:cubicBezTo>
                  <a:cubicBezTo>
                    <a:pt x="1465" y="448374"/>
                    <a:pt x="19245" y="424244"/>
                    <a:pt x="19245" y="424244"/>
                  </a:cubicBezTo>
                </a:path>
              </a:pathLst>
            </a:custGeom>
            <a:solidFill>
              <a:srgbClr val="E7191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94" name="Group 61"/>
          <p:cNvGrpSpPr/>
          <p:nvPr/>
        </p:nvGrpSpPr>
        <p:grpSpPr>
          <a:xfrm>
            <a:off x="5911200" y="1675080"/>
            <a:ext cx="425520" cy="538560"/>
            <a:chOff x="5911200" y="1675080"/>
            <a:chExt cx="425520" cy="538560"/>
          </a:xfrm>
        </p:grpSpPr>
        <p:sp>
          <p:nvSpPr>
            <p:cNvPr id="495" name="Freeform 62"/>
            <p:cNvSpPr/>
            <p:nvPr/>
          </p:nvSpPr>
          <p:spPr>
            <a:xfrm>
              <a:off x="5911200" y="1675080"/>
              <a:ext cx="425520" cy="538560"/>
            </a:xfrm>
            <a:custGeom>
              <a:avLst/>
              <a:gdLst>
                <a:gd name="textAreaLeft" fmla="*/ 0 w 425520"/>
                <a:gd name="textAreaRight" fmla="*/ 425880 w 425520"/>
                <a:gd name="textAreaTop" fmla="*/ 0 h 538560"/>
                <a:gd name="textAreaBottom" fmla="*/ 538920 h 538560"/>
              </a:gdLst>
              <a:ahLst/>
              <a:cxnLst/>
              <a:rect l="textAreaLeft" t="textAreaTop" r="textAreaRight" b="textAreaBottom"/>
              <a:pathLst>
                <a:path w="567651" h="718475">
                  <a:moveTo>
                    <a:pt x="198162" y="170437"/>
                  </a:moveTo>
                  <a:cubicBezTo>
                    <a:pt x="36872" y="143767"/>
                    <a:pt x="1312" y="110747"/>
                    <a:pt x="42" y="85347"/>
                  </a:cubicBezTo>
                  <a:cubicBezTo>
                    <a:pt x="-1228" y="61217"/>
                    <a:pt x="26712" y="26927"/>
                    <a:pt x="57192" y="11687"/>
                  </a:cubicBezTo>
                  <a:cubicBezTo>
                    <a:pt x="102912" y="-9903"/>
                    <a:pt x="209592" y="4067"/>
                    <a:pt x="265472" y="9147"/>
                  </a:cubicBezTo>
                  <a:cubicBezTo>
                    <a:pt x="304842" y="11687"/>
                    <a:pt x="327702" y="16767"/>
                    <a:pt x="364532" y="25657"/>
                  </a:cubicBezTo>
                  <a:cubicBezTo>
                    <a:pt x="412792" y="37087"/>
                    <a:pt x="494072" y="52327"/>
                    <a:pt x="527092" y="73917"/>
                  </a:cubicBezTo>
                  <a:cubicBezTo>
                    <a:pt x="547412" y="87887"/>
                    <a:pt x="562652" y="103127"/>
                    <a:pt x="566462" y="120907"/>
                  </a:cubicBezTo>
                  <a:cubicBezTo>
                    <a:pt x="570272" y="138687"/>
                    <a:pt x="562652" y="166627"/>
                    <a:pt x="549952" y="179327"/>
                  </a:cubicBezTo>
                  <a:cubicBezTo>
                    <a:pt x="538522" y="192027"/>
                    <a:pt x="504232" y="184407"/>
                    <a:pt x="492802" y="199647"/>
                  </a:cubicBezTo>
                  <a:cubicBezTo>
                    <a:pt x="480102" y="217427"/>
                    <a:pt x="495342" y="249177"/>
                    <a:pt x="486452" y="288547"/>
                  </a:cubicBezTo>
                  <a:cubicBezTo>
                    <a:pt x="464862" y="373637"/>
                    <a:pt x="356912" y="623827"/>
                    <a:pt x="326432" y="679707"/>
                  </a:cubicBezTo>
                  <a:cubicBezTo>
                    <a:pt x="317542" y="694947"/>
                    <a:pt x="313732" y="701297"/>
                    <a:pt x="303572" y="708917"/>
                  </a:cubicBezTo>
                  <a:cubicBezTo>
                    <a:pt x="294682" y="715267"/>
                    <a:pt x="280712" y="720347"/>
                    <a:pt x="269282" y="717807"/>
                  </a:cubicBezTo>
                  <a:cubicBezTo>
                    <a:pt x="254042" y="716537"/>
                    <a:pt x="231182" y="702567"/>
                    <a:pt x="223562" y="691137"/>
                  </a:cubicBezTo>
                  <a:cubicBezTo>
                    <a:pt x="215942" y="680977"/>
                    <a:pt x="213402" y="667007"/>
                    <a:pt x="214672" y="655577"/>
                  </a:cubicBezTo>
                  <a:cubicBezTo>
                    <a:pt x="215942" y="644147"/>
                    <a:pt x="221022" y="630177"/>
                    <a:pt x="229912" y="622557"/>
                  </a:cubicBezTo>
                  <a:cubicBezTo>
                    <a:pt x="241342" y="612397"/>
                    <a:pt x="265472" y="602237"/>
                    <a:pt x="280712" y="604777"/>
                  </a:cubicBezTo>
                  <a:cubicBezTo>
                    <a:pt x="297222" y="607317"/>
                    <a:pt x="316272" y="623827"/>
                    <a:pt x="323892" y="636527"/>
                  </a:cubicBezTo>
                  <a:cubicBezTo>
                    <a:pt x="330242" y="647957"/>
                    <a:pt x="330242" y="661927"/>
                    <a:pt x="327702" y="673357"/>
                  </a:cubicBezTo>
                  <a:cubicBezTo>
                    <a:pt x="325162" y="684787"/>
                    <a:pt x="317542" y="697487"/>
                    <a:pt x="308652" y="705107"/>
                  </a:cubicBezTo>
                  <a:cubicBezTo>
                    <a:pt x="299762" y="712727"/>
                    <a:pt x="287062" y="719077"/>
                    <a:pt x="275632" y="717807"/>
                  </a:cubicBezTo>
                  <a:cubicBezTo>
                    <a:pt x="260392" y="717807"/>
                    <a:pt x="236262" y="706377"/>
                    <a:pt x="226102" y="696217"/>
                  </a:cubicBezTo>
                  <a:cubicBezTo>
                    <a:pt x="218482" y="687327"/>
                    <a:pt x="214672" y="677167"/>
                    <a:pt x="214672" y="660657"/>
                  </a:cubicBezTo>
                  <a:cubicBezTo>
                    <a:pt x="214672" y="621287"/>
                    <a:pt x="251502" y="528577"/>
                    <a:pt x="276902" y="458727"/>
                  </a:cubicBezTo>
                  <a:cubicBezTo>
                    <a:pt x="303572" y="382527"/>
                    <a:pt x="354372" y="283467"/>
                    <a:pt x="373422" y="222507"/>
                  </a:cubicBezTo>
                  <a:cubicBezTo>
                    <a:pt x="384852" y="185677"/>
                    <a:pt x="374692" y="156467"/>
                    <a:pt x="393742" y="132337"/>
                  </a:cubicBezTo>
                  <a:cubicBezTo>
                    <a:pt x="415332" y="103127"/>
                    <a:pt x="482642" y="70107"/>
                    <a:pt x="511852" y="70107"/>
                  </a:cubicBezTo>
                  <a:cubicBezTo>
                    <a:pt x="529632" y="70107"/>
                    <a:pt x="543602" y="82807"/>
                    <a:pt x="552492" y="92967"/>
                  </a:cubicBezTo>
                  <a:cubicBezTo>
                    <a:pt x="560112" y="100587"/>
                    <a:pt x="565192" y="109477"/>
                    <a:pt x="566462" y="120907"/>
                  </a:cubicBezTo>
                  <a:cubicBezTo>
                    <a:pt x="569002" y="133607"/>
                    <a:pt x="567732" y="153927"/>
                    <a:pt x="560112" y="166627"/>
                  </a:cubicBezTo>
                  <a:cubicBezTo>
                    <a:pt x="549952" y="180597"/>
                    <a:pt x="533442" y="195837"/>
                    <a:pt x="509312" y="199647"/>
                  </a:cubicBezTo>
                  <a:cubicBezTo>
                    <a:pt x="459782" y="208537"/>
                    <a:pt x="342942" y="148847"/>
                    <a:pt x="265472" y="138687"/>
                  </a:cubicBezTo>
                  <a:cubicBezTo>
                    <a:pt x="198162" y="131067"/>
                    <a:pt x="81322" y="161547"/>
                    <a:pt x="71162" y="139957"/>
                  </a:cubicBezTo>
                  <a:cubicBezTo>
                    <a:pt x="63542" y="123447"/>
                    <a:pt x="115612" y="63757"/>
                    <a:pt x="142282" y="51057"/>
                  </a:cubicBezTo>
                  <a:cubicBezTo>
                    <a:pt x="163872" y="40897"/>
                    <a:pt x="193082" y="44707"/>
                    <a:pt x="213402" y="52327"/>
                  </a:cubicBezTo>
                  <a:cubicBezTo>
                    <a:pt x="229912" y="58677"/>
                    <a:pt x="248962" y="73917"/>
                    <a:pt x="255312" y="89157"/>
                  </a:cubicBezTo>
                  <a:cubicBezTo>
                    <a:pt x="260392" y="104397"/>
                    <a:pt x="257852" y="131067"/>
                    <a:pt x="247692" y="145037"/>
                  </a:cubicBezTo>
                  <a:cubicBezTo>
                    <a:pt x="238802" y="159007"/>
                    <a:pt x="198162" y="170437"/>
                    <a:pt x="198162" y="170437"/>
                  </a:cubicBezTo>
                </a:path>
              </a:pathLst>
            </a:custGeom>
            <a:solidFill>
              <a:srgbClr val="E7191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96" name="TextBox 63"/>
          <p:cNvSpPr/>
          <p:nvPr/>
        </p:nvSpPr>
        <p:spPr>
          <a:xfrm>
            <a:off x="6451200" y="1400760"/>
            <a:ext cx="2227320" cy="102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682"/>
              </a:lnSpc>
            </a:pPr>
            <a:r>
              <a:rPr lang="en-US" sz="1920" b="0" strike="noStrike" spc="-1">
                <a:solidFill>
                  <a:srgbClr val="000000"/>
                </a:solidFill>
                <a:latin typeface="Canva Sans"/>
                <a:ea typeface="Canva Sans"/>
              </a:rPr>
              <a:t>currently this button is not doing anything </a:t>
            </a:r>
            <a:endParaRPr lang="en-US" sz="192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roup 2"/>
          <p:cNvGrpSpPr/>
          <p:nvPr/>
        </p:nvGrpSpPr>
        <p:grpSpPr>
          <a:xfrm>
            <a:off x="326160" y="2778840"/>
            <a:ext cx="2584080" cy="5112000"/>
            <a:chOff x="326160" y="2778840"/>
            <a:chExt cx="2584080" cy="5112000"/>
          </a:xfrm>
        </p:grpSpPr>
        <p:sp>
          <p:nvSpPr>
            <p:cNvPr id="498" name="Freeform 3"/>
            <p:cNvSpPr/>
            <p:nvPr/>
          </p:nvSpPr>
          <p:spPr>
            <a:xfrm>
              <a:off x="378720" y="2803680"/>
              <a:ext cx="2478600" cy="5061600"/>
            </a:xfrm>
            <a:custGeom>
              <a:avLst/>
              <a:gdLst>
                <a:gd name="textAreaLeft" fmla="*/ 0 w 2478600"/>
                <a:gd name="textAreaRight" fmla="*/ 2478960 w 2478600"/>
                <a:gd name="textAreaTop" fmla="*/ 0 h 5061600"/>
                <a:gd name="textAreaBottom" fmla="*/ 5061960 h 5061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99" name="Freeform 4"/>
            <p:cNvSpPr/>
            <p:nvPr/>
          </p:nvSpPr>
          <p:spPr>
            <a:xfrm>
              <a:off x="509040" y="2932920"/>
              <a:ext cx="2219400" cy="4809960"/>
            </a:xfrm>
            <a:custGeom>
              <a:avLst/>
              <a:gdLst>
                <a:gd name="textAreaLeft" fmla="*/ 0 w 2219400"/>
                <a:gd name="textAreaRight" fmla="*/ 2219760 w 2219400"/>
                <a:gd name="textAreaTop" fmla="*/ 0 h 4809960"/>
                <a:gd name="textAreaBottom" fmla="*/ 4810320 h 48099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00" name="Freeform 5"/>
            <p:cNvSpPr/>
            <p:nvPr/>
          </p:nvSpPr>
          <p:spPr>
            <a:xfrm>
              <a:off x="1432440" y="2973960"/>
              <a:ext cx="342720" cy="42120"/>
            </a:xfrm>
            <a:custGeom>
              <a:avLst/>
              <a:gdLst>
                <a:gd name="textAreaLeft" fmla="*/ 0 w 342720"/>
                <a:gd name="textAreaRight" fmla="*/ 343080 w 34272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2520" rIns="90000" bIns="-252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01" name="Freeform 6"/>
            <p:cNvSpPr/>
            <p:nvPr/>
          </p:nvSpPr>
          <p:spPr>
            <a:xfrm>
              <a:off x="1884600" y="2964240"/>
              <a:ext cx="62640" cy="6228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02" name="Freeform 7"/>
            <p:cNvSpPr/>
            <p:nvPr/>
          </p:nvSpPr>
          <p:spPr>
            <a:xfrm>
              <a:off x="326160" y="3455280"/>
              <a:ext cx="27360" cy="2102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10240"/>
                <a:gd name="textAreaBottom" fmla="*/ 210600 h 2102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03" name="Freeform 8"/>
            <p:cNvSpPr/>
            <p:nvPr/>
          </p:nvSpPr>
          <p:spPr>
            <a:xfrm>
              <a:off x="326160" y="3822120"/>
              <a:ext cx="27360" cy="3790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79080"/>
                <a:gd name="textAreaBottom" fmla="*/ 379440 h 379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04" name="Freeform 9"/>
            <p:cNvSpPr/>
            <p:nvPr/>
          </p:nvSpPr>
          <p:spPr>
            <a:xfrm>
              <a:off x="326160" y="4284360"/>
              <a:ext cx="27360" cy="3805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80520"/>
                <a:gd name="textAreaBottom" fmla="*/ 380880 h 3805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05" name="Freeform 10"/>
            <p:cNvSpPr/>
            <p:nvPr/>
          </p:nvSpPr>
          <p:spPr>
            <a:xfrm>
              <a:off x="2882880" y="3947400"/>
              <a:ext cx="27360" cy="6098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609840"/>
                <a:gd name="textAreaBottom" fmla="*/ 610200 h 6098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06" name="Freeform 11"/>
            <p:cNvSpPr/>
            <p:nvPr/>
          </p:nvSpPr>
          <p:spPr>
            <a:xfrm>
              <a:off x="353880" y="2778840"/>
              <a:ext cx="2529000" cy="5112000"/>
            </a:xfrm>
            <a:custGeom>
              <a:avLst/>
              <a:gdLst>
                <a:gd name="textAreaLeft" fmla="*/ 0 w 2529000"/>
                <a:gd name="textAreaRight" fmla="*/ 2529360 w 2529000"/>
                <a:gd name="textAreaTop" fmla="*/ 0 h 5112000"/>
                <a:gd name="textAreaBottom" fmla="*/ 5112360 h 51120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07" name="Group 12"/>
          <p:cNvGrpSpPr/>
          <p:nvPr/>
        </p:nvGrpSpPr>
        <p:grpSpPr>
          <a:xfrm>
            <a:off x="3073320" y="2778840"/>
            <a:ext cx="2584080" cy="5112000"/>
            <a:chOff x="3073320" y="2778840"/>
            <a:chExt cx="2584080" cy="5112000"/>
          </a:xfrm>
        </p:grpSpPr>
        <p:sp>
          <p:nvSpPr>
            <p:cNvPr id="508" name="Freeform 13"/>
            <p:cNvSpPr/>
            <p:nvPr/>
          </p:nvSpPr>
          <p:spPr>
            <a:xfrm>
              <a:off x="3125880" y="2803680"/>
              <a:ext cx="2478600" cy="5061600"/>
            </a:xfrm>
            <a:custGeom>
              <a:avLst/>
              <a:gdLst>
                <a:gd name="textAreaLeft" fmla="*/ 0 w 2478600"/>
                <a:gd name="textAreaRight" fmla="*/ 2478960 w 2478600"/>
                <a:gd name="textAreaTop" fmla="*/ 0 h 5061600"/>
                <a:gd name="textAreaBottom" fmla="*/ 5061960 h 5061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09" name="Freeform 14"/>
            <p:cNvSpPr/>
            <p:nvPr/>
          </p:nvSpPr>
          <p:spPr>
            <a:xfrm>
              <a:off x="3256200" y="2932920"/>
              <a:ext cx="2219400" cy="4809960"/>
            </a:xfrm>
            <a:custGeom>
              <a:avLst/>
              <a:gdLst>
                <a:gd name="textAreaLeft" fmla="*/ 0 w 2219400"/>
                <a:gd name="textAreaRight" fmla="*/ 2219760 w 2219400"/>
                <a:gd name="textAreaTop" fmla="*/ 0 h 4809960"/>
                <a:gd name="textAreaBottom" fmla="*/ 4810320 h 48099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10" name="Freeform 15"/>
            <p:cNvSpPr/>
            <p:nvPr/>
          </p:nvSpPr>
          <p:spPr>
            <a:xfrm>
              <a:off x="4179240" y="2973960"/>
              <a:ext cx="342720" cy="42120"/>
            </a:xfrm>
            <a:custGeom>
              <a:avLst/>
              <a:gdLst>
                <a:gd name="textAreaLeft" fmla="*/ 0 w 342720"/>
                <a:gd name="textAreaRight" fmla="*/ 343080 w 34272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2520" rIns="90000" bIns="-252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11" name="Freeform 16"/>
            <p:cNvSpPr/>
            <p:nvPr/>
          </p:nvSpPr>
          <p:spPr>
            <a:xfrm>
              <a:off x="4631400" y="2964240"/>
              <a:ext cx="62640" cy="6228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12" name="Freeform 17"/>
            <p:cNvSpPr/>
            <p:nvPr/>
          </p:nvSpPr>
          <p:spPr>
            <a:xfrm>
              <a:off x="3073320" y="3455280"/>
              <a:ext cx="27360" cy="2102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10240"/>
                <a:gd name="textAreaBottom" fmla="*/ 210600 h 2102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13" name="Freeform 18"/>
            <p:cNvSpPr/>
            <p:nvPr/>
          </p:nvSpPr>
          <p:spPr>
            <a:xfrm>
              <a:off x="3073320" y="3822120"/>
              <a:ext cx="27360" cy="3790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79080"/>
                <a:gd name="textAreaBottom" fmla="*/ 379440 h 379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14" name="Freeform 19"/>
            <p:cNvSpPr/>
            <p:nvPr/>
          </p:nvSpPr>
          <p:spPr>
            <a:xfrm>
              <a:off x="3073320" y="4284360"/>
              <a:ext cx="27360" cy="3805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80520"/>
                <a:gd name="textAreaBottom" fmla="*/ 380880 h 3805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15" name="Freeform 20"/>
            <p:cNvSpPr/>
            <p:nvPr/>
          </p:nvSpPr>
          <p:spPr>
            <a:xfrm>
              <a:off x="5630040" y="3947400"/>
              <a:ext cx="27360" cy="6098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609840"/>
                <a:gd name="textAreaBottom" fmla="*/ 610200 h 6098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16" name="Freeform 21"/>
            <p:cNvSpPr/>
            <p:nvPr/>
          </p:nvSpPr>
          <p:spPr>
            <a:xfrm>
              <a:off x="3100680" y="2778840"/>
              <a:ext cx="2529000" cy="5112000"/>
            </a:xfrm>
            <a:custGeom>
              <a:avLst/>
              <a:gdLst>
                <a:gd name="textAreaLeft" fmla="*/ 0 w 2529000"/>
                <a:gd name="textAreaRight" fmla="*/ 2529360 w 2529000"/>
                <a:gd name="textAreaTop" fmla="*/ 0 h 5112000"/>
                <a:gd name="textAreaBottom" fmla="*/ 5112360 h 51120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17" name="Group 22"/>
          <p:cNvGrpSpPr/>
          <p:nvPr/>
        </p:nvGrpSpPr>
        <p:grpSpPr>
          <a:xfrm>
            <a:off x="8873640" y="2778840"/>
            <a:ext cx="2584080" cy="5112000"/>
            <a:chOff x="8873640" y="2778840"/>
            <a:chExt cx="2584080" cy="5112000"/>
          </a:xfrm>
        </p:grpSpPr>
        <p:sp>
          <p:nvSpPr>
            <p:cNvPr id="518" name="Freeform 23"/>
            <p:cNvSpPr/>
            <p:nvPr/>
          </p:nvSpPr>
          <p:spPr>
            <a:xfrm>
              <a:off x="8926200" y="2803680"/>
              <a:ext cx="2478600" cy="5061600"/>
            </a:xfrm>
            <a:custGeom>
              <a:avLst/>
              <a:gdLst>
                <a:gd name="textAreaLeft" fmla="*/ 0 w 2478600"/>
                <a:gd name="textAreaRight" fmla="*/ 2478960 w 2478600"/>
                <a:gd name="textAreaTop" fmla="*/ 0 h 5061600"/>
                <a:gd name="textAreaBottom" fmla="*/ 5061960 h 5061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19" name="Freeform 24"/>
            <p:cNvSpPr/>
            <p:nvPr/>
          </p:nvSpPr>
          <p:spPr>
            <a:xfrm>
              <a:off x="9056520" y="2932920"/>
              <a:ext cx="2219400" cy="4809960"/>
            </a:xfrm>
            <a:custGeom>
              <a:avLst/>
              <a:gdLst>
                <a:gd name="textAreaLeft" fmla="*/ 0 w 2219400"/>
                <a:gd name="textAreaRight" fmla="*/ 2219760 w 2219400"/>
                <a:gd name="textAreaTop" fmla="*/ 0 h 4809960"/>
                <a:gd name="textAreaBottom" fmla="*/ 4810320 h 48099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20" name="Freeform 25"/>
            <p:cNvSpPr/>
            <p:nvPr/>
          </p:nvSpPr>
          <p:spPr>
            <a:xfrm>
              <a:off x="9979560" y="2973960"/>
              <a:ext cx="342720" cy="42120"/>
            </a:xfrm>
            <a:custGeom>
              <a:avLst/>
              <a:gdLst>
                <a:gd name="textAreaLeft" fmla="*/ 0 w 342720"/>
                <a:gd name="textAreaRight" fmla="*/ 343080 w 34272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2520" rIns="90000" bIns="-252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21" name="Freeform 26"/>
            <p:cNvSpPr/>
            <p:nvPr/>
          </p:nvSpPr>
          <p:spPr>
            <a:xfrm>
              <a:off x="10431720" y="2964240"/>
              <a:ext cx="62640" cy="6228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22" name="Freeform 27"/>
            <p:cNvSpPr/>
            <p:nvPr/>
          </p:nvSpPr>
          <p:spPr>
            <a:xfrm>
              <a:off x="8873640" y="3455280"/>
              <a:ext cx="27360" cy="2102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10240"/>
                <a:gd name="textAreaBottom" fmla="*/ 210600 h 2102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23" name="Freeform 28"/>
            <p:cNvSpPr/>
            <p:nvPr/>
          </p:nvSpPr>
          <p:spPr>
            <a:xfrm>
              <a:off x="8873640" y="3822120"/>
              <a:ext cx="27360" cy="3790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79080"/>
                <a:gd name="textAreaBottom" fmla="*/ 379440 h 379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24" name="Freeform 29"/>
            <p:cNvSpPr/>
            <p:nvPr/>
          </p:nvSpPr>
          <p:spPr>
            <a:xfrm>
              <a:off x="8873640" y="4284360"/>
              <a:ext cx="27360" cy="3805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80520"/>
                <a:gd name="textAreaBottom" fmla="*/ 380880 h 3805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25" name="Freeform 30"/>
            <p:cNvSpPr/>
            <p:nvPr/>
          </p:nvSpPr>
          <p:spPr>
            <a:xfrm>
              <a:off x="11430360" y="3947400"/>
              <a:ext cx="27360" cy="6098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609840"/>
                <a:gd name="textAreaBottom" fmla="*/ 610200 h 6098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26" name="Freeform 31"/>
            <p:cNvSpPr/>
            <p:nvPr/>
          </p:nvSpPr>
          <p:spPr>
            <a:xfrm>
              <a:off x="8901000" y="2778840"/>
              <a:ext cx="2529000" cy="5112000"/>
            </a:xfrm>
            <a:custGeom>
              <a:avLst/>
              <a:gdLst>
                <a:gd name="textAreaLeft" fmla="*/ 0 w 2529000"/>
                <a:gd name="textAreaRight" fmla="*/ 2529360 w 2529000"/>
                <a:gd name="textAreaTop" fmla="*/ 0 h 5112000"/>
                <a:gd name="textAreaBottom" fmla="*/ 5112360 h 51120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27" name="Group 32"/>
          <p:cNvGrpSpPr/>
          <p:nvPr/>
        </p:nvGrpSpPr>
        <p:grpSpPr>
          <a:xfrm>
            <a:off x="11619720" y="2778840"/>
            <a:ext cx="2584080" cy="5112000"/>
            <a:chOff x="11619720" y="2778840"/>
            <a:chExt cx="2584080" cy="5112000"/>
          </a:xfrm>
        </p:grpSpPr>
        <p:sp>
          <p:nvSpPr>
            <p:cNvPr id="528" name="Freeform 33"/>
            <p:cNvSpPr/>
            <p:nvPr/>
          </p:nvSpPr>
          <p:spPr>
            <a:xfrm>
              <a:off x="11672280" y="2803680"/>
              <a:ext cx="2478600" cy="5061600"/>
            </a:xfrm>
            <a:custGeom>
              <a:avLst/>
              <a:gdLst>
                <a:gd name="textAreaLeft" fmla="*/ 0 w 2478600"/>
                <a:gd name="textAreaRight" fmla="*/ 2478960 w 2478600"/>
                <a:gd name="textAreaTop" fmla="*/ 0 h 5061600"/>
                <a:gd name="textAreaBottom" fmla="*/ 5061960 h 5061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29" name="Freeform 34"/>
            <p:cNvSpPr/>
            <p:nvPr/>
          </p:nvSpPr>
          <p:spPr>
            <a:xfrm>
              <a:off x="11802600" y="2932920"/>
              <a:ext cx="2219400" cy="4809960"/>
            </a:xfrm>
            <a:custGeom>
              <a:avLst/>
              <a:gdLst>
                <a:gd name="textAreaLeft" fmla="*/ 0 w 2219400"/>
                <a:gd name="textAreaRight" fmla="*/ 2219760 w 2219400"/>
                <a:gd name="textAreaTop" fmla="*/ 0 h 4809960"/>
                <a:gd name="textAreaBottom" fmla="*/ 4810320 h 48099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30" name="Freeform 35"/>
            <p:cNvSpPr/>
            <p:nvPr/>
          </p:nvSpPr>
          <p:spPr>
            <a:xfrm>
              <a:off x="12726000" y="2973960"/>
              <a:ext cx="342720" cy="42120"/>
            </a:xfrm>
            <a:custGeom>
              <a:avLst/>
              <a:gdLst>
                <a:gd name="textAreaLeft" fmla="*/ 0 w 342720"/>
                <a:gd name="textAreaRight" fmla="*/ 343080 w 34272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2520" rIns="90000" bIns="-252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31" name="Freeform 36"/>
            <p:cNvSpPr/>
            <p:nvPr/>
          </p:nvSpPr>
          <p:spPr>
            <a:xfrm>
              <a:off x="13177800" y="2964240"/>
              <a:ext cx="62640" cy="6228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32" name="Freeform 37"/>
            <p:cNvSpPr/>
            <p:nvPr/>
          </p:nvSpPr>
          <p:spPr>
            <a:xfrm>
              <a:off x="11619720" y="3455280"/>
              <a:ext cx="27360" cy="2102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10240"/>
                <a:gd name="textAreaBottom" fmla="*/ 210600 h 2102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33" name="Freeform 38"/>
            <p:cNvSpPr/>
            <p:nvPr/>
          </p:nvSpPr>
          <p:spPr>
            <a:xfrm>
              <a:off x="11619720" y="3822120"/>
              <a:ext cx="27360" cy="3790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79080"/>
                <a:gd name="textAreaBottom" fmla="*/ 379440 h 379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34" name="Freeform 39"/>
            <p:cNvSpPr/>
            <p:nvPr/>
          </p:nvSpPr>
          <p:spPr>
            <a:xfrm>
              <a:off x="11619720" y="4284360"/>
              <a:ext cx="27360" cy="3805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80520"/>
                <a:gd name="textAreaBottom" fmla="*/ 380880 h 3805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35" name="Freeform 40"/>
            <p:cNvSpPr/>
            <p:nvPr/>
          </p:nvSpPr>
          <p:spPr>
            <a:xfrm>
              <a:off x="14176440" y="3947400"/>
              <a:ext cx="27360" cy="6098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609840"/>
                <a:gd name="textAreaBottom" fmla="*/ 610200 h 6098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36" name="Freeform 41"/>
            <p:cNvSpPr/>
            <p:nvPr/>
          </p:nvSpPr>
          <p:spPr>
            <a:xfrm>
              <a:off x="11647440" y="2778840"/>
              <a:ext cx="2529000" cy="5112000"/>
            </a:xfrm>
            <a:custGeom>
              <a:avLst/>
              <a:gdLst>
                <a:gd name="textAreaLeft" fmla="*/ 0 w 2529000"/>
                <a:gd name="textAreaRight" fmla="*/ 2529360 w 2529000"/>
                <a:gd name="textAreaTop" fmla="*/ 0 h 5112000"/>
                <a:gd name="textAreaBottom" fmla="*/ 5112360 h 51120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37" name="Group 42"/>
          <p:cNvGrpSpPr/>
          <p:nvPr/>
        </p:nvGrpSpPr>
        <p:grpSpPr>
          <a:xfrm>
            <a:off x="5974920" y="2778840"/>
            <a:ext cx="2584080" cy="5112000"/>
            <a:chOff x="5974920" y="2778840"/>
            <a:chExt cx="2584080" cy="5112000"/>
          </a:xfrm>
        </p:grpSpPr>
        <p:sp>
          <p:nvSpPr>
            <p:cNvPr id="538" name="Freeform 43"/>
            <p:cNvSpPr/>
            <p:nvPr/>
          </p:nvSpPr>
          <p:spPr>
            <a:xfrm>
              <a:off x="6027480" y="2803680"/>
              <a:ext cx="2478600" cy="5061600"/>
            </a:xfrm>
            <a:custGeom>
              <a:avLst/>
              <a:gdLst>
                <a:gd name="textAreaLeft" fmla="*/ 0 w 2478600"/>
                <a:gd name="textAreaRight" fmla="*/ 2478960 w 2478600"/>
                <a:gd name="textAreaTop" fmla="*/ 0 h 5061600"/>
                <a:gd name="textAreaBottom" fmla="*/ 5061960 h 5061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39" name="Freeform 44"/>
            <p:cNvSpPr/>
            <p:nvPr/>
          </p:nvSpPr>
          <p:spPr>
            <a:xfrm>
              <a:off x="6157800" y="2932920"/>
              <a:ext cx="2219400" cy="4809960"/>
            </a:xfrm>
            <a:custGeom>
              <a:avLst/>
              <a:gdLst>
                <a:gd name="textAreaLeft" fmla="*/ 0 w 2219400"/>
                <a:gd name="textAreaRight" fmla="*/ 2219760 w 2219400"/>
                <a:gd name="textAreaTop" fmla="*/ 0 h 4809960"/>
                <a:gd name="textAreaBottom" fmla="*/ 4810320 h 480996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40" name="Freeform 45"/>
            <p:cNvSpPr/>
            <p:nvPr/>
          </p:nvSpPr>
          <p:spPr>
            <a:xfrm>
              <a:off x="7081200" y="2973960"/>
              <a:ext cx="342720" cy="42120"/>
            </a:xfrm>
            <a:custGeom>
              <a:avLst/>
              <a:gdLst>
                <a:gd name="textAreaLeft" fmla="*/ 0 w 342720"/>
                <a:gd name="textAreaRight" fmla="*/ 343080 w 34272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2520" rIns="90000" bIns="-252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41" name="Freeform 46"/>
            <p:cNvSpPr/>
            <p:nvPr/>
          </p:nvSpPr>
          <p:spPr>
            <a:xfrm>
              <a:off x="7533000" y="2964240"/>
              <a:ext cx="62640" cy="62280"/>
            </a:xfrm>
            <a:custGeom>
              <a:avLst/>
              <a:gdLst>
                <a:gd name="textAreaLeft" fmla="*/ 0 w 62640"/>
                <a:gd name="textAreaRight" fmla="*/ 63000 w 6264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42" name="Freeform 47"/>
            <p:cNvSpPr/>
            <p:nvPr/>
          </p:nvSpPr>
          <p:spPr>
            <a:xfrm>
              <a:off x="5974920" y="3455280"/>
              <a:ext cx="27360" cy="2102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10240"/>
                <a:gd name="textAreaBottom" fmla="*/ 210600 h 2102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43" name="Freeform 48"/>
            <p:cNvSpPr/>
            <p:nvPr/>
          </p:nvSpPr>
          <p:spPr>
            <a:xfrm>
              <a:off x="5974920" y="3822120"/>
              <a:ext cx="27360" cy="3790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79080"/>
                <a:gd name="textAreaBottom" fmla="*/ 379440 h 379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44" name="Freeform 49"/>
            <p:cNvSpPr/>
            <p:nvPr/>
          </p:nvSpPr>
          <p:spPr>
            <a:xfrm>
              <a:off x="5974920" y="4284360"/>
              <a:ext cx="27360" cy="38052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380520"/>
                <a:gd name="textAreaBottom" fmla="*/ 380880 h 3805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45" name="Freeform 50"/>
            <p:cNvSpPr/>
            <p:nvPr/>
          </p:nvSpPr>
          <p:spPr>
            <a:xfrm>
              <a:off x="8531640" y="3947400"/>
              <a:ext cx="27360" cy="60984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609840"/>
                <a:gd name="textAreaBottom" fmla="*/ 610200 h 6098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46" name="Freeform 51"/>
            <p:cNvSpPr/>
            <p:nvPr/>
          </p:nvSpPr>
          <p:spPr>
            <a:xfrm>
              <a:off x="6002640" y="2778840"/>
              <a:ext cx="2529000" cy="5112000"/>
            </a:xfrm>
            <a:custGeom>
              <a:avLst/>
              <a:gdLst>
                <a:gd name="textAreaLeft" fmla="*/ 0 w 2529000"/>
                <a:gd name="textAreaRight" fmla="*/ 2529360 w 2529000"/>
                <a:gd name="textAreaTop" fmla="*/ 0 h 5112000"/>
                <a:gd name="textAreaBottom" fmla="*/ 5112360 h 51120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47" name="Group 52"/>
          <p:cNvGrpSpPr/>
          <p:nvPr/>
        </p:nvGrpSpPr>
        <p:grpSpPr>
          <a:xfrm>
            <a:off x="15341040" y="505080"/>
            <a:ext cx="2193120" cy="4339440"/>
            <a:chOff x="15341040" y="505080"/>
            <a:chExt cx="2193120" cy="4339440"/>
          </a:xfrm>
        </p:grpSpPr>
        <p:sp>
          <p:nvSpPr>
            <p:cNvPr id="548" name="Freeform 53"/>
            <p:cNvSpPr/>
            <p:nvPr/>
          </p:nvSpPr>
          <p:spPr>
            <a:xfrm>
              <a:off x="15385680" y="526320"/>
              <a:ext cx="2104200" cy="4296600"/>
            </a:xfrm>
            <a:custGeom>
              <a:avLst/>
              <a:gdLst>
                <a:gd name="textAreaLeft" fmla="*/ 0 w 2104200"/>
                <a:gd name="textAreaRight" fmla="*/ 2104560 w 2104200"/>
                <a:gd name="textAreaTop" fmla="*/ 0 h 4296600"/>
                <a:gd name="textAreaBottom" fmla="*/ 4296960 h 4296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49" name="Freeform 54"/>
            <p:cNvSpPr/>
            <p:nvPr/>
          </p:nvSpPr>
          <p:spPr>
            <a:xfrm>
              <a:off x="15496200" y="635760"/>
              <a:ext cx="1883880" cy="4083120"/>
            </a:xfrm>
            <a:custGeom>
              <a:avLst/>
              <a:gdLst>
                <a:gd name="textAreaLeft" fmla="*/ 0 w 1883880"/>
                <a:gd name="textAreaRight" fmla="*/ 1884240 w 1883880"/>
                <a:gd name="textAreaTop" fmla="*/ 0 h 4083120"/>
                <a:gd name="textAreaBottom" fmla="*/ 4083480 h 408312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50" name="Freeform 55"/>
            <p:cNvSpPr/>
            <p:nvPr/>
          </p:nvSpPr>
          <p:spPr>
            <a:xfrm>
              <a:off x="16279920" y="670680"/>
              <a:ext cx="290880" cy="35640"/>
            </a:xfrm>
            <a:custGeom>
              <a:avLst/>
              <a:gdLst>
                <a:gd name="textAreaLeft" fmla="*/ 0 w 290880"/>
                <a:gd name="textAreaRight" fmla="*/ 291240 w 290880"/>
                <a:gd name="textAreaTop" fmla="*/ 0 h 35640"/>
                <a:gd name="textAreaBottom" fmla="*/ 36000 h 356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9000" rIns="90000" bIns="-9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51" name="Freeform 56"/>
            <p:cNvSpPr/>
            <p:nvPr/>
          </p:nvSpPr>
          <p:spPr>
            <a:xfrm>
              <a:off x="16663680" y="662400"/>
              <a:ext cx="52920" cy="5292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52920"/>
                <a:gd name="textAreaBottom" fmla="*/ 53280 h 5292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52" name="Freeform 57"/>
            <p:cNvSpPr/>
            <p:nvPr/>
          </p:nvSpPr>
          <p:spPr>
            <a:xfrm>
              <a:off x="15341040" y="1079280"/>
              <a:ext cx="23040" cy="17820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178200"/>
                <a:gd name="textAreaBottom" fmla="*/ 178560 h 1782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53" name="Freeform 58"/>
            <p:cNvSpPr/>
            <p:nvPr/>
          </p:nvSpPr>
          <p:spPr>
            <a:xfrm>
              <a:off x="15341040" y="1390680"/>
              <a:ext cx="23040" cy="32184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321840"/>
                <a:gd name="textAreaBottom" fmla="*/ 322200 h 32184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54" name="Freeform 59"/>
            <p:cNvSpPr/>
            <p:nvPr/>
          </p:nvSpPr>
          <p:spPr>
            <a:xfrm>
              <a:off x="15341040" y="1783080"/>
              <a:ext cx="23040" cy="32292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322920"/>
                <a:gd name="textAreaBottom" fmla="*/ 323280 h 3229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55" name="Freeform 60"/>
            <p:cNvSpPr/>
            <p:nvPr/>
          </p:nvSpPr>
          <p:spPr>
            <a:xfrm>
              <a:off x="17511120" y="1497240"/>
              <a:ext cx="23040" cy="5176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517680"/>
                <a:gd name="textAreaBottom" fmla="*/ 518040 h 51768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56" name="Freeform 61"/>
            <p:cNvSpPr/>
            <p:nvPr/>
          </p:nvSpPr>
          <p:spPr>
            <a:xfrm>
              <a:off x="15364440" y="505080"/>
              <a:ext cx="2146680" cy="4339440"/>
            </a:xfrm>
            <a:custGeom>
              <a:avLst/>
              <a:gdLst>
                <a:gd name="textAreaLeft" fmla="*/ 0 w 2146680"/>
                <a:gd name="textAreaRight" fmla="*/ 2147040 w 2146680"/>
                <a:gd name="textAreaTop" fmla="*/ 0 h 4339440"/>
                <a:gd name="textAreaBottom" fmla="*/ 4339800 h 43394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57" name="Group 62"/>
          <p:cNvGrpSpPr/>
          <p:nvPr/>
        </p:nvGrpSpPr>
        <p:grpSpPr>
          <a:xfrm>
            <a:off x="15341040" y="5143680"/>
            <a:ext cx="2193120" cy="4339440"/>
            <a:chOff x="15341040" y="5143680"/>
            <a:chExt cx="2193120" cy="4339440"/>
          </a:xfrm>
        </p:grpSpPr>
        <p:sp>
          <p:nvSpPr>
            <p:cNvPr id="558" name="Freeform 63"/>
            <p:cNvSpPr/>
            <p:nvPr/>
          </p:nvSpPr>
          <p:spPr>
            <a:xfrm>
              <a:off x="15385680" y="5164920"/>
              <a:ext cx="2104200" cy="4296600"/>
            </a:xfrm>
            <a:custGeom>
              <a:avLst/>
              <a:gdLst>
                <a:gd name="textAreaLeft" fmla="*/ 0 w 2104200"/>
                <a:gd name="textAreaRight" fmla="*/ 2104560 w 2104200"/>
                <a:gd name="textAreaTop" fmla="*/ 0 h 4296600"/>
                <a:gd name="textAreaBottom" fmla="*/ 4296960 h 42966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59" name="Freeform 64"/>
            <p:cNvSpPr/>
            <p:nvPr/>
          </p:nvSpPr>
          <p:spPr>
            <a:xfrm>
              <a:off x="15496200" y="5274360"/>
              <a:ext cx="1883880" cy="4083120"/>
            </a:xfrm>
            <a:custGeom>
              <a:avLst/>
              <a:gdLst>
                <a:gd name="textAreaLeft" fmla="*/ 0 w 1883880"/>
                <a:gd name="textAreaRight" fmla="*/ 1884240 w 1883880"/>
                <a:gd name="textAreaTop" fmla="*/ 0 h 4083120"/>
                <a:gd name="textAreaBottom" fmla="*/ 4083480 h 408312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60" name="Freeform 65"/>
            <p:cNvSpPr/>
            <p:nvPr/>
          </p:nvSpPr>
          <p:spPr>
            <a:xfrm>
              <a:off x="16279920" y="5309280"/>
              <a:ext cx="290880" cy="35640"/>
            </a:xfrm>
            <a:custGeom>
              <a:avLst/>
              <a:gdLst>
                <a:gd name="textAreaLeft" fmla="*/ 0 w 290880"/>
                <a:gd name="textAreaRight" fmla="*/ 291240 w 290880"/>
                <a:gd name="textAreaTop" fmla="*/ 0 h 35640"/>
                <a:gd name="textAreaBottom" fmla="*/ 36000 h 356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9000" rIns="90000" bIns="-9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61" name="Freeform 66"/>
            <p:cNvSpPr/>
            <p:nvPr/>
          </p:nvSpPr>
          <p:spPr>
            <a:xfrm>
              <a:off x="16663680" y="5301000"/>
              <a:ext cx="52920" cy="5292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52920"/>
                <a:gd name="textAreaBottom" fmla="*/ 53280 h 5292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8280" rIns="90000" bIns="82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62" name="Freeform 67"/>
            <p:cNvSpPr/>
            <p:nvPr/>
          </p:nvSpPr>
          <p:spPr>
            <a:xfrm>
              <a:off x="15341040" y="5717880"/>
              <a:ext cx="23040" cy="17820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178200"/>
                <a:gd name="textAreaBottom" fmla="*/ 178560 h 1782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63" name="Freeform 68"/>
            <p:cNvSpPr/>
            <p:nvPr/>
          </p:nvSpPr>
          <p:spPr>
            <a:xfrm>
              <a:off x="15341040" y="6029280"/>
              <a:ext cx="23040" cy="32184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321840"/>
                <a:gd name="textAreaBottom" fmla="*/ 322200 h 32184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64" name="Freeform 69"/>
            <p:cNvSpPr/>
            <p:nvPr/>
          </p:nvSpPr>
          <p:spPr>
            <a:xfrm>
              <a:off x="15341040" y="6421680"/>
              <a:ext cx="23040" cy="32292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322920"/>
                <a:gd name="textAreaBottom" fmla="*/ 323280 h 3229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65" name="Freeform 70"/>
            <p:cNvSpPr/>
            <p:nvPr/>
          </p:nvSpPr>
          <p:spPr>
            <a:xfrm>
              <a:off x="17511120" y="6135480"/>
              <a:ext cx="23040" cy="5176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517680"/>
                <a:gd name="textAreaBottom" fmla="*/ 518040 h 51768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66" name="Freeform 71"/>
            <p:cNvSpPr/>
            <p:nvPr/>
          </p:nvSpPr>
          <p:spPr>
            <a:xfrm>
              <a:off x="15364440" y="5143680"/>
              <a:ext cx="2146680" cy="4339440"/>
            </a:xfrm>
            <a:custGeom>
              <a:avLst/>
              <a:gdLst>
                <a:gd name="textAreaLeft" fmla="*/ 0 w 2146680"/>
                <a:gd name="textAreaRight" fmla="*/ 2147040 w 2146680"/>
                <a:gd name="textAreaTop" fmla="*/ 0 h 4339440"/>
                <a:gd name="textAreaBottom" fmla="*/ 4339800 h 43394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67" name="TextBox 72"/>
          <p:cNvSpPr/>
          <p:nvPr/>
        </p:nvSpPr>
        <p:spPr>
          <a:xfrm>
            <a:off x="4795200" y="711000"/>
            <a:ext cx="835488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873"/>
              </a:lnSpc>
            </a:pPr>
            <a:r>
              <a:rPr lang="en-US" sz="348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Pregnancy Tab </a:t>
            </a:r>
            <a:endParaRPr lang="en-US" sz="34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Freeform 73"/>
          <p:cNvSpPr/>
          <p:nvPr/>
        </p:nvSpPr>
        <p:spPr>
          <a:xfrm>
            <a:off x="13826160" y="6589800"/>
            <a:ext cx="1783440" cy="975240"/>
          </a:xfrm>
          <a:custGeom>
            <a:avLst/>
            <a:gdLst>
              <a:gd name="textAreaLeft" fmla="*/ 0 w 1783440"/>
              <a:gd name="textAreaRight" fmla="*/ 1783800 w 1783440"/>
              <a:gd name="textAreaTop" fmla="*/ 0 h 975240"/>
              <a:gd name="textAreaBottom" fmla="*/ 975600 h 975240"/>
            </a:gdLst>
            <a:ahLst/>
            <a:cxnLst/>
            <a:rect l="textAreaLeft" t="textAreaTop" r="textAreaRight" b="textAreaBottom"/>
            <a:pathLst>
              <a:path w="1783660" h="975762">
                <a:moveTo>
                  <a:pt x="0" y="0"/>
                </a:moveTo>
                <a:lnTo>
                  <a:pt x="449061" y="0"/>
                </a:lnTo>
                <a:cubicBezTo>
                  <a:pt x="509690" y="0"/>
                  <a:pt x="567835" y="24084"/>
                  <a:pt x="610705" y="66955"/>
                </a:cubicBezTo>
                <a:cubicBezTo>
                  <a:pt x="653577" y="109826"/>
                  <a:pt x="677661" y="167971"/>
                  <a:pt x="677661" y="228600"/>
                </a:cubicBezTo>
                <a:lnTo>
                  <a:pt x="677661" y="747162"/>
                </a:lnTo>
                <a:cubicBezTo>
                  <a:pt x="677661" y="807791"/>
                  <a:pt x="701746" y="865936"/>
                  <a:pt x="744617" y="908806"/>
                </a:cubicBezTo>
                <a:cubicBezTo>
                  <a:pt x="787487" y="951677"/>
                  <a:pt x="845632" y="975762"/>
                  <a:pt x="906261" y="975762"/>
                </a:cubicBezTo>
                <a:lnTo>
                  <a:pt x="1783660" y="975762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9" name="Freeform 74"/>
          <p:cNvSpPr/>
          <p:nvPr/>
        </p:nvSpPr>
        <p:spPr>
          <a:xfrm>
            <a:off x="11899800" y="2694240"/>
            <a:ext cx="3440880" cy="3895200"/>
          </a:xfrm>
          <a:custGeom>
            <a:avLst/>
            <a:gdLst>
              <a:gd name="textAreaLeft" fmla="*/ 0 w 3440880"/>
              <a:gd name="textAreaRight" fmla="*/ 3441240 w 3440880"/>
              <a:gd name="textAreaTop" fmla="*/ 0 h 3895200"/>
              <a:gd name="textAreaBottom" fmla="*/ 3895560 h 3895200"/>
            </a:gdLst>
            <a:ahLst/>
            <a:cxnLst/>
            <a:rect l="textAreaLeft" t="textAreaTop" r="textAreaRight" b="textAreaBottom"/>
            <a:pathLst>
              <a:path w="3441247" h="3895438">
                <a:moveTo>
                  <a:pt x="107255" y="3895438"/>
                </a:moveTo>
                <a:lnTo>
                  <a:pt x="53627" y="3895438"/>
                </a:lnTo>
                <a:cubicBezTo>
                  <a:pt x="24010" y="3895438"/>
                  <a:pt x="0" y="3871428"/>
                  <a:pt x="0" y="3841810"/>
                </a:cubicBezTo>
                <a:lnTo>
                  <a:pt x="0" y="228600"/>
                </a:lnTo>
                <a:cubicBezTo>
                  <a:pt x="0" y="167971"/>
                  <a:pt x="24084" y="109826"/>
                  <a:pt x="66955" y="66955"/>
                </a:cubicBezTo>
                <a:cubicBezTo>
                  <a:pt x="109826" y="24085"/>
                  <a:pt x="167971" y="0"/>
                  <a:pt x="228600" y="0"/>
                </a:cubicBezTo>
                <a:lnTo>
                  <a:pt x="3441246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0" name="Group 2"/>
          <p:cNvGrpSpPr/>
          <p:nvPr/>
        </p:nvGrpSpPr>
        <p:grpSpPr>
          <a:xfrm>
            <a:off x="410760" y="1476360"/>
            <a:ext cx="4111560" cy="8134200"/>
            <a:chOff x="410760" y="1476360"/>
            <a:chExt cx="4111560" cy="8134200"/>
          </a:xfrm>
        </p:grpSpPr>
        <p:sp>
          <p:nvSpPr>
            <p:cNvPr id="571" name="Freeform 3"/>
            <p:cNvSpPr/>
            <p:nvPr/>
          </p:nvSpPr>
          <p:spPr>
            <a:xfrm>
              <a:off x="494280" y="1516320"/>
              <a:ext cx="3944160" cy="8054280"/>
            </a:xfrm>
            <a:custGeom>
              <a:avLst/>
              <a:gdLst>
                <a:gd name="textAreaLeft" fmla="*/ 0 w 3944160"/>
                <a:gd name="textAreaRight" fmla="*/ 3944520 w 3944160"/>
                <a:gd name="textAreaTop" fmla="*/ 0 h 8054280"/>
                <a:gd name="textAreaBottom" fmla="*/ 8054640 h 805428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72" name="Freeform 4"/>
            <p:cNvSpPr/>
            <p:nvPr/>
          </p:nvSpPr>
          <p:spPr>
            <a:xfrm>
              <a:off x="701640" y="1721520"/>
              <a:ext cx="3531600" cy="7653600"/>
            </a:xfrm>
            <a:custGeom>
              <a:avLst/>
              <a:gdLst>
                <a:gd name="textAreaLeft" fmla="*/ 0 w 3531600"/>
                <a:gd name="textAreaRight" fmla="*/ 3531960 w 3531600"/>
                <a:gd name="textAreaTop" fmla="*/ 0 h 7653600"/>
                <a:gd name="textAreaBottom" fmla="*/ 7653960 h 765360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73" name="Freeform 5"/>
            <p:cNvSpPr/>
            <p:nvPr/>
          </p:nvSpPr>
          <p:spPr>
            <a:xfrm>
              <a:off x="2170800" y="1787400"/>
              <a:ext cx="545760" cy="67320"/>
            </a:xfrm>
            <a:custGeom>
              <a:avLst/>
              <a:gdLst>
                <a:gd name="textAreaLeft" fmla="*/ 0 w 545760"/>
                <a:gd name="textAreaRight" fmla="*/ 546120 w 54576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2680" rIns="90000" bIns="226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74" name="Freeform 6"/>
            <p:cNvSpPr/>
            <p:nvPr/>
          </p:nvSpPr>
          <p:spPr>
            <a:xfrm>
              <a:off x="2890080" y="1771200"/>
              <a:ext cx="99720" cy="9936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75" name="Freeform 7"/>
            <p:cNvSpPr/>
            <p:nvPr/>
          </p:nvSpPr>
          <p:spPr>
            <a:xfrm>
              <a:off x="410760" y="2552760"/>
              <a:ext cx="43560" cy="33444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334440"/>
                <a:gd name="textAreaBottom" fmla="*/ 334800 h 3344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76" name="Freeform 8"/>
            <p:cNvSpPr/>
            <p:nvPr/>
          </p:nvSpPr>
          <p:spPr>
            <a:xfrm>
              <a:off x="410760" y="3136680"/>
              <a:ext cx="43560" cy="60372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603720"/>
                <a:gd name="textAreaBottom" fmla="*/ 604080 h 60372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77" name="Freeform 9"/>
            <p:cNvSpPr/>
            <p:nvPr/>
          </p:nvSpPr>
          <p:spPr>
            <a:xfrm>
              <a:off x="410760" y="3872160"/>
              <a:ext cx="43560" cy="60552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605520"/>
                <a:gd name="textAreaBottom" fmla="*/ 605880 h 6055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78" name="Freeform 10"/>
            <p:cNvSpPr/>
            <p:nvPr/>
          </p:nvSpPr>
          <p:spPr>
            <a:xfrm>
              <a:off x="4478760" y="3336120"/>
              <a:ext cx="43560" cy="97020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970200"/>
                <a:gd name="textAreaBottom" fmla="*/ 970560 h 97020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79" name="Freeform 11"/>
            <p:cNvSpPr/>
            <p:nvPr/>
          </p:nvSpPr>
          <p:spPr>
            <a:xfrm>
              <a:off x="454320" y="1476360"/>
              <a:ext cx="4024080" cy="8134200"/>
            </a:xfrm>
            <a:custGeom>
              <a:avLst/>
              <a:gdLst>
                <a:gd name="textAreaLeft" fmla="*/ 0 w 4024080"/>
                <a:gd name="textAreaRight" fmla="*/ 4024440 w 4024080"/>
                <a:gd name="textAreaTop" fmla="*/ 0 h 8134200"/>
                <a:gd name="textAreaBottom" fmla="*/ 8134560 h 81342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80" name="Group 12"/>
          <p:cNvGrpSpPr/>
          <p:nvPr/>
        </p:nvGrpSpPr>
        <p:grpSpPr>
          <a:xfrm>
            <a:off x="4754880" y="1476360"/>
            <a:ext cx="4111560" cy="8134200"/>
            <a:chOff x="4754880" y="1476360"/>
            <a:chExt cx="4111560" cy="8134200"/>
          </a:xfrm>
        </p:grpSpPr>
        <p:sp>
          <p:nvSpPr>
            <p:cNvPr id="581" name="Freeform 13"/>
            <p:cNvSpPr/>
            <p:nvPr/>
          </p:nvSpPr>
          <p:spPr>
            <a:xfrm>
              <a:off x="4838400" y="1516320"/>
              <a:ext cx="3944160" cy="8054280"/>
            </a:xfrm>
            <a:custGeom>
              <a:avLst/>
              <a:gdLst>
                <a:gd name="textAreaLeft" fmla="*/ 0 w 3944160"/>
                <a:gd name="textAreaRight" fmla="*/ 3944520 w 3944160"/>
                <a:gd name="textAreaTop" fmla="*/ 0 h 8054280"/>
                <a:gd name="textAreaBottom" fmla="*/ 8054640 h 805428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82" name="Freeform 14"/>
            <p:cNvSpPr/>
            <p:nvPr/>
          </p:nvSpPr>
          <p:spPr>
            <a:xfrm>
              <a:off x="5045760" y="1721520"/>
              <a:ext cx="3531600" cy="7653600"/>
            </a:xfrm>
            <a:custGeom>
              <a:avLst/>
              <a:gdLst>
                <a:gd name="textAreaLeft" fmla="*/ 0 w 3531600"/>
                <a:gd name="textAreaRight" fmla="*/ 3531960 w 3531600"/>
                <a:gd name="textAreaTop" fmla="*/ 0 h 7653600"/>
                <a:gd name="textAreaBottom" fmla="*/ 7653960 h 765360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83" name="Freeform 15"/>
            <p:cNvSpPr/>
            <p:nvPr/>
          </p:nvSpPr>
          <p:spPr>
            <a:xfrm>
              <a:off x="6514920" y="1787400"/>
              <a:ext cx="545760" cy="67320"/>
            </a:xfrm>
            <a:custGeom>
              <a:avLst/>
              <a:gdLst>
                <a:gd name="textAreaLeft" fmla="*/ 0 w 545760"/>
                <a:gd name="textAreaRight" fmla="*/ 546120 w 54576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2680" rIns="90000" bIns="226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84" name="Freeform 16"/>
            <p:cNvSpPr/>
            <p:nvPr/>
          </p:nvSpPr>
          <p:spPr>
            <a:xfrm>
              <a:off x="7234200" y="1771200"/>
              <a:ext cx="99720" cy="9936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85" name="Freeform 17"/>
            <p:cNvSpPr/>
            <p:nvPr/>
          </p:nvSpPr>
          <p:spPr>
            <a:xfrm>
              <a:off x="4754880" y="2552760"/>
              <a:ext cx="43560" cy="33444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334440"/>
                <a:gd name="textAreaBottom" fmla="*/ 334800 h 3344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86" name="Freeform 18"/>
            <p:cNvSpPr/>
            <p:nvPr/>
          </p:nvSpPr>
          <p:spPr>
            <a:xfrm>
              <a:off x="4754880" y="3136680"/>
              <a:ext cx="43560" cy="60372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603720"/>
                <a:gd name="textAreaBottom" fmla="*/ 604080 h 60372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87" name="Freeform 19"/>
            <p:cNvSpPr/>
            <p:nvPr/>
          </p:nvSpPr>
          <p:spPr>
            <a:xfrm>
              <a:off x="4754880" y="3872160"/>
              <a:ext cx="43560" cy="60552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605520"/>
                <a:gd name="textAreaBottom" fmla="*/ 605880 h 6055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88" name="Freeform 20"/>
            <p:cNvSpPr/>
            <p:nvPr/>
          </p:nvSpPr>
          <p:spPr>
            <a:xfrm>
              <a:off x="8822880" y="3336120"/>
              <a:ext cx="43560" cy="97020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970200"/>
                <a:gd name="textAreaBottom" fmla="*/ 970560 h 97020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89" name="Freeform 21"/>
            <p:cNvSpPr/>
            <p:nvPr/>
          </p:nvSpPr>
          <p:spPr>
            <a:xfrm>
              <a:off x="4798800" y="1476360"/>
              <a:ext cx="4024080" cy="8134200"/>
            </a:xfrm>
            <a:custGeom>
              <a:avLst/>
              <a:gdLst>
                <a:gd name="textAreaLeft" fmla="*/ 0 w 4024080"/>
                <a:gd name="textAreaRight" fmla="*/ 4024440 w 4024080"/>
                <a:gd name="textAreaTop" fmla="*/ 0 h 8134200"/>
                <a:gd name="textAreaBottom" fmla="*/ 8134560 h 81342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90" name="Group 22"/>
          <p:cNvGrpSpPr/>
          <p:nvPr/>
        </p:nvGrpSpPr>
        <p:grpSpPr>
          <a:xfrm>
            <a:off x="13262760" y="1476360"/>
            <a:ext cx="4111560" cy="8134200"/>
            <a:chOff x="13262760" y="1476360"/>
            <a:chExt cx="4111560" cy="8134200"/>
          </a:xfrm>
        </p:grpSpPr>
        <p:sp>
          <p:nvSpPr>
            <p:cNvPr id="591" name="Freeform 23"/>
            <p:cNvSpPr/>
            <p:nvPr/>
          </p:nvSpPr>
          <p:spPr>
            <a:xfrm>
              <a:off x="13346280" y="1516320"/>
              <a:ext cx="3944160" cy="8054280"/>
            </a:xfrm>
            <a:custGeom>
              <a:avLst/>
              <a:gdLst>
                <a:gd name="textAreaLeft" fmla="*/ 0 w 3944160"/>
                <a:gd name="textAreaRight" fmla="*/ 3944520 w 3944160"/>
                <a:gd name="textAreaTop" fmla="*/ 0 h 8054280"/>
                <a:gd name="textAreaBottom" fmla="*/ 8054640 h 805428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92" name="Freeform 24"/>
            <p:cNvSpPr/>
            <p:nvPr/>
          </p:nvSpPr>
          <p:spPr>
            <a:xfrm>
              <a:off x="13553640" y="1721520"/>
              <a:ext cx="3531600" cy="7653600"/>
            </a:xfrm>
            <a:custGeom>
              <a:avLst/>
              <a:gdLst>
                <a:gd name="textAreaLeft" fmla="*/ 0 w 3531600"/>
                <a:gd name="textAreaRight" fmla="*/ 3531960 w 3531600"/>
                <a:gd name="textAreaTop" fmla="*/ 0 h 7653600"/>
                <a:gd name="textAreaBottom" fmla="*/ 7653960 h 765360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93" name="Freeform 25"/>
            <p:cNvSpPr/>
            <p:nvPr/>
          </p:nvSpPr>
          <p:spPr>
            <a:xfrm>
              <a:off x="15022800" y="1787400"/>
              <a:ext cx="545760" cy="67320"/>
            </a:xfrm>
            <a:custGeom>
              <a:avLst/>
              <a:gdLst>
                <a:gd name="textAreaLeft" fmla="*/ 0 w 545760"/>
                <a:gd name="textAreaRight" fmla="*/ 546120 w 54576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2680" rIns="90000" bIns="226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94" name="Freeform 26"/>
            <p:cNvSpPr/>
            <p:nvPr/>
          </p:nvSpPr>
          <p:spPr>
            <a:xfrm>
              <a:off x="15742080" y="1771200"/>
              <a:ext cx="99720" cy="9936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95" name="Freeform 27"/>
            <p:cNvSpPr/>
            <p:nvPr/>
          </p:nvSpPr>
          <p:spPr>
            <a:xfrm>
              <a:off x="13262760" y="2552760"/>
              <a:ext cx="43560" cy="33444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334440"/>
                <a:gd name="textAreaBottom" fmla="*/ 334800 h 3344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96" name="Freeform 28"/>
            <p:cNvSpPr/>
            <p:nvPr/>
          </p:nvSpPr>
          <p:spPr>
            <a:xfrm>
              <a:off x="13262760" y="3136680"/>
              <a:ext cx="43560" cy="60372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603720"/>
                <a:gd name="textAreaBottom" fmla="*/ 604080 h 60372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97" name="Freeform 29"/>
            <p:cNvSpPr/>
            <p:nvPr/>
          </p:nvSpPr>
          <p:spPr>
            <a:xfrm>
              <a:off x="13262760" y="3872160"/>
              <a:ext cx="43560" cy="60552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605520"/>
                <a:gd name="textAreaBottom" fmla="*/ 605880 h 6055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98" name="Freeform 30"/>
            <p:cNvSpPr/>
            <p:nvPr/>
          </p:nvSpPr>
          <p:spPr>
            <a:xfrm>
              <a:off x="17330760" y="3336120"/>
              <a:ext cx="43560" cy="97020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970200"/>
                <a:gd name="textAreaBottom" fmla="*/ 970560 h 97020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99" name="Freeform 31"/>
            <p:cNvSpPr/>
            <p:nvPr/>
          </p:nvSpPr>
          <p:spPr>
            <a:xfrm>
              <a:off x="13306680" y="1476360"/>
              <a:ext cx="4024080" cy="8134200"/>
            </a:xfrm>
            <a:custGeom>
              <a:avLst/>
              <a:gdLst>
                <a:gd name="textAreaLeft" fmla="*/ 0 w 4024080"/>
                <a:gd name="textAreaRight" fmla="*/ 4024440 w 4024080"/>
                <a:gd name="textAreaTop" fmla="*/ 0 h 8134200"/>
                <a:gd name="textAreaBottom" fmla="*/ 8134560 h 81342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00" name="Group 32"/>
          <p:cNvGrpSpPr/>
          <p:nvPr/>
        </p:nvGrpSpPr>
        <p:grpSpPr>
          <a:xfrm>
            <a:off x="9008640" y="1476360"/>
            <a:ext cx="4111920" cy="8134200"/>
            <a:chOff x="9008640" y="1476360"/>
            <a:chExt cx="4111920" cy="8134200"/>
          </a:xfrm>
        </p:grpSpPr>
        <p:sp>
          <p:nvSpPr>
            <p:cNvPr id="601" name="Freeform 33"/>
            <p:cNvSpPr/>
            <p:nvPr/>
          </p:nvSpPr>
          <p:spPr>
            <a:xfrm>
              <a:off x="9092520" y="1516320"/>
              <a:ext cx="3944160" cy="8054280"/>
            </a:xfrm>
            <a:custGeom>
              <a:avLst/>
              <a:gdLst>
                <a:gd name="textAreaLeft" fmla="*/ 0 w 3944160"/>
                <a:gd name="textAreaRight" fmla="*/ 3944520 w 3944160"/>
                <a:gd name="textAreaTop" fmla="*/ 0 h 8054280"/>
                <a:gd name="textAreaBottom" fmla="*/ 8054640 h 805428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02" name="Freeform 34"/>
            <p:cNvSpPr/>
            <p:nvPr/>
          </p:nvSpPr>
          <p:spPr>
            <a:xfrm>
              <a:off x="9299880" y="1721520"/>
              <a:ext cx="3531600" cy="7653600"/>
            </a:xfrm>
            <a:custGeom>
              <a:avLst/>
              <a:gdLst>
                <a:gd name="textAreaLeft" fmla="*/ 0 w 3531600"/>
                <a:gd name="textAreaRight" fmla="*/ 3531960 w 3531600"/>
                <a:gd name="textAreaTop" fmla="*/ 0 h 7653600"/>
                <a:gd name="textAreaBottom" fmla="*/ 7653960 h 765360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03" name="Freeform 35"/>
            <p:cNvSpPr/>
            <p:nvPr/>
          </p:nvSpPr>
          <p:spPr>
            <a:xfrm>
              <a:off x="10768680" y="1787400"/>
              <a:ext cx="545760" cy="67320"/>
            </a:xfrm>
            <a:custGeom>
              <a:avLst/>
              <a:gdLst>
                <a:gd name="textAreaLeft" fmla="*/ 0 w 545760"/>
                <a:gd name="textAreaRight" fmla="*/ 546120 w 54576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2680" rIns="90000" bIns="226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04" name="Freeform 36"/>
            <p:cNvSpPr/>
            <p:nvPr/>
          </p:nvSpPr>
          <p:spPr>
            <a:xfrm>
              <a:off x="11487960" y="1771200"/>
              <a:ext cx="99720" cy="9936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05" name="Freeform 37"/>
            <p:cNvSpPr/>
            <p:nvPr/>
          </p:nvSpPr>
          <p:spPr>
            <a:xfrm>
              <a:off x="9008640" y="2552760"/>
              <a:ext cx="43560" cy="33444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334440"/>
                <a:gd name="textAreaBottom" fmla="*/ 334800 h 33444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06" name="Freeform 38"/>
            <p:cNvSpPr/>
            <p:nvPr/>
          </p:nvSpPr>
          <p:spPr>
            <a:xfrm>
              <a:off x="9008640" y="3136680"/>
              <a:ext cx="43560" cy="60372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603720"/>
                <a:gd name="textAreaBottom" fmla="*/ 604080 h 60372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07" name="Freeform 39"/>
            <p:cNvSpPr/>
            <p:nvPr/>
          </p:nvSpPr>
          <p:spPr>
            <a:xfrm>
              <a:off x="9008640" y="3872160"/>
              <a:ext cx="43560" cy="60552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605520"/>
                <a:gd name="textAreaBottom" fmla="*/ 605880 h 6055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08" name="Freeform 40"/>
            <p:cNvSpPr/>
            <p:nvPr/>
          </p:nvSpPr>
          <p:spPr>
            <a:xfrm>
              <a:off x="13077000" y="3336120"/>
              <a:ext cx="43560" cy="970200"/>
            </a:xfrm>
            <a:custGeom>
              <a:avLst/>
              <a:gdLst>
                <a:gd name="textAreaLeft" fmla="*/ 0 w 43560"/>
                <a:gd name="textAreaRight" fmla="*/ 43920 w 43560"/>
                <a:gd name="textAreaTop" fmla="*/ 0 h 970200"/>
                <a:gd name="textAreaBottom" fmla="*/ 970560 h 97020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09" name="Freeform 41"/>
            <p:cNvSpPr/>
            <p:nvPr/>
          </p:nvSpPr>
          <p:spPr>
            <a:xfrm>
              <a:off x="9052560" y="1476360"/>
              <a:ext cx="4024080" cy="8134200"/>
            </a:xfrm>
            <a:custGeom>
              <a:avLst/>
              <a:gdLst>
                <a:gd name="textAreaLeft" fmla="*/ 0 w 4024080"/>
                <a:gd name="textAreaRight" fmla="*/ 4024440 w 4024080"/>
                <a:gd name="textAreaTop" fmla="*/ 0 h 8134200"/>
                <a:gd name="textAreaBottom" fmla="*/ 8134560 h 81342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10" name="TextBox 42"/>
          <p:cNvSpPr/>
          <p:nvPr/>
        </p:nvSpPr>
        <p:spPr>
          <a:xfrm>
            <a:off x="5313600" y="450360"/>
            <a:ext cx="835488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873"/>
              </a:lnSpc>
            </a:pPr>
            <a:r>
              <a:rPr lang="en-US" sz="348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Document Wallet </a:t>
            </a:r>
            <a:endParaRPr lang="en-US" sz="34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roup 2"/>
          <p:cNvGrpSpPr/>
          <p:nvPr/>
        </p:nvGrpSpPr>
        <p:grpSpPr>
          <a:xfrm>
            <a:off x="1028880" y="4585680"/>
            <a:ext cx="2820600" cy="5580000"/>
            <a:chOff x="1028880" y="4585680"/>
            <a:chExt cx="2820600" cy="5580000"/>
          </a:xfrm>
        </p:grpSpPr>
        <p:sp>
          <p:nvSpPr>
            <p:cNvPr id="612" name="Freeform 3"/>
            <p:cNvSpPr/>
            <p:nvPr/>
          </p:nvSpPr>
          <p:spPr>
            <a:xfrm>
              <a:off x="1086120" y="4613040"/>
              <a:ext cx="2705760" cy="5525280"/>
            </a:xfrm>
            <a:custGeom>
              <a:avLst/>
              <a:gdLst>
                <a:gd name="textAreaLeft" fmla="*/ 0 w 2705760"/>
                <a:gd name="textAreaRight" fmla="*/ 2706120 w 2705760"/>
                <a:gd name="textAreaTop" fmla="*/ 0 h 5525280"/>
                <a:gd name="textAreaBottom" fmla="*/ 5525640 h 552528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13" name="Freeform 4"/>
            <p:cNvSpPr/>
            <p:nvPr/>
          </p:nvSpPr>
          <p:spPr>
            <a:xfrm>
              <a:off x="1228320" y="4753800"/>
              <a:ext cx="2422800" cy="5250600"/>
            </a:xfrm>
            <a:custGeom>
              <a:avLst/>
              <a:gdLst>
                <a:gd name="textAreaLeft" fmla="*/ 0 w 2422800"/>
                <a:gd name="textAreaRight" fmla="*/ 2423160 w 2422800"/>
                <a:gd name="textAreaTop" fmla="*/ 0 h 5250600"/>
                <a:gd name="textAreaBottom" fmla="*/ 5250960 h 525060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14" name="Freeform 5"/>
            <p:cNvSpPr/>
            <p:nvPr/>
          </p:nvSpPr>
          <p:spPr>
            <a:xfrm>
              <a:off x="2235960" y="4798800"/>
              <a:ext cx="374400" cy="4608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46080"/>
                <a:gd name="textAreaBottom" fmla="*/ 46440 h 460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40" rIns="90000" bIns="14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15" name="Freeform 6"/>
            <p:cNvSpPr/>
            <p:nvPr/>
          </p:nvSpPr>
          <p:spPr>
            <a:xfrm>
              <a:off x="2729520" y="4788000"/>
              <a:ext cx="68400" cy="680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040"/>
                <a:gd name="textAreaBottom" fmla="*/ 68400 h 6804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3400" rIns="90000" bIns="234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16" name="Freeform 7"/>
            <p:cNvSpPr/>
            <p:nvPr/>
          </p:nvSpPr>
          <p:spPr>
            <a:xfrm>
              <a:off x="1028880" y="5324040"/>
              <a:ext cx="29880" cy="22932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229320"/>
                <a:gd name="textAreaBottom" fmla="*/ 229680 h 22932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17" name="Freeform 8"/>
            <p:cNvSpPr/>
            <p:nvPr/>
          </p:nvSpPr>
          <p:spPr>
            <a:xfrm>
              <a:off x="1028880" y="5724720"/>
              <a:ext cx="29880" cy="41400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414000"/>
                <a:gd name="textAreaBottom" fmla="*/ 414360 h 4140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18" name="Freeform 9"/>
            <p:cNvSpPr/>
            <p:nvPr/>
          </p:nvSpPr>
          <p:spPr>
            <a:xfrm>
              <a:off x="1028880" y="6229440"/>
              <a:ext cx="29880" cy="41544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415440"/>
                <a:gd name="textAreaBottom" fmla="*/ 415800 h 41544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19" name="Freeform 10"/>
            <p:cNvSpPr/>
            <p:nvPr/>
          </p:nvSpPr>
          <p:spPr>
            <a:xfrm>
              <a:off x="3819600" y="5861520"/>
              <a:ext cx="29880" cy="66564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665640"/>
                <a:gd name="textAreaBottom" fmla="*/ 666000 h 6656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20" name="Freeform 11"/>
            <p:cNvSpPr/>
            <p:nvPr/>
          </p:nvSpPr>
          <p:spPr>
            <a:xfrm>
              <a:off x="1058760" y="4585680"/>
              <a:ext cx="2760480" cy="5580000"/>
            </a:xfrm>
            <a:custGeom>
              <a:avLst/>
              <a:gdLst>
                <a:gd name="textAreaLeft" fmla="*/ 0 w 2760480"/>
                <a:gd name="textAreaRight" fmla="*/ 2760840 w 2760480"/>
                <a:gd name="textAreaTop" fmla="*/ 0 h 5580000"/>
                <a:gd name="textAreaBottom" fmla="*/ 5580360 h 55800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21" name="Group 12"/>
          <p:cNvGrpSpPr/>
          <p:nvPr/>
        </p:nvGrpSpPr>
        <p:grpSpPr>
          <a:xfrm>
            <a:off x="4213440" y="897480"/>
            <a:ext cx="2820960" cy="5580000"/>
            <a:chOff x="4213440" y="897480"/>
            <a:chExt cx="2820960" cy="5580000"/>
          </a:xfrm>
        </p:grpSpPr>
        <p:sp>
          <p:nvSpPr>
            <p:cNvPr id="622" name="Freeform 13"/>
            <p:cNvSpPr/>
            <p:nvPr/>
          </p:nvSpPr>
          <p:spPr>
            <a:xfrm>
              <a:off x="4271040" y="924840"/>
              <a:ext cx="2705760" cy="5525280"/>
            </a:xfrm>
            <a:custGeom>
              <a:avLst/>
              <a:gdLst>
                <a:gd name="textAreaLeft" fmla="*/ 0 w 2705760"/>
                <a:gd name="textAreaRight" fmla="*/ 2706120 w 2705760"/>
                <a:gd name="textAreaTop" fmla="*/ 0 h 5525280"/>
                <a:gd name="textAreaBottom" fmla="*/ 5525640 h 552528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23" name="Freeform 14"/>
            <p:cNvSpPr/>
            <p:nvPr/>
          </p:nvSpPr>
          <p:spPr>
            <a:xfrm>
              <a:off x="4413240" y="1065600"/>
              <a:ext cx="2422800" cy="5250600"/>
            </a:xfrm>
            <a:custGeom>
              <a:avLst/>
              <a:gdLst>
                <a:gd name="textAreaLeft" fmla="*/ 0 w 2422800"/>
                <a:gd name="textAreaRight" fmla="*/ 2423160 w 2422800"/>
                <a:gd name="textAreaTop" fmla="*/ 0 h 5250600"/>
                <a:gd name="textAreaBottom" fmla="*/ 5250960 h 525060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24" name="Freeform 15"/>
            <p:cNvSpPr/>
            <p:nvPr/>
          </p:nvSpPr>
          <p:spPr>
            <a:xfrm>
              <a:off x="5420880" y="1110600"/>
              <a:ext cx="374400" cy="4608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46080"/>
                <a:gd name="textAreaBottom" fmla="*/ 46440 h 460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40" rIns="90000" bIns="14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25" name="Freeform 16"/>
            <p:cNvSpPr/>
            <p:nvPr/>
          </p:nvSpPr>
          <p:spPr>
            <a:xfrm>
              <a:off x="5914440" y="1099800"/>
              <a:ext cx="68400" cy="680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040"/>
                <a:gd name="textAreaBottom" fmla="*/ 68400 h 6804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3400" rIns="90000" bIns="234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26" name="Freeform 17"/>
            <p:cNvSpPr/>
            <p:nvPr/>
          </p:nvSpPr>
          <p:spPr>
            <a:xfrm>
              <a:off x="4213440" y="1635840"/>
              <a:ext cx="29880" cy="22932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229320"/>
                <a:gd name="textAreaBottom" fmla="*/ 229680 h 22932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27" name="Freeform 18"/>
            <p:cNvSpPr/>
            <p:nvPr/>
          </p:nvSpPr>
          <p:spPr>
            <a:xfrm>
              <a:off x="4213440" y="2036520"/>
              <a:ext cx="29880" cy="41400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414000"/>
                <a:gd name="textAreaBottom" fmla="*/ 414360 h 4140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28" name="Freeform 19"/>
            <p:cNvSpPr/>
            <p:nvPr/>
          </p:nvSpPr>
          <p:spPr>
            <a:xfrm>
              <a:off x="4213440" y="2540880"/>
              <a:ext cx="29880" cy="41544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415440"/>
                <a:gd name="textAreaBottom" fmla="*/ 415800 h 41544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29" name="Freeform 20"/>
            <p:cNvSpPr/>
            <p:nvPr/>
          </p:nvSpPr>
          <p:spPr>
            <a:xfrm>
              <a:off x="7004520" y="2172960"/>
              <a:ext cx="29880" cy="66564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665640"/>
                <a:gd name="textAreaBottom" fmla="*/ 666000 h 6656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30" name="Freeform 21"/>
            <p:cNvSpPr/>
            <p:nvPr/>
          </p:nvSpPr>
          <p:spPr>
            <a:xfrm>
              <a:off x="4243680" y="897480"/>
              <a:ext cx="2760480" cy="5580000"/>
            </a:xfrm>
            <a:custGeom>
              <a:avLst/>
              <a:gdLst>
                <a:gd name="textAreaLeft" fmla="*/ 0 w 2760480"/>
                <a:gd name="textAreaRight" fmla="*/ 2760840 w 2760480"/>
                <a:gd name="textAreaTop" fmla="*/ 0 h 5580000"/>
                <a:gd name="textAreaBottom" fmla="*/ 5580360 h 55800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31" name="Group 22"/>
          <p:cNvGrpSpPr/>
          <p:nvPr/>
        </p:nvGrpSpPr>
        <p:grpSpPr>
          <a:xfrm>
            <a:off x="7398360" y="918000"/>
            <a:ext cx="2742840" cy="5425920"/>
            <a:chOff x="7398360" y="918000"/>
            <a:chExt cx="2742840" cy="5425920"/>
          </a:xfrm>
        </p:grpSpPr>
        <p:sp>
          <p:nvSpPr>
            <p:cNvPr id="632" name="Freeform 23"/>
            <p:cNvSpPr/>
            <p:nvPr/>
          </p:nvSpPr>
          <p:spPr>
            <a:xfrm>
              <a:off x="7454160" y="944640"/>
              <a:ext cx="2630880" cy="5373000"/>
            </a:xfrm>
            <a:custGeom>
              <a:avLst/>
              <a:gdLst>
                <a:gd name="textAreaLeft" fmla="*/ 0 w 2630880"/>
                <a:gd name="textAreaRight" fmla="*/ 2631240 w 2630880"/>
                <a:gd name="textAreaTop" fmla="*/ 0 h 5373000"/>
                <a:gd name="textAreaBottom" fmla="*/ 5373360 h 53730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33" name="Freeform 24"/>
            <p:cNvSpPr/>
            <p:nvPr/>
          </p:nvSpPr>
          <p:spPr>
            <a:xfrm>
              <a:off x="7592760" y="1081800"/>
              <a:ext cx="2355840" cy="5105520"/>
            </a:xfrm>
            <a:custGeom>
              <a:avLst/>
              <a:gdLst>
                <a:gd name="textAreaLeft" fmla="*/ 0 w 2355840"/>
                <a:gd name="textAreaRight" fmla="*/ 2356200 w 2355840"/>
                <a:gd name="textAreaTop" fmla="*/ 0 h 5105520"/>
                <a:gd name="textAreaBottom" fmla="*/ 5105880 h 510552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34" name="Freeform 25"/>
            <p:cNvSpPr/>
            <p:nvPr/>
          </p:nvSpPr>
          <p:spPr>
            <a:xfrm>
              <a:off x="8572680" y="1125720"/>
              <a:ext cx="363960" cy="45000"/>
            </a:xfrm>
            <a:custGeom>
              <a:avLst/>
              <a:gdLst>
                <a:gd name="textAreaLeft" fmla="*/ 0 w 363960"/>
                <a:gd name="textAreaRight" fmla="*/ 364320 w 36396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0" rIns="90000" bIns="3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35" name="Freeform 26"/>
            <p:cNvSpPr/>
            <p:nvPr/>
          </p:nvSpPr>
          <p:spPr>
            <a:xfrm>
              <a:off x="9052560" y="1114920"/>
              <a:ext cx="66600" cy="6624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66240"/>
                <a:gd name="textAreaBottom" fmla="*/ 66600 h 6624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0" rIns="90000" bIns="216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36" name="Freeform 27"/>
            <p:cNvSpPr/>
            <p:nvPr/>
          </p:nvSpPr>
          <p:spPr>
            <a:xfrm>
              <a:off x="7398360" y="1636200"/>
              <a:ext cx="28800" cy="22320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223200"/>
                <a:gd name="textAreaBottom" fmla="*/ 223560 h 2232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37" name="Freeform 28"/>
            <p:cNvSpPr/>
            <p:nvPr/>
          </p:nvSpPr>
          <p:spPr>
            <a:xfrm>
              <a:off x="7398360" y="2025720"/>
              <a:ext cx="28800" cy="40248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402480"/>
                <a:gd name="textAreaBottom" fmla="*/ 402840 h 4024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38" name="Freeform 29"/>
            <p:cNvSpPr/>
            <p:nvPr/>
          </p:nvSpPr>
          <p:spPr>
            <a:xfrm>
              <a:off x="7398360" y="2516400"/>
              <a:ext cx="28800" cy="40392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403920"/>
                <a:gd name="textAreaBottom" fmla="*/ 404280 h 4039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39" name="Freeform 30"/>
            <p:cNvSpPr/>
            <p:nvPr/>
          </p:nvSpPr>
          <p:spPr>
            <a:xfrm>
              <a:off x="10112400" y="2158560"/>
              <a:ext cx="28800" cy="64728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647280"/>
                <a:gd name="textAreaBottom" fmla="*/ 647640 h 64728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40" name="Freeform 31"/>
            <p:cNvSpPr/>
            <p:nvPr/>
          </p:nvSpPr>
          <p:spPr>
            <a:xfrm>
              <a:off x="7427880" y="918000"/>
              <a:ext cx="2684160" cy="5425920"/>
            </a:xfrm>
            <a:custGeom>
              <a:avLst/>
              <a:gdLst>
                <a:gd name="textAreaLeft" fmla="*/ 0 w 2684160"/>
                <a:gd name="textAreaRight" fmla="*/ 2684520 w 2684160"/>
                <a:gd name="textAreaTop" fmla="*/ 0 h 5425920"/>
                <a:gd name="textAreaBottom" fmla="*/ 5426280 h 54259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41" name="Group 32"/>
          <p:cNvGrpSpPr/>
          <p:nvPr/>
        </p:nvGrpSpPr>
        <p:grpSpPr>
          <a:xfrm>
            <a:off x="13801320" y="918000"/>
            <a:ext cx="2820960" cy="5580000"/>
            <a:chOff x="13801320" y="918000"/>
            <a:chExt cx="2820960" cy="5580000"/>
          </a:xfrm>
        </p:grpSpPr>
        <p:sp>
          <p:nvSpPr>
            <p:cNvPr id="642" name="Freeform 33"/>
            <p:cNvSpPr/>
            <p:nvPr/>
          </p:nvSpPr>
          <p:spPr>
            <a:xfrm>
              <a:off x="13858920" y="945360"/>
              <a:ext cx="2705760" cy="5525280"/>
            </a:xfrm>
            <a:custGeom>
              <a:avLst/>
              <a:gdLst>
                <a:gd name="textAreaLeft" fmla="*/ 0 w 2705760"/>
                <a:gd name="textAreaRight" fmla="*/ 2706120 w 2705760"/>
                <a:gd name="textAreaTop" fmla="*/ 0 h 5525280"/>
                <a:gd name="textAreaBottom" fmla="*/ 5525640 h 552528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43" name="Freeform 34"/>
            <p:cNvSpPr/>
            <p:nvPr/>
          </p:nvSpPr>
          <p:spPr>
            <a:xfrm>
              <a:off x="14001120" y="1086480"/>
              <a:ext cx="2422800" cy="5250600"/>
            </a:xfrm>
            <a:custGeom>
              <a:avLst/>
              <a:gdLst>
                <a:gd name="textAreaLeft" fmla="*/ 0 w 2422800"/>
                <a:gd name="textAreaRight" fmla="*/ 2423160 w 2422800"/>
                <a:gd name="textAreaTop" fmla="*/ 0 h 5250600"/>
                <a:gd name="textAreaBottom" fmla="*/ 5250960 h 525060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44" name="Freeform 35"/>
            <p:cNvSpPr/>
            <p:nvPr/>
          </p:nvSpPr>
          <p:spPr>
            <a:xfrm>
              <a:off x="15008760" y="1131480"/>
              <a:ext cx="374400" cy="4608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46080"/>
                <a:gd name="textAreaBottom" fmla="*/ 46440 h 460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40" rIns="90000" bIns="14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45" name="Freeform 36"/>
            <p:cNvSpPr/>
            <p:nvPr/>
          </p:nvSpPr>
          <p:spPr>
            <a:xfrm>
              <a:off x="15502320" y="1120320"/>
              <a:ext cx="68400" cy="680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040"/>
                <a:gd name="textAreaBottom" fmla="*/ 68400 h 6804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3400" rIns="90000" bIns="234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46" name="Freeform 37"/>
            <p:cNvSpPr/>
            <p:nvPr/>
          </p:nvSpPr>
          <p:spPr>
            <a:xfrm>
              <a:off x="13801320" y="1656360"/>
              <a:ext cx="29880" cy="22932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229320"/>
                <a:gd name="textAreaBottom" fmla="*/ 229680 h 22932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47" name="Freeform 38"/>
            <p:cNvSpPr/>
            <p:nvPr/>
          </p:nvSpPr>
          <p:spPr>
            <a:xfrm>
              <a:off x="13801320" y="2057040"/>
              <a:ext cx="29880" cy="41400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414000"/>
                <a:gd name="textAreaBottom" fmla="*/ 414360 h 4140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48" name="Freeform 39"/>
            <p:cNvSpPr/>
            <p:nvPr/>
          </p:nvSpPr>
          <p:spPr>
            <a:xfrm>
              <a:off x="13801320" y="2561760"/>
              <a:ext cx="29880" cy="41544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415440"/>
                <a:gd name="textAreaBottom" fmla="*/ 415800 h 41544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49" name="Freeform 40"/>
            <p:cNvSpPr/>
            <p:nvPr/>
          </p:nvSpPr>
          <p:spPr>
            <a:xfrm>
              <a:off x="16592400" y="2193840"/>
              <a:ext cx="29880" cy="66564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665640"/>
                <a:gd name="textAreaBottom" fmla="*/ 666000 h 6656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50" name="Freeform 41"/>
            <p:cNvSpPr/>
            <p:nvPr/>
          </p:nvSpPr>
          <p:spPr>
            <a:xfrm>
              <a:off x="13831560" y="918000"/>
              <a:ext cx="2760480" cy="5580000"/>
            </a:xfrm>
            <a:custGeom>
              <a:avLst/>
              <a:gdLst>
                <a:gd name="textAreaLeft" fmla="*/ 0 w 2760480"/>
                <a:gd name="textAreaRight" fmla="*/ 2760840 w 2760480"/>
                <a:gd name="textAreaTop" fmla="*/ 0 h 5580000"/>
                <a:gd name="textAreaBottom" fmla="*/ 5580360 h 55800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51" name="Group 42"/>
          <p:cNvGrpSpPr/>
          <p:nvPr/>
        </p:nvGrpSpPr>
        <p:grpSpPr>
          <a:xfrm>
            <a:off x="10637280" y="918000"/>
            <a:ext cx="2820960" cy="5580000"/>
            <a:chOff x="10637280" y="918000"/>
            <a:chExt cx="2820960" cy="5580000"/>
          </a:xfrm>
        </p:grpSpPr>
        <p:sp>
          <p:nvSpPr>
            <p:cNvPr id="652" name="Freeform 43"/>
            <p:cNvSpPr/>
            <p:nvPr/>
          </p:nvSpPr>
          <p:spPr>
            <a:xfrm>
              <a:off x="10694880" y="945360"/>
              <a:ext cx="2705760" cy="5525280"/>
            </a:xfrm>
            <a:custGeom>
              <a:avLst/>
              <a:gdLst>
                <a:gd name="textAreaLeft" fmla="*/ 0 w 2705760"/>
                <a:gd name="textAreaRight" fmla="*/ 2706120 w 2705760"/>
                <a:gd name="textAreaTop" fmla="*/ 0 h 5525280"/>
                <a:gd name="textAreaBottom" fmla="*/ 5525640 h 552528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53" name="Freeform 44"/>
            <p:cNvSpPr/>
            <p:nvPr/>
          </p:nvSpPr>
          <p:spPr>
            <a:xfrm>
              <a:off x="10837080" y="1086480"/>
              <a:ext cx="2422800" cy="5250600"/>
            </a:xfrm>
            <a:custGeom>
              <a:avLst/>
              <a:gdLst>
                <a:gd name="textAreaLeft" fmla="*/ 0 w 2422800"/>
                <a:gd name="textAreaRight" fmla="*/ 2423160 w 2422800"/>
                <a:gd name="textAreaTop" fmla="*/ 0 h 5250600"/>
                <a:gd name="textAreaBottom" fmla="*/ 5250960 h 525060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54" name="Freeform 45"/>
            <p:cNvSpPr/>
            <p:nvPr/>
          </p:nvSpPr>
          <p:spPr>
            <a:xfrm>
              <a:off x="11844720" y="1131480"/>
              <a:ext cx="374400" cy="46080"/>
            </a:xfrm>
            <a:custGeom>
              <a:avLst/>
              <a:gdLst>
                <a:gd name="textAreaLeft" fmla="*/ 0 w 374400"/>
                <a:gd name="textAreaRight" fmla="*/ 374760 w 374400"/>
                <a:gd name="textAreaTop" fmla="*/ 0 h 46080"/>
                <a:gd name="textAreaBottom" fmla="*/ 46440 h 460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40" rIns="90000" bIns="14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55" name="Freeform 46"/>
            <p:cNvSpPr/>
            <p:nvPr/>
          </p:nvSpPr>
          <p:spPr>
            <a:xfrm>
              <a:off x="12338280" y="1120320"/>
              <a:ext cx="68400" cy="6804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68040"/>
                <a:gd name="textAreaBottom" fmla="*/ 68400 h 6804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3400" rIns="90000" bIns="234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56" name="Freeform 47"/>
            <p:cNvSpPr/>
            <p:nvPr/>
          </p:nvSpPr>
          <p:spPr>
            <a:xfrm>
              <a:off x="10637280" y="1656360"/>
              <a:ext cx="29880" cy="22932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229320"/>
                <a:gd name="textAreaBottom" fmla="*/ 229680 h 22932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57" name="Freeform 48"/>
            <p:cNvSpPr/>
            <p:nvPr/>
          </p:nvSpPr>
          <p:spPr>
            <a:xfrm>
              <a:off x="10637280" y="2057040"/>
              <a:ext cx="29880" cy="41400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414000"/>
                <a:gd name="textAreaBottom" fmla="*/ 414360 h 41400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58" name="Freeform 49"/>
            <p:cNvSpPr/>
            <p:nvPr/>
          </p:nvSpPr>
          <p:spPr>
            <a:xfrm>
              <a:off x="10637280" y="2561760"/>
              <a:ext cx="29880" cy="41544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415440"/>
                <a:gd name="textAreaBottom" fmla="*/ 415800 h 41544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59" name="Freeform 50"/>
            <p:cNvSpPr/>
            <p:nvPr/>
          </p:nvSpPr>
          <p:spPr>
            <a:xfrm>
              <a:off x="13428360" y="2193840"/>
              <a:ext cx="29880" cy="66564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665640"/>
                <a:gd name="textAreaBottom" fmla="*/ 666000 h 6656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60" name="Freeform 51"/>
            <p:cNvSpPr/>
            <p:nvPr/>
          </p:nvSpPr>
          <p:spPr>
            <a:xfrm>
              <a:off x="10667520" y="918000"/>
              <a:ext cx="2760480" cy="5580000"/>
            </a:xfrm>
            <a:custGeom>
              <a:avLst/>
              <a:gdLst>
                <a:gd name="textAreaLeft" fmla="*/ 0 w 2760480"/>
                <a:gd name="textAreaRight" fmla="*/ 2760840 w 2760480"/>
                <a:gd name="textAreaTop" fmla="*/ 0 h 5580000"/>
                <a:gd name="textAreaBottom" fmla="*/ 5580360 h 55800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661" name="Freeform 52"/>
          <p:cNvSpPr/>
          <p:nvPr/>
        </p:nvSpPr>
        <p:spPr>
          <a:xfrm>
            <a:off x="3499200" y="6477840"/>
            <a:ext cx="2124720" cy="533520"/>
          </a:xfrm>
          <a:custGeom>
            <a:avLst/>
            <a:gdLst>
              <a:gd name="textAreaLeft" fmla="*/ 0 w 2124720"/>
              <a:gd name="textAreaRight" fmla="*/ 2125080 w 2124720"/>
              <a:gd name="textAreaTop" fmla="*/ 0 h 533520"/>
              <a:gd name="textAreaBottom" fmla="*/ 533880 h 533520"/>
            </a:gdLst>
            <a:ahLst/>
            <a:cxnLst/>
            <a:rect l="textAreaLeft" t="textAreaTop" r="textAreaRight" b="textAreaBottom"/>
            <a:pathLst>
              <a:path w="2125021" h="533932">
                <a:moveTo>
                  <a:pt x="0" y="533932"/>
                </a:moveTo>
                <a:lnTo>
                  <a:pt x="1877371" y="533932"/>
                </a:lnTo>
                <a:cubicBezTo>
                  <a:pt x="2014144" y="533932"/>
                  <a:pt x="2125021" y="423055"/>
                  <a:pt x="2125021" y="286282"/>
                </a:cubicBezTo>
                <a:lnTo>
                  <a:pt x="2125021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2" name="Freeform 53"/>
          <p:cNvSpPr/>
          <p:nvPr/>
        </p:nvSpPr>
        <p:spPr>
          <a:xfrm>
            <a:off x="3499200" y="6344640"/>
            <a:ext cx="5270760" cy="1288440"/>
          </a:xfrm>
          <a:custGeom>
            <a:avLst/>
            <a:gdLst>
              <a:gd name="textAreaLeft" fmla="*/ 0 w 5270760"/>
              <a:gd name="textAreaRight" fmla="*/ 5271120 w 5270760"/>
              <a:gd name="textAreaTop" fmla="*/ 0 h 1288440"/>
              <a:gd name="textAreaBottom" fmla="*/ 1288800 h 1288440"/>
            </a:gdLst>
            <a:ahLst/>
            <a:cxnLst/>
            <a:rect l="textAreaLeft" t="textAreaTop" r="textAreaRight" b="textAreaBottom"/>
            <a:pathLst>
              <a:path w="5270974" h="1288639">
                <a:moveTo>
                  <a:pt x="0" y="1288639"/>
                </a:moveTo>
                <a:lnTo>
                  <a:pt x="5023324" y="1288639"/>
                </a:lnTo>
                <a:cubicBezTo>
                  <a:pt x="5089004" y="1288639"/>
                  <a:pt x="5151996" y="1262548"/>
                  <a:pt x="5198439" y="1216104"/>
                </a:cubicBezTo>
                <a:cubicBezTo>
                  <a:pt x="5244883" y="1169661"/>
                  <a:pt x="5270974" y="1106670"/>
                  <a:pt x="5270974" y="1040989"/>
                </a:cubicBezTo>
                <a:lnTo>
                  <a:pt x="5270974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3" name="Freeform 54"/>
          <p:cNvSpPr/>
          <p:nvPr/>
        </p:nvSpPr>
        <p:spPr>
          <a:xfrm>
            <a:off x="3499200" y="6498720"/>
            <a:ext cx="8548560" cy="1655280"/>
          </a:xfrm>
          <a:custGeom>
            <a:avLst/>
            <a:gdLst>
              <a:gd name="textAreaLeft" fmla="*/ 0 w 8548560"/>
              <a:gd name="textAreaRight" fmla="*/ 8548920 w 8548560"/>
              <a:gd name="textAreaTop" fmla="*/ 0 h 1655280"/>
              <a:gd name="textAreaBottom" fmla="*/ 1655640 h 1655280"/>
            </a:gdLst>
            <a:ahLst/>
            <a:cxnLst/>
            <a:rect l="textAreaLeft" t="textAreaTop" r="textAreaRight" b="textAreaBottom"/>
            <a:pathLst>
              <a:path w="8548814" h="1655668">
                <a:moveTo>
                  <a:pt x="0" y="1655668"/>
                </a:moveTo>
                <a:lnTo>
                  <a:pt x="8301164" y="1655668"/>
                </a:lnTo>
                <a:cubicBezTo>
                  <a:pt x="8366845" y="1655668"/>
                  <a:pt x="8429836" y="1629576"/>
                  <a:pt x="8476279" y="1583132"/>
                </a:cubicBezTo>
                <a:cubicBezTo>
                  <a:pt x="8522723" y="1536690"/>
                  <a:pt x="8548814" y="1473698"/>
                  <a:pt x="8548814" y="1408018"/>
                </a:cubicBezTo>
                <a:lnTo>
                  <a:pt x="8548814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4" name="Freeform 55"/>
          <p:cNvSpPr/>
          <p:nvPr/>
        </p:nvSpPr>
        <p:spPr>
          <a:xfrm>
            <a:off x="3499200" y="6498720"/>
            <a:ext cx="11712600" cy="2239560"/>
          </a:xfrm>
          <a:custGeom>
            <a:avLst/>
            <a:gdLst>
              <a:gd name="textAreaLeft" fmla="*/ 0 w 11712600"/>
              <a:gd name="textAreaRight" fmla="*/ 11712960 w 11712600"/>
              <a:gd name="textAreaTop" fmla="*/ 0 h 2239560"/>
              <a:gd name="textAreaBottom" fmla="*/ 2239920 h 2239560"/>
            </a:gdLst>
            <a:ahLst/>
            <a:cxnLst/>
            <a:rect l="textAreaLeft" t="textAreaTop" r="textAreaRight" b="textAreaBottom"/>
            <a:pathLst>
              <a:path w="11712914" h="2239858">
                <a:moveTo>
                  <a:pt x="0" y="2239858"/>
                </a:moveTo>
                <a:lnTo>
                  <a:pt x="11465264" y="2239858"/>
                </a:lnTo>
                <a:cubicBezTo>
                  <a:pt x="11602037" y="2239858"/>
                  <a:pt x="11712914" y="2128981"/>
                  <a:pt x="11712914" y="1992208"/>
                </a:cubicBezTo>
                <a:lnTo>
                  <a:pt x="11712914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5" name="TextBox 56"/>
          <p:cNvSpPr/>
          <p:nvPr/>
        </p:nvSpPr>
        <p:spPr>
          <a:xfrm>
            <a:off x="4966200" y="166680"/>
            <a:ext cx="835488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873"/>
              </a:lnSpc>
            </a:pPr>
            <a:r>
              <a:rPr lang="en-US" sz="348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Profile Tab </a:t>
            </a:r>
            <a:endParaRPr lang="en-US" sz="34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roup 2"/>
          <p:cNvGrpSpPr/>
          <p:nvPr/>
        </p:nvGrpSpPr>
        <p:grpSpPr>
          <a:xfrm>
            <a:off x="0" y="2240640"/>
            <a:ext cx="3036240" cy="6006600"/>
            <a:chOff x="0" y="2240640"/>
            <a:chExt cx="3036240" cy="6006600"/>
          </a:xfrm>
        </p:grpSpPr>
        <p:sp>
          <p:nvSpPr>
            <p:cNvPr id="667" name="Freeform 3"/>
            <p:cNvSpPr/>
            <p:nvPr/>
          </p:nvSpPr>
          <p:spPr>
            <a:xfrm>
              <a:off x="61920" y="2270160"/>
              <a:ext cx="2912400" cy="5947560"/>
            </a:xfrm>
            <a:custGeom>
              <a:avLst/>
              <a:gdLst>
                <a:gd name="textAreaLeft" fmla="*/ 0 w 2912400"/>
                <a:gd name="textAreaRight" fmla="*/ 2912760 w 2912400"/>
                <a:gd name="textAreaTop" fmla="*/ 0 h 5947560"/>
                <a:gd name="textAreaBottom" fmla="*/ 5947920 h 594756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68" name="Freeform 4"/>
            <p:cNvSpPr/>
            <p:nvPr/>
          </p:nvSpPr>
          <p:spPr>
            <a:xfrm>
              <a:off x="214920" y="2421720"/>
              <a:ext cx="2607840" cy="5651640"/>
            </a:xfrm>
            <a:custGeom>
              <a:avLst/>
              <a:gdLst>
                <a:gd name="textAreaLeft" fmla="*/ 0 w 2607840"/>
                <a:gd name="textAreaRight" fmla="*/ 2608200 w 2607840"/>
                <a:gd name="textAreaTop" fmla="*/ 0 h 5651640"/>
                <a:gd name="textAreaBottom" fmla="*/ 5652000 h 56516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69" name="Freeform 5"/>
            <p:cNvSpPr/>
            <p:nvPr/>
          </p:nvSpPr>
          <p:spPr>
            <a:xfrm>
              <a:off x="1299600" y="2470320"/>
              <a:ext cx="402840" cy="49680"/>
            </a:xfrm>
            <a:custGeom>
              <a:avLst/>
              <a:gdLst>
                <a:gd name="textAreaLeft" fmla="*/ 0 w 402840"/>
                <a:gd name="textAreaRight" fmla="*/ 403200 w 40284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5040" rIns="90000" bIns="50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70" name="Freeform 6"/>
            <p:cNvSpPr/>
            <p:nvPr/>
          </p:nvSpPr>
          <p:spPr>
            <a:xfrm>
              <a:off x="1830960" y="2458440"/>
              <a:ext cx="73440" cy="7308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73080"/>
                <a:gd name="textAreaBottom" fmla="*/ 73440 h 730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8440" rIns="90000" bIns="284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71" name="Freeform 7"/>
            <p:cNvSpPr/>
            <p:nvPr/>
          </p:nvSpPr>
          <p:spPr>
            <a:xfrm>
              <a:off x="0" y="3035520"/>
              <a:ext cx="32040" cy="24696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246960"/>
                <a:gd name="textAreaBottom" fmla="*/ 247320 h 2469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72" name="Freeform 8"/>
            <p:cNvSpPr/>
            <p:nvPr/>
          </p:nvSpPr>
          <p:spPr>
            <a:xfrm>
              <a:off x="0" y="3466800"/>
              <a:ext cx="32040" cy="44568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445680"/>
                <a:gd name="textAreaBottom" fmla="*/ 446040 h 4456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73" name="Freeform 9"/>
            <p:cNvSpPr/>
            <p:nvPr/>
          </p:nvSpPr>
          <p:spPr>
            <a:xfrm>
              <a:off x="0" y="4009680"/>
              <a:ext cx="32040" cy="44712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447120"/>
                <a:gd name="textAreaBottom" fmla="*/ 447480 h 4471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74" name="Freeform 10"/>
            <p:cNvSpPr/>
            <p:nvPr/>
          </p:nvSpPr>
          <p:spPr>
            <a:xfrm>
              <a:off x="3004200" y="3614040"/>
              <a:ext cx="32040" cy="71640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716400"/>
                <a:gd name="textAreaBottom" fmla="*/ 716760 h 71640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75" name="Freeform 11"/>
            <p:cNvSpPr/>
            <p:nvPr/>
          </p:nvSpPr>
          <p:spPr>
            <a:xfrm>
              <a:off x="32400" y="2240640"/>
              <a:ext cx="2971440" cy="6006600"/>
            </a:xfrm>
            <a:custGeom>
              <a:avLst/>
              <a:gdLst>
                <a:gd name="textAreaLeft" fmla="*/ 0 w 2971440"/>
                <a:gd name="textAreaRight" fmla="*/ 2971800 w 2971440"/>
                <a:gd name="textAreaTop" fmla="*/ 0 h 6006600"/>
                <a:gd name="textAreaBottom" fmla="*/ 6006960 h 60066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76" name="Group 12"/>
          <p:cNvGrpSpPr/>
          <p:nvPr/>
        </p:nvGrpSpPr>
        <p:grpSpPr>
          <a:xfrm>
            <a:off x="5135040" y="2240640"/>
            <a:ext cx="3036240" cy="6006600"/>
            <a:chOff x="5135040" y="2240640"/>
            <a:chExt cx="3036240" cy="6006600"/>
          </a:xfrm>
        </p:grpSpPr>
        <p:sp>
          <p:nvSpPr>
            <p:cNvPr id="677" name="Freeform 13"/>
            <p:cNvSpPr/>
            <p:nvPr/>
          </p:nvSpPr>
          <p:spPr>
            <a:xfrm>
              <a:off x="5196960" y="2270160"/>
              <a:ext cx="2912400" cy="5947560"/>
            </a:xfrm>
            <a:custGeom>
              <a:avLst/>
              <a:gdLst>
                <a:gd name="textAreaLeft" fmla="*/ 0 w 2912400"/>
                <a:gd name="textAreaRight" fmla="*/ 2912760 w 2912400"/>
                <a:gd name="textAreaTop" fmla="*/ 0 h 5947560"/>
                <a:gd name="textAreaBottom" fmla="*/ 5947920 h 594756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78" name="Freeform 14"/>
            <p:cNvSpPr/>
            <p:nvPr/>
          </p:nvSpPr>
          <p:spPr>
            <a:xfrm>
              <a:off x="5349960" y="2421720"/>
              <a:ext cx="2607840" cy="5651640"/>
            </a:xfrm>
            <a:custGeom>
              <a:avLst/>
              <a:gdLst>
                <a:gd name="textAreaLeft" fmla="*/ 0 w 2607840"/>
                <a:gd name="textAreaRight" fmla="*/ 2608200 w 2607840"/>
                <a:gd name="textAreaTop" fmla="*/ 0 h 5651640"/>
                <a:gd name="textAreaBottom" fmla="*/ 5652000 h 56516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79" name="Freeform 15"/>
            <p:cNvSpPr/>
            <p:nvPr/>
          </p:nvSpPr>
          <p:spPr>
            <a:xfrm>
              <a:off x="6434640" y="2470320"/>
              <a:ext cx="402840" cy="49680"/>
            </a:xfrm>
            <a:custGeom>
              <a:avLst/>
              <a:gdLst>
                <a:gd name="textAreaLeft" fmla="*/ 0 w 402840"/>
                <a:gd name="textAreaRight" fmla="*/ 403200 w 40284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5040" rIns="90000" bIns="50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80" name="Freeform 16"/>
            <p:cNvSpPr/>
            <p:nvPr/>
          </p:nvSpPr>
          <p:spPr>
            <a:xfrm>
              <a:off x="6966000" y="2458440"/>
              <a:ext cx="73440" cy="7308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73080"/>
                <a:gd name="textAreaBottom" fmla="*/ 73440 h 730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8440" rIns="90000" bIns="284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81" name="Freeform 17"/>
            <p:cNvSpPr/>
            <p:nvPr/>
          </p:nvSpPr>
          <p:spPr>
            <a:xfrm>
              <a:off x="5135040" y="3035520"/>
              <a:ext cx="32040" cy="24696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246960"/>
                <a:gd name="textAreaBottom" fmla="*/ 247320 h 2469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82" name="Freeform 18"/>
            <p:cNvSpPr/>
            <p:nvPr/>
          </p:nvSpPr>
          <p:spPr>
            <a:xfrm>
              <a:off x="5135040" y="3466800"/>
              <a:ext cx="32040" cy="44568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445680"/>
                <a:gd name="textAreaBottom" fmla="*/ 446040 h 4456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83" name="Freeform 19"/>
            <p:cNvSpPr/>
            <p:nvPr/>
          </p:nvSpPr>
          <p:spPr>
            <a:xfrm>
              <a:off x="5135040" y="4009680"/>
              <a:ext cx="32040" cy="44712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447120"/>
                <a:gd name="textAreaBottom" fmla="*/ 447480 h 4471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84" name="Freeform 20"/>
            <p:cNvSpPr/>
            <p:nvPr/>
          </p:nvSpPr>
          <p:spPr>
            <a:xfrm>
              <a:off x="8139240" y="3614040"/>
              <a:ext cx="32040" cy="71640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716400"/>
                <a:gd name="textAreaBottom" fmla="*/ 716760 h 71640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85" name="Freeform 21"/>
            <p:cNvSpPr/>
            <p:nvPr/>
          </p:nvSpPr>
          <p:spPr>
            <a:xfrm>
              <a:off x="5167440" y="2240640"/>
              <a:ext cx="2971440" cy="6006600"/>
            </a:xfrm>
            <a:custGeom>
              <a:avLst/>
              <a:gdLst>
                <a:gd name="textAreaLeft" fmla="*/ 0 w 2971440"/>
                <a:gd name="textAreaRight" fmla="*/ 2971800 w 2971440"/>
                <a:gd name="textAreaTop" fmla="*/ 0 h 6006600"/>
                <a:gd name="textAreaBottom" fmla="*/ 6006960 h 60066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86" name="Group 22"/>
          <p:cNvGrpSpPr/>
          <p:nvPr/>
        </p:nvGrpSpPr>
        <p:grpSpPr>
          <a:xfrm>
            <a:off x="10270080" y="2240640"/>
            <a:ext cx="3036240" cy="6006600"/>
            <a:chOff x="10270080" y="2240640"/>
            <a:chExt cx="3036240" cy="6006600"/>
          </a:xfrm>
        </p:grpSpPr>
        <p:sp>
          <p:nvSpPr>
            <p:cNvPr id="687" name="Freeform 23"/>
            <p:cNvSpPr/>
            <p:nvPr/>
          </p:nvSpPr>
          <p:spPr>
            <a:xfrm>
              <a:off x="10332000" y="2270160"/>
              <a:ext cx="2912400" cy="5947560"/>
            </a:xfrm>
            <a:custGeom>
              <a:avLst/>
              <a:gdLst>
                <a:gd name="textAreaLeft" fmla="*/ 0 w 2912400"/>
                <a:gd name="textAreaRight" fmla="*/ 2912760 w 2912400"/>
                <a:gd name="textAreaTop" fmla="*/ 0 h 5947560"/>
                <a:gd name="textAreaBottom" fmla="*/ 5947920 h 594756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88" name="Freeform 24"/>
            <p:cNvSpPr/>
            <p:nvPr/>
          </p:nvSpPr>
          <p:spPr>
            <a:xfrm>
              <a:off x="10485000" y="2421720"/>
              <a:ext cx="2607840" cy="5651640"/>
            </a:xfrm>
            <a:custGeom>
              <a:avLst/>
              <a:gdLst>
                <a:gd name="textAreaLeft" fmla="*/ 0 w 2607840"/>
                <a:gd name="textAreaRight" fmla="*/ 2608200 w 2607840"/>
                <a:gd name="textAreaTop" fmla="*/ 0 h 5651640"/>
                <a:gd name="textAreaBottom" fmla="*/ 5652000 h 56516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89" name="Freeform 25"/>
            <p:cNvSpPr/>
            <p:nvPr/>
          </p:nvSpPr>
          <p:spPr>
            <a:xfrm>
              <a:off x="11569680" y="2470320"/>
              <a:ext cx="402840" cy="49680"/>
            </a:xfrm>
            <a:custGeom>
              <a:avLst/>
              <a:gdLst>
                <a:gd name="textAreaLeft" fmla="*/ 0 w 402840"/>
                <a:gd name="textAreaRight" fmla="*/ 403200 w 40284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5040" rIns="90000" bIns="50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90" name="Freeform 26"/>
            <p:cNvSpPr/>
            <p:nvPr/>
          </p:nvSpPr>
          <p:spPr>
            <a:xfrm>
              <a:off x="12101040" y="2458440"/>
              <a:ext cx="73440" cy="7308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73080"/>
                <a:gd name="textAreaBottom" fmla="*/ 73440 h 730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8440" rIns="90000" bIns="284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91" name="Freeform 27"/>
            <p:cNvSpPr/>
            <p:nvPr/>
          </p:nvSpPr>
          <p:spPr>
            <a:xfrm>
              <a:off x="10270080" y="3035520"/>
              <a:ext cx="32040" cy="24696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246960"/>
                <a:gd name="textAreaBottom" fmla="*/ 247320 h 2469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92" name="Freeform 28"/>
            <p:cNvSpPr/>
            <p:nvPr/>
          </p:nvSpPr>
          <p:spPr>
            <a:xfrm>
              <a:off x="10270080" y="3466800"/>
              <a:ext cx="32040" cy="44568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445680"/>
                <a:gd name="textAreaBottom" fmla="*/ 446040 h 4456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93" name="Freeform 29"/>
            <p:cNvSpPr/>
            <p:nvPr/>
          </p:nvSpPr>
          <p:spPr>
            <a:xfrm>
              <a:off x="10270080" y="4009680"/>
              <a:ext cx="32040" cy="44712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447120"/>
                <a:gd name="textAreaBottom" fmla="*/ 447480 h 4471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94" name="Freeform 30"/>
            <p:cNvSpPr/>
            <p:nvPr/>
          </p:nvSpPr>
          <p:spPr>
            <a:xfrm>
              <a:off x="13274280" y="3614040"/>
              <a:ext cx="32040" cy="71640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716400"/>
                <a:gd name="textAreaBottom" fmla="*/ 716760 h 71640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95" name="Freeform 31"/>
            <p:cNvSpPr/>
            <p:nvPr/>
          </p:nvSpPr>
          <p:spPr>
            <a:xfrm>
              <a:off x="10302480" y="2240640"/>
              <a:ext cx="2971440" cy="6006600"/>
            </a:xfrm>
            <a:custGeom>
              <a:avLst/>
              <a:gdLst>
                <a:gd name="textAreaLeft" fmla="*/ 0 w 2971440"/>
                <a:gd name="textAreaRight" fmla="*/ 2971800 w 2971440"/>
                <a:gd name="textAreaTop" fmla="*/ 0 h 6006600"/>
                <a:gd name="textAreaBottom" fmla="*/ 6006960 h 60066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696" name="Group 32"/>
          <p:cNvGrpSpPr/>
          <p:nvPr/>
        </p:nvGrpSpPr>
        <p:grpSpPr>
          <a:xfrm>
            <a:off x="15251400" y="2240640"/>
            <a:ext cx="3036240" cy="6006600"/>
            <a:chOff x="15251400" y="2240640"/>
            <a:chExt cx="3036240" cy="6006600"/>
          </a:xfrm>
        </p:grpSpPr>
        <p:sp>
          <p:nvSpPr>
            <p:cNvPr id="697" name="Freeform 33"/>
            <p:cNvSpPr/>
            <p:nvPr/>
          </p:nvSpPr>
          <p:spPr>
            <a:xfrm>
              <a:off x="15313320" y="2270160"/>
              <a:ext cx="2912400" cy="5947560"/>
            </a:xfrm>
            <a:custGeom>
              <a:avLst/>
              <a:gdLst>
                <a:gd name="textAreaLeft" fmla="*/ 0 w 2912400"/>
                <a:gd name="textAreaRight" fmla="*/ 2912760 w 2912400"/>
                <a:gd name="textAreaTop" fmla="*/ 0 h 5947560"/>
                <a:gd name="textAreaBottom" fmla="*/ 5947920 h 594756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98" name="Freeform 34"/>
            <p:cNvSpPr/>
            <p:nvPr/>
          </p:nvSpPr>
          <p:spPr>
            <a:xfrm>
              <a:off x="15466320" y="2421720"/>
              <a:ext cx="2607840" cy="5651640"/>
            </a:xfrm>
            <a:custGeom>
              <a:avLst/>
              <a:gdLst>
                <a:gd name="textAreaLeft" fmla="*/ 0 w 2607840"/>
                <a:gd name="textAreaRight" fmla="*/ 2608200 w 2607840"/>
                <a:gd name="textAreaTop" fmla="*/ 0 h 5651640"/>
                <a:gd name="textAreaBottom" fmla="*/ 5652000 h 565164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99" name="Freeform 35"/>
            <p:cNvSpPr/>
            <p:nvPr/>
          </p:nvSpPr>
          <p:spPr>
            <a:xfrm>
              <a:off x="16551000" y="2470320"/>
              <a:ext cx="402840" cy="49680"/>
            </a:xfrm>
            <a:custGeom>
              <a:avLst/>
              <a:gdLst>
                <a:gd name="textAreaLeft" fmla="*/ 0 w 402840"/>
                <a:gd name="textAreaRight" fmla="*/ 403200 w 40284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5040" rIns="90000" bIns="50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00" name="Freeform 36"/>
            <p:cNvSpPr/>
            <p:nvPr/>
          </p:nvSpPr>
          <p:spPr>
            <a:xfrm>
              <a:off x="17082360" y="2458440"/>
              <a:ext cx="73440" cy="7308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73080"/>
                <a:gd name="textAreaBottom" fmla="*/ 73440 h 730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8440" rIns="90000" bIns="2844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01" name="Freeform 37"/>
            <p:cNvSpPr/>
            <p:nvPr/>
          </p:nvSpPr>
          <p:spPr>
            <a:xfrm>
              <a:off x="15251400" y="3035520"/>
              <a:ext cx="32040" cy="24696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246960"/>
                <a:gd name="textAreaBottom" fmla="*/ 247320 h 2469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02" name="Freeform 38"/>
            <p:cNvSpPr/>
            <p:nvPr/>
          </p:nvSpPr>
          <p:spPr>
            <a:xfrm>
              <a:off x="15251400" y="3466800"/>
              <a:ext cx="32040" cy="44568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445680"/>
                <a:gd name="textAreaBottom" fmla="*/ 446040 h 4456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03" name="Freeform 39"/>
            <p:cNvSpPr/>
            <p:nvPr/>
          </p:nvSpPr>
          <p:spPr>
            <a:xfrm>
              <a:off x="15251400" y="4009680"/>
              <a:ext cx="32040" cy="44712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447120"/>
                <a:gd name="textAreaBottom" fmla="*/ 447480 h 44712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04" name="Freeform 40"/>
            <p:cNvSpPr/>
            <p:nvPr/>
          </p:nvSpPr>
          <p:spPr>
            <a:xfrm>
              <a:off x="18255600" y="3614040"/>
              <a:ext cx="32040" cy="71640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716400"/>
                <a:gd name="textAreaBottom" fmla="*/ 716760 h 71640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05" name="Freeform 41"/>
            <p:cNvSpPr/>
            <p:nvPr/>
          </p:nvSpPr>
          <p:spPr>
            <a:xfrm>
              <a:off x="15283800" y="2240640"/>
              <a:ext cx="2971440" cy="6006600"/>
            </a:xfrm>
            <a:custGeom>
              <a:avLst/>
              <a:gdLst>
                <a:gd name="textAreaLeft" fmla="*/ 0 w 2971440"/>
                <a:gd name="textAreaRight" fmla="*/ 2971800 w 2971440"/>
                <a:gd name="textAreaTop" fmla="*/ 0 h 6006600"/>
                <a:gd name="textAreaBottom" fmla="*/ 6006960 h 600660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06" name="Freeform 42"/>
          <p:cNvSpPr/>
          <p:nvPr/>
        </p:nvSpPr>
        <p:spPr>
          <a:xfrm>
            <a:off x="3223440" y="5658840"/>
            <a:ext cx="1724400" cy="360"/>
          </a:xfrm>
          <a:custGeom>
            <a:avLst/>
            <a:gdLst>
              <a:gd name="textAreaLeft" fmla="*/ 0 w 1724400"/>
              <a:gd name="textAreaRight" fmla="*/ 1724760 w 17244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724745">
                <a:moveTo>
                  <a:pt x="0" y="0"/>
                </a:moveTo>
                <a:lnTo>
                  <a:pt x="1724745" y="0"/>
                </a:lnTo>
              </a:path>
            </a:pathLst>
          </a:custGeom>
          <a:noFill/>
          <a:ln w="762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7" name="Freeform 43"/>
          <p:cNvSpPr/>
          <p:nvPr/>
        </p:nvSpPr>
        <p:spPr>
          <a:xfrm>
            <a:off x="8362080" y="5697000"/>
            <a:ext cx="1724400" cy="360"/>
          </a:xfrm>
          <a:custGeom>
            <a:avLst/>
            <a:gdLst>
              <a:gd name="textAreaLeft" fmla="*/ 0 w 1724400"/>
              <a:gd name="textAreaRight" fmla="*/ 1724760 w 17244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724744">
                <a:moveTo>
                  <a:pt x="0" y="0"/>
                </a:moveTo>
                <a:lnTo>
                  <a:pt x="1724745" y="0"/>
                </a:lnTo>
              </a:path>
            </a:pathLst>
          </a:custGeom>
          <a:noFill/>
          <a:ln w="762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708" name="Group 44"/>
          <p:cNvGrpSpPr/>
          <p:nvPr/>
        </p:nvGrpSpPr>
        <p:grpSpPr>
          <a:xfrm>
            <a:off x="12674880" y="5648400"/>
            <a:ext cx="120960" cy="780120"/>
            <a:chOff x="12674880" y="5648400"/>
            <a:chExt cx="120960" cy="780120"/>
          </a:xfrm>
        </p:grpSpPr>
        <p:sp>
          <p:nvSpPr>
            <p:cNvPr id="709" name="Freeform 45"/>
            <p:cNvSpPr/>
            <p:nvPr/>
          </p:nvSpPr>
          <p:spPr>
            <a:xfrm>
              <a:off x="12674880" y="5648400"/>
              <a:ext cx="120960" cy="780120"/>
            </a:xfrm>
            <a:custGeom>
              <a:avLst/>
              <a:gdLst>
                <a:gd name="textAreaLeft" fmla="*/ 0 w 120960"/>
                <a:gd name="textAreaRight" fmla="*/ 121320 w 120960"/>
                <a:gd name="textAreaTop" fmla="*/ 0 h 780120"/>
                <a:gd name="textAreaBottom" fmla="*/ 780480 h 780120"/>
              </a:gdLst>
              <a:ahLst/>
              <a:cxnLst/>
              <a:rect l="textAreaLeft" t="textAreaTop" r="textAreaRight" b="textAreaBottom"/>
              <a:pathLst>
                <a:path w="161753" h="1040500">
                  <a:moveTo>
                    <a:pt x="35560" y="40356"/>
                  </a:moveTo>
                  <a:cubicBezTo>
                    <a:pt x="33020" y="27656"/>
                    <a:pt x="6350" y="37816"/>
                    <a:pt x="2540" y="32736"/>
                  </a:cubicBezTo>
                  <a:cubicBezTo>
                    <a:pt x="0" y="28926"/>
                    <a:pt x="5080" y="13686"/>
                    <a:pt x="12700" y="7336"/>
                  </a:cubicBezTo>
                  <a:cubicBezTo>
                    <a:pt x="29210" y="-4094"/>
                    <a:pt x="102870" y="-284"/>
                    <a:pt x="124460" y="6066"/>
                  </a:cubicBezTo>
                  <a:cubicBezTo>
                    <a:pt x="134620" y="9876"/>
                    <a:pt x="142240" y="13686"/>
                    <a:pt x="144780" y="23846"/>
                  </a:cubicBezTo>
                  <a:cubicBezTo>
                    <a:pt x="151130" y="40356"/>
                    <a:pt x="132080" y="75916"/>
                    <a:pt x="128270" y="110206"/>
                  </a:cubicBezTo>
                  <a:cubicBezTo>
                    <a:pt x="123190" y="157196"/>
                    <a:pt x="125730" y="211806"/>
                    <a:pt x="128270" y="281656"/>
                  </a:cubicBezTo>
                  <a:cubicBezTo>
                    <a:pt x="132080" y="394686"/>
                    <a:pt x="149860" y="588996"/>
                    <a:pt x="154940" y="721076"/>
                  </a:cubicBezTo>
                  <a:cubicBezTo>
                    <a:pt x="157480" y="826486"/>
                    <a:pt x="168910" y="969996"/>
                    <a:pt x="154940" y="1009366"/>
                  </a:cubicBezTo>
                  <a:cubicBezTo>
                    <a:pt x="151130" y="1020796"/>
                    <a:pt x="148590" y="1024606"/>
                    <a:pt x="139700" y="1028416"/>
                  </a:cubicBezTo>
                  <a:cubicBezTo>
                    <a:pt x="125730" y="1037306"/>
                    <a:pt x="87630" y="1042386"/>
                    <a:pt x="67310" y="1039846"/>
                  </a:cubicBezTo>
                  <a:cubicBezTo>
                    <a:pt x="49530" y="1037306"/>
                    <a:pt x="25400" y="1028416"/>
                    <a:pt x="21590" y="1019526"/>
                  </a:cubicBezTo>
                  <a:cubicBezTo>
                    <a:pt x="19050" y="1014446"/>
                    <a:pt x="21590" y="1005556"/>
                    <a:pt x="25400" y="1001746"/>
                  </a:cubicBezTo>
                  <a:cubicBezTo>
                    <a:pt x="27940" y="999206"/>
                    <a:pt x="39370" y="997936"/>
                    <a:pt x="41910" y="1001746"/>
                  </a:cubicBezTo>
                  <a:cubicBezTo>
                    <a:pt x="45720" y="1004286"/>
                    <a:pt x="45720" y="1022066"/>
                    <a:pt x="41910" y="1024606"/>
                  </a:cubicBezTo>
                  <a:cubicBezTo>
                    <a:pt x="38100" y="1027146"/>
                    <a:pt x="21590" y="1020796"/>
                    <a:pt x="20320" y="1015716"/>
                  </a:cubicBezTo>
                  <a:cubicBezTo>
                    <a:pt x="19050" y="1011906"/>
                    <a:pt x="26670" y="999206"/>
                    <a:pt x="31750" y="999206"/>
                  </a:cubicBezTo>
                  <a:cubicBezTo>
                    <a:pt x="36830" y="997936"/>
                    <a:pt x="46990" y="1006826"/>
                    <a:pt x="48260" y="1011906"/>
                  </a:cubicBezTo>
                  <a:cubicBezTo>
                    <a:pt x="48260" y="1015716"/>
                    <a:pt x="40640" y="1025876"/>
                    <a:pt x="35560" y="1027146"/>
                  </a:cubicBezTo>
                  <a:cubicBezTo>
                    <a:pt x="31750" y="1028416"/>
                    <a:pt x="21590" y="1020796"/>
                    <a:pt x="20320" y="1016986"/>
                  </a:cubicBezTo>
                  <a:cubicBezTo>
                    <a:pt x="19050" y="1011906"/>
                    <a:pt x="21590" y="1004286"/>
                    <a:pt x="27940" y="999206"/>
                  </a:cubicBezTo>
                  <a:cubicBezTo>
                    <a:pt x="43180" y="990316"/>
                    <a:pt x="132080" y="989046"/>
                    <a:pt x="134620" y="995396"/>
                  </a:cubicBezTo>
                  <a:cubicBezTo>
                    <a:pt x="135890" y="999206"/>
                    <a:pt x="123190" y="1010636"/>
                    <a:pt x="119380" y="1009366"/>
                  </a:cubicBezTo>
                  <a:cubicBezTo>
                    <a:pt x="104140" y="1003016"/>
                    <a:pt x="123190" y="830296"/>
                    <a:pt x="119380" y="726156"/>
                  </a:cubicBezTo>
                  <a:cubicBezTo>
                    <a:pt x="115570" y="594076"/>
                    <a:pt x="97790" y="398496"/>
                    <a:pt x="93980" y="281656"/>
                  </a:cubicBezTo>
                  <a:cubicBezTo>
                    <a:pt x="92710" y="205456"/>
                    <a:pt x="90170" y="140686"/>
                    <a:pt x="95250" y="93696"/>
                  </a:cubicBezTo>
                  <a:cubicBezTo>
                    <a:pt x="99060" y="64486"/>
                    <a:pt x="105410" y="25116"/>
                    <a:pt x="111760" y="23846"/>
                  </a:cubicBezTo>
                  <a:cubicBezTo>
                    <a:pt x="115570" y="22576"/>
                    <a:pt x="125730" y="36546"/>
                    <a:pt x="124460" y="40356"/>
                  </a:cubicBezTo>
                  <a:cubicBezTo>
                    <a:pt x="119380" y="49246"/>
                    <a:pt x="30480" y="49246"/>
                    <a:pt x="12700" y="39086"/>
                  </a:cubicBezTo>
                  <a:cubicBezTo>
                    <a:pt x="5080" y="35276"/>
                    <a:pt x="0" y="26386"/>
                    <a:pt x="0" y="21306"/>
                  </a:cubicBezTo>
                  <a:cubicBezTo>
                    <a:pt x="1270" y="16226"/>
                    <a:pt x="10160" y="9876"/>
                    <a:pt x="16510" y="7336"/>
                  </a:cubicBezTo>
                  <a:cubicBezTo>
                    <a:pt x="25400" y="3526"/>
                    <a:pt x="43180" y="3526"/>
                    <a:pt x="52070" y="8606"/>
                  </a:cubicBezTo>
                  <a:cubicBezTo>
                    <a:pt x="59690" y="12416"/>
                    <a:pt x="64770" y="22576"/>
                    <a:pt x="66040" y="30196"/>
                  </a:cubicBezTo>
                  <a:cubicBezTo>
                    <a:pt x="67310" y="37816"/>
                    <a:pt x="60960" y="53056"/>
                    <a:pt x="55880" y="54326"/>
                  </a:cubicBezTo>
                  <a:cubicBezTo>
                    <a:pt x="52070" y="55596"/>
                    <a:pt x="35560" y="40356"/>
                    <a:pt x="35560" y="40356"/>
                  </a:cubicBezTo>
                </a:path>
              </a:pathLst>
            </a:custGeom>
            <a:solidFill>
              <a:srgbClr val="E7191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10" name="Freeform 46"/>
          <p:cNvSpPr/>
          <p:nvPr/>
        </p:nvSpPr>
        <p:spPr>
          <a:xfrm>
            <a:off x="12829320" y="5244840"/>
            <a:ext cx="2273040" cy="795600"/>
          </a:xfrm>
          <a:custGeom>
            <a:avLst/>
            <a:gdLst>
              <a:gd name="textAreaLeft" fmla="*/ 0 w 2273040"/>
              <a:gd name="textAreaRight" fmla="*/ 2273400 w 2273040"/>
              <a:gd name="textAreaTop" fmla="*/ 0 h 795600"/>
              <a:gd name="textAreaBottom" fmla="*/ 795960 h 795600"/>
            </a:gdLst>
            <a:ahLst/>
            <a:cxnLst/>
            <a:rect l="textAreaLeft" t="textAreaTop" r="textAreaRight" b="textAreaBottom"/>
            <a:pathLst>
              <a:path w="2273291" h="796012">
                <a:moveTo>
                  <a:pt x="0" y="796012"/>
                </a:moveTo>
                <a:lnTo>
                  <a:pt x="752377" y="796012"/>
                </a:lnTo>
                <a:cubicBezTo>
                  <a:pt x="857935" y="796012"/>
                  <a:pt x="959170" y="754079"/>
                  <a:pt x="1033811" y="679439"/>
                </a:cubicBezTo>
                <a:cubicBezTo>
                  <a:pt x="1108451" y="604798"/>
                  <a:pt x="1150384" y="503563"/>
                  <a:pt x="1150384" y="398006"/>
                </a:cubicBezTo>
                <a:lnTo>
                  <a:pt x="1150384" y="398006"/>
                </a:lnTo>
                <a:cubicBezTo>
                  <a:pt x="1150384" y="292448"/>
                  <a:pt x="1192316" y="191214"/>
                  <a:pt x="1266956" y="116573"/>
                </a:cubicBezTo>
                <a:cubicBezTo>
                  <a:pt x="1341598" y="41932"/>
                  <a:pt x="1442832" y="0"/>
                  <a:pt x="1548390" y="0"/>
                </a:cubicBezTo>
                <a:lnTo>
                  <a:pt x="2273292" y="0"/>
                </a:lnTo>
              </a:path>
            </a:pathLst>
          </a:custGeom>
          <a:noFill/>
          <a:ln w="762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1" name="TextBox 47"/>
          <p:cNvSpPr/>
          <p:nvPr/>
        </p:nvSpPr>
        <p:spPr>
          <a:xfrm>
            <a:off x="3046680" y="4330440"/>
            <a:ext cx="2088000" cy="93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460"/>
              </a:lnSpc>
            </a:pPr>
            <a:r>
              <a:rPr lang="en-US" sz="1750" b="0" strike="noStrike" spc="-1">
                <a:solidFill>
                  <a:srgbClr val="000000"/>
                </a:solidFill>
                <a:latin typeface="Canva Sans"/>
                <a:ea typeface="Canva Sans"/>
              </a:rPr>
              <a:t>Clicking on any of the health checks goes to this screen </a:t>
            </a:r>
            <a:endParaRPr lang="en-US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TextBox 48"/>
          <p:cNvSpPr/>
          <p:nvPr/>
        </p:nvSpPr>
        <p:spPr>
          <a:xfrm>
            <a:off x="8181720" y="4494240"/>
            <a:ext cx="2088000" cy="93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460"/>
              </a:lnSpc>
            </a:pPr>
            <a:r>
              <a:rPr lang="en-US" sz="1750" b="0" strike="noStrike" spc="-1">
                <a:solidFill>
                  <a:srgbClr val="000000"/>
                </a:solidFill>
                <a:latin typeface="Canva Sans"/>
                <a:ea typeface="Canva Sans"/>
              </a:rPr>
              <a:t>If no, it leads to book appointment screen </a:t>
            </a:r>
            <a:endParaRPr lang="en-US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TextBox 49"/>
          <p:cNvSpPr/>
          <p:nvPr/>
        </p:nvSpPr>
        <p:spPr>
          <a:xfrm>
            <a:off x="3630240" y="9210600"/>
            <a:ext cx="14365080" cy="72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ts val="2860"/>
              </a:lnSpc>
            </a:pPr>
            <a:r>
              <a:rPr lang="en-US" sz="2040" b="0" strike="noStrike" spc="-1">
                <a:solidFill>
                  <a:srgbClr val="000000"/>
                </a:solidFill>
                <a:latin typeface="Canva Sans"/>
                <a:ea typeface="Canva Sans"/>
              </a:rPr>
              <a:t>If yes, it leads to respective screens that ask to enter the test results including important measurements .</a:t>
            </a:r>
            <a:endParaRPr lang="en-US" sz="2040" b="0" strike="noStrike" spc="-1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2860"/>
              </a:lnSpc>
            </a:pPr>
            <a:r>
              <a:rPr lang="en-US" sz="2040" b="0" strike="noStrike" spc="-1">
                <a:solidFill>
                  <a:srgbClr val="000000"/>
                </a:solidFill>
                <a:latin typeface="Canva Sans"/>
                <a:ea typeface="Canva Sans"/>
              </a:rPr>
              <a:t>These screens are shown in next few slides  </a:t>
            </a:r>
            <a:endParaRPr lang="en-US" sz="20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TextBox 50"/>
          <p:cNvSpPr/>
          <p:nvPr/>
        </p:nvSpPr>
        <p:spPr>
          <a:xfrm>
            <a:off x="5375880" y="652680"/>
            <a:ext cx="835488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873"/>
              </a:lnSpc>
            </a:pPr>
            <a:r>
              <a:rPr lang="en-US" sz="348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Available Health Checks </a:t>
            </a:r>
            <a:endParaRPr lang="en-US" sz="34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5" name="Group 2"/>
          <p:cNvGrpSpPr/>
          <p:nvPr/>
        </p:nvGrpSpPr>
        <p:grpSpPr>
          <a:xfrm>
            <a:off x="1028880" y="1480320"/>
            <a:ext cx="3930120" cy="7775640"/>
            <a:chOff x="1028880" y="1480320"/>
            <a:chExt cx="3930120" cy="7775640"/>
          </a:xfrm>
        </p:grpSpPr>
        <p:sp>
          <p:nvSpPr>
            <p:cNvPr id="716" name="Freeform 3"/>
            <p:cNvSpPr/>
            <p:nvPr/>
          </p:nvSpPr>
          <p:spPr>
            <a:xfrm>
              <a:off x="1108800" y="1518480"/>
              <a:ext cx="3770280" cy="7699320"/>
            </a:xfrm>
            <a:custGeom>
              <a:avLst/>
              <a:gdLst>
                <a:gd name="textAreaLeft" fmla="*/ 0 w 3770280"/>
                <a:gd name="textAreaRight" fmla="*/ 3770640 w 3770280"/>
                <a:gd name="textAreaTop" fmla="*/ 0 h 7699320"/>
                <a:gd name="textAreaBottom" fmla="*/ 7699680 h 769932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17" name="Freeform 4"/>
            <p:cNvSpPr/>
            <p:nvPr/>
          </p:nvSpPr>
          <p:spPr>
            <a:xfrm>
              <a:off x="1306800" y="1714680"/>
              <a:ext cx="3376080" cy="7316280"/>
            </a:xfrm>
            <a:custGeom>
              <a:avLst/>
              <a:gdLst>
                <a:gd name="textAreaLeft" fmla="*/ 0 w 3376080"/>
                <a:gd name="textAreaRight" fmla="*/ 3376440 w 3376080"/>
                <a:gd name="textAreaTop" fmla="*/ 0 h 7316280"/>
                <a:gd name="textAreaBottom" fmla="*/ 7316640 h 73162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18" name="Freeform 5"/>
            <p:cNvSpPr/>
            <p:nvPr/>
          </p:nvSpPr>
          <p:spPr>
            <a:xfrm>
              <a:off x="2711160" y="1777680"/>
              <a:ext cx="521640" cy="64440"/>
            </a:xfrm>
            <a:custGeom>
              <a:avLst/>
              <a:gdLst>
                <a:gd name="textAreaLeft" fmla="*/ 0 w 521640"/>
                <a:gd name="textAreaRight" fmla="*/ 522000 w 52164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800" rIns="90000" bIns="198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19" name="Freeform 6"/>
            <p:cNvSpPr/>
            <p:nvPr/>
          </p:nvSpPr>
          <p:spPr>
            <a:xfrm>
              <a:off x="3398760" y="1762560"/>
              <a:ext cx="95400" cy="95040"/>
            </a:xfrm>
            <a:custGeom>
              <a:avLst/>
              <a:gdLst>
                <a:gd name="textAreaLeft" fmla="*/ 0 w 95400"/>
                <a:gd name="textAreaRight" fmla="*/ 95760 w 9540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20" name="Freeform 7"/>
            <p:cNvSpPr/>
            <p:nvPr/>
          </p:nvSpPr>
          <p:spPr>
            <a:xfrm>
              <a:off x="1028880" y="2509560"/>
              <a:ext cx="41400" cy="31968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319680"/>
                <a:gd name="textAreaBottom" fmla="*/ 320040 h 31968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21" name="Freeform 8"/>
            <p:cNvSpPr/>
            <p:nvPr/>
          </p:nvSpPr>
          <p:spPr>
            <a:xfrm>
              <a:off x="1028880" y="3067560"/>
              <a:ext cx="41400" cy="57708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577080"/>
                <a:gd name="textAreaBottom" fmla="*/ 577440 h 577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22" name="Freeform 9"/>
            <p:cNvSpPr/>
            <p:nvPr/>
          </p:nvSpPr>
          <p:spPr>
            <a:xfrm>
              <a:off x="1028880" y="3770640"/>
              <a:ext cx="41400" cy="57888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578880"/>
                <a:gd name="textAreaBottom" fmla="*/ 579240 h 57888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23" name="Freeform 10"/>
            <p:cNvSpPr/>
            <p:nvPr/>
          </p:nvSpPr>
          <p:spPr>
            <a:xfrm>
              <a:off x="4917600" y="3258360"/>
              <a:ext cx="41400" cy="92772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927720"/>
                <a:gd name="textAreaBottom" fmla="*/ 928080 h 9277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24" name="Freeform 11"/>
            <p:cNvSpPr/>
            <p:nvPr/>
          </p:nvSpPr>
          <p:spPr>
            <a:xfrm>
              <a:off x="1070640" y="1480320"/>
              <a:ext cx="3846600" cy="7775640"/>
            </a:xfrm>
            <a:custGeom>
              <a:avLst/>
              <a:gdLst>
                <a:gd name="textAreaLeft" fmla="*/ 0 w 3846600"/>
                <a:gd name="textAreaRight" fmla="*/ 3846960 w 3846600"/>
                <a:gd name="textAreaTop" fmla="*/ 0 h 7775640"/>
                <a:gd name="textAreaBottom" fmla="*/ 7776000 h 77756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25" name="Group 12"/>
          <p:cNvGrpSpPr/>
          <p:nvPr/>
        </p:nvGrpSpPr>
        <p:grpSpPr>
          <a:xfrm>
            <a:off x="6841800" y="1480320"/>
            <a:ext cx="3930480" cy="7775640"/>
            <a:chOff x="6841800" y="1480320"/>
            <a:chExt cx="3930480" cy="7775640"/>
          </a:xfrm>
        </p:grpSpPr>
        <p:sp>
          <p:nvSpPr>
            <p:cNvPr id="726" name="Freeform 13"/>
            <p:cNvSpPr/>
            <p:nvPr/>
          </p:nvSpPr>
          <p:spPr>
            <a:xfrm>
              <a:off x="6922080" y="1518480"/>
              <a:ext cx="3770280" cy="7699320"/>
            </a:xfrm>
            <a:custGeom>
              <a:avLst/>
              <a:gdLst>
                <a:gd name="textAreaLeft" fmla="*/ 0 w 3770280"/>
                <a:gd name="textAreaRight" fmla="*/ 3770640 w 3770280"/>
                <a:gd name="textAreaTop" fmla="*/ 0 h 7699320"/>
                <a:gd name="textAreaBottom" fmla="*/ 7699680 h 769932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27" name="Freeform 14"/>
            <p:cNvSpPr/>
            <p:nvPr/>
          </p:nvSpPr>
          <p:spPr>
            <a:xfrm>
              <a:off x="7120080" y="1714680"/>
              <a:ext cx="3376080" cy="7316280"/>
            </a:xfrm>
            <a:custGeom>
              <a:avLst/>
              <a:gdLst>
                <a:gd name="textAreaLeft" fmla="*/ 0 w 3376080"/>
                <a:gd name="textAreaRight" fmla="*/ 3376440 w 3376080"/>
                <a:gd name="textAreaTop" fmla="*/ 0 h 7316280"/>
                <a:gd name="textAreaBottom" fmla="*/ 7316640 h 73162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28" name="Freeform 15"/>
            <p:cNvSpPr/>
            <p:nvPr/>
          </p:nvSpPr>
          <p:spPr>
            <a:xfrm>
              <a:off x="8524440" y="1777680"/>
              <a:ext cx="521640" cy="64440"/>
            </a:xfrm>
            <a:custGeom>
              <a:avLst/>
              <a:gdLst>
                <a:gd name="textAreaLeft" fmla="*/ 0 w 521640"/>
                <a:gd name="textAreaRight" fmla="*/ 522000 w 52164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800" rIns="90000" bIns="198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29" name="Freeform 16"/>
            <p:cNvSpPr/>
            <p:nvPr/>
          </p:nvSpPr>
          <p:spPr>
            <a:xfrm>
              <a:off x="9212040" y="1762560"/>
              <a:ext cx="95400" cy="95040"/>
            </a:xfrm>
            <a:custGeom>
              <a:avLst/>
              <a:gdLst>
                <a:gd name="textAreaLeft" fmla="*/ 0 w 95400"/>
                <a:gd name="textAreaRight" fmla="*/ 95760 w 9540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30" name="Freeform 17"/>
            <p:cNvSpPr/>
            <p:nvPr/>
          </p:nvSpPr>
          <p:spPr>
            <a:xfrm>
              <a:off x="6841800" y="2509560"/>
              <a:ext cx="41400" cy="31968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319680"/>
                <a:gd name="textAreaBottom" fmla="*/ 320040 h 31968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31" name="Freeform 18"/>
            <p:cNvSpPr/>
            <p:nvPr/>
          </p:nvSpPr>
          <p:spPr>
            <a:xfrm>
              <a:off x="6841800" y="3067560"/>
              <a:ext cx="41400" cy="57708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577080"/>
                <a:gd name="textAreaBottom" fmla="*/ 577440 h 577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32" name="Freeform 19"/>
            <p:cNvSpPr/>
            <p:nvPr/>
          </p:nvSpPr>
          <p:spPr>
            <a:xfrm>
              <a:off x="6841800" y="3770640"/>
              <a:ext cx="41400" cy="57888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578880"/>
                <a:gd name="textAreaBottom" fmla="*/ 579240 h 57888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33" name="Freeform 20"/>
            <p:cNvSpPr/>
            <p:nvPr/>
          </p:nvSpPr>
          <p:spPr>
            <a:xfrm>
              <a:off x="10730880" y="3258360"/>
              <a:ext cx="41400" cy="92772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927720"/>
                <a:gd name="textAreaBottom" fmla="*/ 928080 h 9277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34" name="Freeform 21"/>
            <p:cNvSpPr/>
            <p:nvPr/>
          </p:nvSpPr>
          <p:spPr>
            <a:xfrm>
              <a:off x="6883920" y="1480320"/>
              <a:ext cx="3846600" cy="7775640"/>
            </a:xfrm>
            <a:custGeom>
              <a:avLst/>
              <a:gdLst>
                <a:gd name="textAreaLeft" fmla="*/ 0 w 3846600"/>
                <a:gd name="textAreaRight" fmla="*/ 3846960 w 3846600"/>
                <a:gd name="textAreaTop" fmla="*/ 0 h 7775640"/>
                <a:gd name="textAreaBottom" fmla="*/ 7776000 h 77756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35" name="Group 22"/>
          <p:cNvGrpSpPr/>
          <p:nvPr/>
        </p:nvGrpSpPr>
        <p:grpSpPr>
          <a:xfrm>
            <a:off x="12685320" y="1480320"/>
            <a:ext cx="3930120" cy="7775640"/>
            <a:chOff x="12685320" y="1480320"/>
            <a:chExt cx="3930120" cy="7775640"/>
          </a:xfrm>
        </p:grpSpPr>
        <p:sp>
          <p:nvSpPr>
            <p:cNvPr id="736" name="Freeform 23"/>
            <p:cNvSpPr/>
            <p:nvPr/>
          </p:nvSpPr>
          <p:spPr>
            <a:xfrm>
              <a:off x="12765240" y="1518480"/>
              <a:ext cx="3770280" cy="7699320"/>
            </a:xfrm>
            <a:custGeom>
              <a:avLst/>
              <a:gdLst>
                <a:gd name="textAreaLeft" fmla="*/ 0 w 3770280"/>
                <a:gd name="textAreaRight" fmla="*/ 3770640 w 3770280"/>
                <a:gd name="textAreaTop" fmla="*/ 0 h 7699320"/>
                <a:gd name="textAreaBottom" fmla="*/ 7699680 h 769932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37" name="Freeform 24"/>
            <p:cNvSpPr/>
            <p:nvPr/>
          </p:nvSpPr>
          <p:spPr>
            <a:xfrm>
              <a:off x="12963600" y="1714680"/>
              <a:ext cx="3376080" cy="7316280"/>
            </a:xfrm>
            <a:custGeom>
              <a:avLst/>
              <a:gdLst>
                <a:gd name="textAreaLeft" fmla="*/ 0 w 3376080"/>
                <a:gd name="textAreaRight" fmla="*/ 3376440 w 3376080"/>
                <a:gd name="textAreaTop" fmla="*/ 0 h 7316280"/>
                <a:gd name="textAreaBottom" fmla="*/ 7316640 h 73162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38" name="Freeform 25"/>
            <p:cNvSpPr/>
            <p:nvPr/>
          </p:nvSpPr>
          <p:spPr>
            <a:xfrm>
              <a:off x="14367600" y="1777680"/>
              <a:ext cx="521640" cy="64440"/>
            </a:xfrm>
            <a:custGeom>
              <a:avLst/>
              <a:gdLst>
                <a:gd name="textAreaLeft" fmla="*/ 0 w 521640"/>
                <a:gd name="textAreaRight" fmla="*/ 522000 w 52164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800" rIns="90000" bIns="198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39" name="Freeform 26"/>
            <p:cNvSpPr/>
            <p:nvPr/>
          </p:nvSpPr>
          <p:spPr>
            <a:xfrm>
              <a:off x="15055200" y="1762560"/>
              <a:ext cx="95400" cy="95040"/>
            </a:xfrm>
            <a:custGeom>
              <a:avLst/>
              <a:gdLst>
                <a:gd name="textAreaLeft" fmla="*/ 0 w 95400"/>
                <a:gd name="textAreaRight" fmla="*/ 95760 w 9540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40" name="Freeform 27"/>
            <p:cNvSpPr/>
            <p:nvPr/>
          </p:nvSpPr>
          <p:spPr>
            <a:xfrm>
              <a:off x="12685320" y="2509560"/>
              <a:ext cx="41400" cy="31968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319680"/>
                <a:gd name="textAreaBottom" fmla="*/ 320040 h 31968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41" name="Freeform 28"/>
            <p:cNvSpPr/>
            <p:nvPr/>
          </p:nvSpPr>
          <p:spPr>
            <a:xfrm>
              <a:off x="12685320" y="3067560"/>
              <a:ext cx="41400" cy="57708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577080"/>
                <a:gd name="textAreaBottom" fmla="*/ 577440 h 5770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42" name="Freeform 29"/>
            <p:cNvSpPr/>
            <p:nvPr/>
          </p:nvSpPr>
          <p:spPr>
            <a:xfrm>
              <a:off x="12685320" y="3770640"/>
              <a:ext cx="41400" cy="57888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578880"/>
                <a:gd name="textAreaBottom" fmla="*/ 579240 h 57888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43" name="Freeform 30"/>
            <p:cNvSpPr/>
            <p:nvPr/>
          </p:nvSpPr>
          <p:spPr>
            <a:xfrm>
              <a:off x="16574040" y="3258360"/>
              <a:ext cx="41400" cy="92772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927720"/>
                <a:gd name="textAreaBottom" fmla="*/ 928080 h 92772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44" name="Freeform 31"/>
            <p:cNvSpPr/>
            <p:nvPr/>
          </p:nvSpPr>
          <p:spPr>
            <a:xfrm>
              <a:off x="12727080" y="1480320"/>
              <a:ext cx="3846600" cy="7775640"/>
            </a:xfrm>
            <a:custGeom>
              <a:avLst/>
              <a:gdLst>
                <a:gd name="textAreaLeft" fmla="*/ 0 w 3846600"/>
                <a:gd name="textAreaRight" fmla="*/ 3846960 w 3846600"/>
                <a:gd name="textAreaTop" fmla="*/ 0 h 7775640"/>
                <a:gd name="textAreaBottom" fmla="*/ 7776000 h 77756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45" name="TextBox 32"/>
          <p:cNvSpPr/>
          <p:nvPr/>
        </p:nvSpPr>
        <p:spPr>
          <a:xfrm>
            <a:off x="4629600" y="450360"/>
            <a:ext cx="835488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873"/>
              </a:lnSpc>
            </a:pPr>
            <a:r>
              <a:rPr lang="en-US" sz="348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Vision Check</a:t>
            </a:r>
            <a:endParaRPr lang="en-US" sz="34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6" name="Group 2"/>
          <p:cNvGrpSpPr/>
          <p:nvPr/>
        </p:nvGrpSpPr>
        <p:grpSpPr>
          <a:xfrm>
            <a:off x="803520" y="1377000"/>
            <a:ext cx="3982680" cy="7878960"/>
            <a:chOff x="803520" y="1377000"/>
            <a:chExt cx="3982680" cy="7878960"/>
          </a:xfrm>
        </p:grpSpPr>
        <p:sp>
          <p:nvSpPr>
            <p:cNvPr id="747" name="Freeform 3"/>
            <p:cNvSpPr/>
            <p:nvPr/>
          </p:nvSpPr>
          <p:spPr>
            <a:xfrm>
              <a:off x="884520" y="1415880"/>
              <a:ext cx="3820680" cy="7801560"/>
            </a:xfrm>
            <a:custGeom>
              <a:avLst/>
              <a:gdLst>
                <a:gd name="textAreaLeft" fmla="*/ 0 w 3820680"/>
                <a:gd name="textAreaRight" fmla="*/ 3821040 w 3820680"/>
                <a:gd name="textAreaTop" fmla="*/ 0 h 7801560"/>
                <a:gd name="textAreaBottom" fmla="*/ 7801920 h 780156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48" name="Freeform 4"/>
            <p:cNvSpPr/>
            <p:nvPr/>
          </p:nvSpPr>
          <p:spPr>
            <a:xfrm>
              <a:off x="1085400" y="1614600"/>
              <a:ext cx="3421080" cy="7413480"/>
            </a:xfrm>
            <a:custGeom>
              <a:avLst/>
              <a:gdLst>
                <a:gd name="textAreaLeft" fmla="*/ 0 w 3421080"/>
                <a:gd name="textAreaRight" fmla="*/ 3421440 w 3421080"/>
                <a:gd name="textAreaTop" fmla="*/ 0 h 7413480"/>
                <a:gd name="textAreaBottom" fmla="*/ 7413840 h 74134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49" name="Freeform 5"/>
            <p:cNvSpPr/>
            <p:nvPr/>
          </p:nvSpPr>
          <p:spPr>
            <a:xfrm>
              <a:off x="2508480" y="1678320"/>
              <a:ext cx="528480" cy="65160"/>
            </a:xfrm>
            <a:custGeom>
              <a:avLst/>
              <a:gdLst>
                <a:gd name="textAreaLeft" fmla="*/ 0 w 528480"/>
                <a:gd name="textAreaRight" fmla="*/ 528840 w 52848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0520" rIns="90000" bIns="2052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50" name="Freeform 6"/>
            <p:cNvSpPr/>
            <p:nvPr/>
          </p:nvSpPr>
          <p:spPr>
            <a:xfrm>
              <a:off x="3205080" y="1662840"/>
              <a:ext cx="96480" cy="9612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51" name="Freeform 7"/>
            <p:cNvSpPr/>
            <p:nvPr/>
          </p:nvSpPr>
          <p:spPr>
            <a:xfrm>
              <a:off x="803520" y="2419560"/>
              <a:ext cx="42120" cy="3240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324000"/>
                <a:gd name="textAreaBottom" fmla="*/ 324360 h 3240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52" name="Freeform 8"/>
            <p:cNvSpPr/>
            <p:nvPr/>
          </p:nvSpPr>
          <p:spPr>
            <a:xfrm>
              <a:off x="803520" y="2985480"/>
              <a:ext cx="42120" cy="58464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584640"/>
                <a:gd name="textAreaBottom" fmla="*/ 585000 h 58464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53" name="Freeform 9"/>
            <p:cNvSpPr/>
            <p:nvPr/>
          </p:nvSpPr>
          <p:spPr>
            <a:xfrm>
              <a:off x="803520" y="3697920"/>
              <a:ext cx="42120" cy="58644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586440"/>
                <a:gd name="textAreaBottom" fmla="*/ 586800 h 58644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54" name="Freeform 10"/>
            <p:cNvSpPr/>
            <p:nvPr/>
          </p:nvSpPr>
          <p:spPr>
            <a:xfrm>
              <a:off x="4744080" y="3178440"/>
              <a:ext cx="42120" cy="93996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55" name="Freeform 11"/>
            <p:cNvSpPr/>
            <p:nvPr/>
          </p:nvSpPr>
          <p:spPr>
            <a:xfrm>
              <a:off x="846000" y="1377000"/>
              <a:ext cx="3897720" cy="7878960"/>
            </a:xfrm>
            <a:custGeom>
              <a:avLst/>
              <a:gdLst>
                <a:gd name="textAreaLeft" fmla="*/ 0 w 3897720"/>
                <a:gd name="textAreaRight" fmla="*/ 3898080 w 3897720"/>
                <a:gd name="textAreaTop" fmla="*/ 0 h 7878960"/>
                <a:gd name="textAreaBottom" fmla="*/ 7879320 h 787896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56" name="Group 12"/>
          <p:cNvGrpSpPr/>
          <p:nvPr/>
        </p:nvGrpSpPr>
        <p:grpSpPr>
          <a:xfrm>
            <a:off x="6698160" y="1377000"/>
            <a:ext cx="3982680" cy="7878960"/>
            <a:chOff x="6698160" y="1377000"/>
            <a:chExt cx="3982680" cy="7878960"/>
          </a:xfrm>
        </p:grpSpPr>
        <p:sp>
          <p:nvSpPr>
            <p:cNvPr id="757" name="Freeform 13"/>
            <p:cNvSpPr/>
            <p:nvPr/>
          </p:nvSpPr>
          <p:spPr>
            <a:xfrm>
              <a:off x="6779160" y="1415880"/>
              <a:ext cx="3820680" cy="7801560"/>
            </a:xfrm>
            <a:custGeom>
              <a:avLst/>
              <a:gdLst>
                <a:gd name="textAreaLeft" fmla="*/ 0 w 3820680"/>
                <a:gd name="textAreaRight" fmla="*/ 3821040 w 3820680"/>
                <a:gd name="textAreaTop" fmla="*/ 0 h 7801560"/>
                <a:gd name="textAreaBottom" fmla="*/ 7801920 h 780156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58" name="Freeform 14"/>
            <p:cNvSpPr/>
            <p:nvPr/>
          </p:nvSpPr>
          <p:spPr>
            <a:xfrm>
              <a:off x="6980040" y="1614600"/>
              <a:ext cx="3421080" cy="7413480"/>
            </a:xfrm>
            <a:custGeom>
              <a:avLst/>
              <a:gdLst>
                <a:gd name="textAreaLeft" fmla="*/ 0 w 3421080"/>
                <a:gd name="textAreaRight" fmla="*/ 3421440 w 3421080"/>
                <a:gd name="textAreaTop" fmla="*/ 0 h 7413480"/>
                <a:gd name="textAreaBottom" fmla="*/ 7413840 h 74134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59" name="Freeform 15"/>
            <p:cNvSpPr/>
            <p:nvPr/>
          </p:nvSpPr>
          <p:spPr>
            <a:xfrm>
              <a:off x="8403120" y="1678320"/>
              <a:ext cx="528480" cy="65160"/>
            </a:xfrm>
            <a:custGeom>
              <a:avLst/>
              <a:gdLst>
                <a:gd name="textAreaLeft" fmla="*/ 0 w 528480"/>
                <a:gd name="textAreaRight" fmla="*/ 528840 w 52848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0520" rIns="90000" bIns="2052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60" name="Freeform 16"/>
            <p:cNvSpPr/>
            <p:nvPr/>
          </p:nvSpPr>
          <p:spPr>
            <a:xfrm>
              <a:off x="9099720" y="1662840"/>
              <a:ext cx="96480" cy="9612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61" name="Freeform 17"/>
            <p:cNvSpPr/>
            <p:nvPr/>
          </p:nvSpPr>
          <p:spPr>
            <a:xfrm>
              <a:off x="6698160" y="2419560"/>
              <a:ext cx="42120" cy="3240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324000"/>
                <a:gd name="textAreaBottom" fmla="*/ 324360 h 3240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62" name="Freeform 18"/>
            <p:cNvSpPr/>
            <p:nvPr/>
          </p:nvSpPr>
          <p:spPr>
            <a:xfrm>
              <a:off x="6698160" y="2985480"/>
              <a:ext cx="42120" cy="58464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584640"/>
                <a:gd name="textAreaBottom" fmla="*/ 585000 h 58464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63" name="Freeform 19"/>
            <p:cNvSpPr/>
            <p:nvPr/>
          </p:nvSpPr>
          <p:spPr>
            <a:xfrm>
              <a:off x="6698160" y="3697920"/>
              <a:ext cx="42120" cy="58644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586440"/>
                <a:gd name="textAreaBottom" fmla="*/ 586800 h 58644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64" name="Freeform 20"/>
            <p:cNvSpPr/>
            <p:nvPr/>
          </p:nvSpPr>
          <p:spPr>
            <a:xfrm>
              <a:off x="10638720" y="3178440"/>
              <a:ext cx="42120" cy="93996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65" name="Freeform 21"/>
            <p:cNvSpPr/>
            <p:nvPr/>
          </p:nvSpPr>
          <p:spPr>
            <a:xfrm>
              <a:off x="6740640" y="1377000"/>
              <a:ext cx="3897720" cy="7878960"/>
            </a:xfrm>
            <a:custGeom>
              <a:avLst/>
              <a:gdLst>
                <a:gd name="textAreaLeft" fmla="*/ 0 w 3897720"/>
                <a:gd name="textAreaRight" fmla="*/ 3898080 w 3897720"/>
                <a:gd name="textAreaTop" fmla="*/ 0 h 7878960"/>
                <a:gd name="textAreaBottom" fmla="*/ 7879320 h 787896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66" name="Group 22"/>
          <p:cNvGrpSpPr/>
          <p:nvPr/>
        </p:nvGrpSpPr>
        <p:grpSpPr>
          <a:xfrm>
            <a:off x="12601080" y="1377000"/>
            <a:ext cx="3982680" cy="7878960"/>
            <a:chOff x="12601080" y="1377000"/>
            <a:chExt cx="3982680" cy="7878960"/>
          </a:xfrm>
        </p:grpSpPr>
        <p:sp>
          <p:nvSpPr>
            <p:cNvPr id="767" name="Freeform 23"/>
            <p:cNvSpPr/>
            <p:nvPr/>
          </p:nvSpPr>
          <p:spPr>
            <a:xfrm>
              <a:off x="12682080" y="1415880"/>
              <a:ext cx="3820680" cy="7801560"/>
            </a:xfrm>
            <a:custGeom>
              <a:avLst/>
              <a:gdLst>
                <a:gd name="textAreaLeft" fmla="*/ 0 w 3820680"/>
                <a:gd name="textAreaRight" fmla="*/ 3821040 w 3820680"/>
                <a:gd name="textAreaTop" fmla="*/ 0 h 7801560"/>
                <a:gd name="textAreaBottom" fmla="*/ 7801920 h 780156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68" name="Freeform 24"/>
            <p:cNvSpPr/>
            <p:nvPr/>
          </p:nvSpPr>
          <p:spPr>
            <a:xfrm>
              <a:off x="12882960" y="1614600"/>
              <a:ext cx="3421080" cy="7413480"/>
            </a:xfrm>
            <a:custGeom>
              <a:avLst/>
              <a:gdLst>
                <a:gd name="textAreaLeft" fmla="*/ 0 w 3421080"/>
                <a:gd name="textAreaRight" fmla="*/ 3421440 w 3421080"/>
                <a:gd name="textAreaTop" fmla="*/ 0 h 7413480"/>
                <a:gd name="textAreaBottom" fmla="*/ 7413840 h 74134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69" name="Freeform 25"/>
            <p:cNvSpPr/>
            <p:nvPr/>
          </p:nvSpPr>
          <p:spPr>
            <a:xfrm>
              <a:off x="14305680" y="1678320"/>
              <a:ext cx="528480" cy="65160"/>
            </a:xfrm>
            <a:custGeom>
              <a:avLst/>
              <a:gdLst>
                <a:gd name="textAreaLeft" fmla="*/ 0 w 528480"/>
                <a:gd name="textAreaRight" fmla="*/ 528840 w 52848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0520" rIns="90000" bIns="2052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70" name="Freeform 26"/>
            <p:cNvSpPr/>
            <p:nvPr/>
          </p:nvSpPr>
          <p:spPr>
            <a:xfrm>
              <a:off x="15002640" y="1662840"/>
              <a:ext cx="96480" cy="9612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71" name="Freeform 27"/>
            <p:cNvSpPr/>
            <p:nvPr/>
          </p:nvSpPr>
          <p:spPr>
            <a:xfrm>
              <a:off x="12601080" y="2419560"/>
              <a:ext cx="42120" cy="3240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324000"/>
                <a:gd name="textAreaBottom" fmla="*/ 324360 h 3240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72" name="Freeform 28"/>
            <p:cNvSpPr/>
            <p:nvPr/>
          </p:nvSpPr>
          <p:spPr>
            <a:xfrm>
              <a:off x="12601080" y="2985480"/>
              <a:ext cx="42120" cy="58464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584640"/>
                <a:gd name="textAreaBottom" fmla="*/ 585000 h 58464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73" name="Freeform 29"/>
            <p:cNvSpPr/>
            <p:nvPr/>
          </p:nvSpPr>
          <p:spPr>
            <a:xfrm>
              <a:off x="12601080" y="3697920"/>
              <a:ext cx="42120" cy="58644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586440"/>
                <a:gd name="textAreaBottom" fmla="*/ 586800 h 58644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74" name="Freeform 30"/>
            <p:cNvSpPr/>
            <p:nvPr/>
          </p:nvSpPr>
          <p:spPr>
            <a:xfrm>
              <a:off x="16541640" y="3178440"/>
              <a:ext cx="42120" cy="93996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75" name="Freeform 31"/>
            <p:cNvSpPr/>
            <p:nvPr/>
          </p:nvSpPr>
          <p:spPr>
            <a:xfrm>
              <a:off x="12643560" y="1377000"/>
              <a:ext cx="3897720" cy="7878960"/>
            </a:xfrm>
            <a:custGeom>
              <a:avLst/>
              <a:gdLst>
                <a:gd name="textAreaLeft" fmla="*/ 0 w 3897720"/>
                <a:gd name="textAreaRight" fmla="*/ 3898080 w 3897720"/>
                <a:gd name="textAreaTop" fmla="*/ 0 h 7878960"/>
                <a:gd name="textAreaBottom" fmla="*/ 7879320 h 787896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76" name="TextBox 32"/>
          <p:cNvSpPr/>
          <p:nvPr/>
        </p:nvSpPr>
        <p:spPr>
          <a:xfrm>
            <a:off x="5313600" y="450360"/>
            <a:ext cx="835488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873"/>
              </a:lnSpc>
            </a:pPr>
            <a:r>
              <a:rPr lang="en-US" sz="348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Dental Health Check </a:t>
            </a:r>
            <a:endParaRPr lang="en-US" sz="34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roup 2"/>
          <p:cNvGrpSpPr/>
          <p:nvPr/>
        </p:nvGrpSpPr>
        <p:grpSpPr>
          <a:xfrm>
            <a:off x="13149360" y="1151640"/>
            <a:ext cx="4096440" cy="8104320"/>
            <a:chOff x="13149360" y="1151640"/>
            <a:chExt cx="4096440" cy="8104320"/>
          </a:xfrm>
        </p:grpSpPr>
        <p:sp>
          <p:nvSpPr>
            <p:cNvPr id="778" name="Freeform 3"/>
            <p:cNvSpPr/>
            <p:nvPr/>
          </p:nvSpPr>
          <p:spPr>
            <a:xfrm>
              <a:off x="13232520" y="1191240"/>
              <a:ext cx="3929760" cy="8025120"/>
            </a:xfrm>
            <a:custGeom>
              <a:avLst/>
              <a:gdLst>
                <a:gd name="textAreaLeft" fmla="*/ 0 w 3929760"/>
                <a:gd name="textAreaRight" fmla="*/ 3930120 w 3929760"/>
                <a:gd name="textAreaTop" fmla="*/ 0 h 8025120"/>
                <a:gd name="textAreaBottom" fmla="*/ 8025480 h 802512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79" name="Freeform 4"/>
            <p:cNvSpPr/>
            <p:nvPr/>
          </p:nvSpPr>
          <p:spPr>
            <a:xfrm>
              <a:off x="13439160" y="1395720"/>
              <a:ext cx="3518640" cy="7625880"/>
            </a:xfrm>
            <a:custGeom>
              <a:avLst/>
              <a:gdLst>
                <a:gd name="textAreaLeft" fmla="*/ 0 w 3518640"/>
                <a:gd name="textAreaRight" fmla="*/ 3519000 w 3518640"/>
                <a:gd name="textAreaTop" fmla="*/ 0 h 7625880"/>
                <a:gd name="textAreaBottom" fmla="*/ 7626240 h 76258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80" name="Freeform 5"/>
            <p:cNvSpPr/>
            <p:nvPr/>
          </p:nvSpPr>
          <p:spPr>
            <a:xfrm>
              <a:off x="14902920" y="1461240"/>
              <a:ext cx="543960" cy="67320"/>
            </a:xfrm>
            <a:custGeom>
              <a:avLst/>
              <a:gdLst>
                <a:gd name="textAreaLeft" fmla="*/ 0 w 543960"/>
                <a:gd name="textAreaRight" fmla="*/ 544320 w 54396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2680" rIns="90000" bIns="226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81" name="Freeform 6"/>
            <p:cNvSpPr/>
            <p:nvPr/>
          </p:nvSpPr>
          <p:spPr>
            <a:xfrm>
              <a:off x="15619680" y="1445400"/>
              <a:ext cx="99360" cy="990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99000"/>
                <a:gd name="textAreaBottom" fmla="*/ 99360 h 990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82" name="Freeform 7"/>
            <p:cNvSpPr/>
            <p:nvPr/>
          </p:nvSpPr>
          <p:spPr>
            <a:xfrm>
              <a:off x="13149360" y="2224080"/>
              <a:ext cx="43200" cy="33336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333360"/>
                <a:gd name="textAreaBottom" fmla="*/ 333720 h 3333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83" name="Freeform 8"/>
            <p:cNvSpPr/>
            <p:nvPr/>
          </p:nvSpPr>
          <p:spPr>
            <a:xfrm>
              <a:off x="13149360" y="2805840"/>
              <a:ext cx="43200" cy="60156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601560"/>
                <a:gd name="textAreaBottom" fmla="*/ 601920 h 6015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84" name="Freeform 9"/>
            <p:cNvSpPr/>
            <p:nvPr/>
          </p:nvSpPr>
          <p:spPr>
            <a:xfrm>
              <a:off x="13149360" y="3538800"/>
              <a:ext cx="43200" cy="60336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603360"/>
                <a:gd name="textAreaBottom" fmla="*/ 603720 h 6033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85" name="Freeform 10"/>
            <p:cNvSpPr/>
            <p:nvPr/>
          </p:nvSpPr>
          <p:spPr>
            <a:xfrm>
              <a:off x="17202600" y="3004560"/>
              <a:ext cx="43200" cy="96696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966960"/>
                <a:gd name="textAreaBottom" fmla="*/ 967320 h 96696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86" name="Freeform 11"/>
            <p:cNvSpPr/>
            <p:nvPr/>
          </p:nvSpPr>
          <p:spPr>
            <a:xfrm>
              <a:off x="13192920" y="1151640"/>
              <a:ext cx="4009320" cy="8104320"/>
            </a:xfrm>
            <a:custGeom>
              <a:avLst/>
              <a:gdLst>
                <a:gd name="textAreaLeft" fmla="*/ 0 w 4009320"/>
                <a:gd name="textAreaRight" fmla="*/ 4009680 w 4009320"/>
                <a:gd name="textAreaTop" fmla="*/ 0 h 8104320"/>
                <a:gd name="textAreaBottom" fmla="*/ 8104680 h 81043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787" name="Group 12"/>
          <p:cNvGrpSpPr/>
          <p:nvPr/>
        </p:nvGrpSpPr>
        <p:grpSpPr>
          <a:xfrm>
            <a:off x="7096320" y="1028880"/>
            <a:ext cx="4096440" cy="8104320"/>
            <a:chOff x="7096320" y="1028880"/>
            <a:chExt cx="4096440" cy="8104320"/>
          </a:xfrm>
        </p:grpSpPr>
        <p:sp>
          <p:nvSpPr>
            <p:cNvPr id="788" name="Freeform 13"/>
            <p:cNvSpPr/>
            <p:nvPr/>
          </p:nvSpPr>
          <p:spPr>
            <a:xfrm>
              <a:off x="7179480" y="1068480"/>
              <a:ext cx="3929760" cy="8025120"/>
            </a:xfrm>
            <a:custGeom>
              <a:avLst/>
              <a:gdLst>
                <a:gd name="textAreaLeft" fmla="*/ 0 w 3929760"/>
                <a:gd name="textAreaRight" fmla="*/ 3930120 w 3929760"/>
                <a:gd name="textAreaTop" fmla="*/ 0 h 8025120"/>
                <a:gd name="textAreaBottom" fmla="*/ 8025480 h 802512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89" name="Freeform 14"/>
            <p:cNvSpPr/>
            <p:nvPr/>
          </p:nvSpPr>
          <p:spPr>
            <a:xfrm>
              <a:off x="7386120" y="1272960"/>
              <a:ext cx="3518640" cy="7625880"/>
            </a:xfrm>
            <a:custGeom>
              <a:avLst/>
              <a:gdLst>
                <a:gd name="textAreaLeft" fmla="*/ 0 w 3518640"/>
                <a:gd name="textAreaRight" fmla="*/ 3519000 w 3518640"/>
                <a:gd name="textAreaTop" fmla="*/ 0 h 7625880"/>
                <a:gd name="textAreaBottom" fmla="*/ 7626240 h 76258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90" name="Freeform 15"/>
            <p:cNvSpPr/>
            <p:nvPr/>
          </p:nvSpPr>
          <p:spPr>
            <a:xfrm>
              <a:off x="8849880" y="1338480"/>
              <a:ext cx="543960" cy="67320"/>
            </a:xfrm>
            <a:custGeom>
              <a:avLst/>
              <a:gdLst>
                <a:gd name="textAreaLeft" fmla="*/ 0 w 543960"/>
                <a:gd name="textAreaRight" fmla="*/ 544320 w 54396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2680" rIns="90000" bIns="2268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91" name="Freeform 16"/>
            <p:cNvSpPr/>
            <p:nvPr/>
          </p:nvSpPr>
          <p:spPr>
            <a:xfrm>
              <a:off x="9566640" y="1322640"/>
              <a:ext cx="99360" cy="990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99000"/>
                <a:gd name="textAreaBottom" fmla="*/ 99360 h 990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92" name="Freeform 17"/>
            <p:cNvSpPr/>
            <p:nvPr/>
          </p:nvSpPr>
          <p:spPr>
            <a:xfrm>
              <a:off x="7096320" y="2100960"/>
              <a:ext cx="43200" cy="33336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333360"/>
                <a:gd name="textAreaBottom" fmla="*/ 333720 h 3333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93" name="Freeform 18"/>
            <p:cNvSpPr/>
            <p:nvPr/>
          </p:nvSpPr>
          <p:spPr>
            <a:xfrm>
              <a:off x="7096320" y="2683080"/>
              <a:ext cx="43200" cy="60156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601560"/>
                <a:gd name="textAreaBottom" fmla="*/ 601920 h 6015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94" name="Freeform 19"/>
            <p:cNvSpPr/>
            <p:nvPr/>
          </p:nvSpPr>
          <p:spPr>
            <a:xfrm>
              <a:off x="7096320" y="3415680"/>
              <a:ext cx="43200" cy="60336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603360"/>
                <a:gd name="textAreaBottom" fmla="*/ 603720 h 6033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95" name="Freeform 20"/>
            <p:cNvSpPr/>
            <p:nvPr/>
          </p:nvSpPr>
          <p:spPr>
            <a:xfrm>
              <a:off x="11149560" y="2881440"/>
              <a:ext cx="43200" cy="96696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966960"/>
                <a:gd name="textAreaBottom" fmla="*/ 967320 h 96696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96" name="Freeform 21"/>
            <p:cNvSpPr/>
            <p:nvPr/>
          </p:nvSpPr>
          <p:spPr>
            <a:xfrm>
              <a:off x="7139880" y="1028880"/>
              <a:ext cx="4009320" cy="8104320"/>
            </a:xfrm>
            <a:custGeom>
              <a:avLst/>
              <a:gdLst>
                <a:gd name="textAreaLeft" fmla="*/ 0 w 4009320"/>
                <a:gd name="textAreaRight" fmla="*/ 4009680 w 4009320"/>
                <a:gd name="textAreaTop" fmla="*/ 0 h 8104320"/>
                <a:gd name="textAreaBottom" fmla="*/ 8104680 h 81043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97" name="TextBox 32"/>
          <p:cNvSpPr/>
          <p:nvPr/>
        </p:nvSpPr>
        <p:spPr>
          <a:xfrm>
            <a:off x="4966920" y="196560"/>
            <a:ext cx="835488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873"/>
              </a:lnSpc>
            </a:pPr>
            <a:r>
              <a:rPr lang="en-US" sz="348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Mental Health Check </a:t>
            </a:r>
            <a:endParaRPr lang="en-US" sz="348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8" name="Picture 33"/>
          <p:cNvPicPr/>
          <p:nvPr/>
        </p:nvPicPr>
        <p:blipFill>
          <a:blip r:embed="rId4"/>
          <a:stretch/>
        </p:blipFill>
        <p:spPr>
          <a:xfrm>
            <a:off x="1267560" y="1028880"/>
            <a:ext cx="4153680" cy="8227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9" name="Group 2"/>
          <p:cNvGrpSpPr/>
          <p:nvPr/>
        </p:nvGrpSpPr>
        <p:grpSpPr>
          <a:xfrm>
            <a:off x="0" y="2253600"/>
            <a:ext cx="8539560" cy="7543080"/>
            <a:chOff x="0" y="2253600"/>
            <a:chExt cx="8539560" cy="7543080"/>
          </a:xfrm>
        </p:grpSpPr>
        <p:sp>
          <p:nvSpPr>
            <p:cNvPr id="800" name="Freeform 3"/>
            <p:cNvSpPr/>
            <p:nvPr/>
          </p:nvSpPr>
          <p:spPr>
            <a:xfrm>
              <a:off x="0" y="2398320"/>
              <a:ext cx="8539560" cy="7398360"/>
            </a:xfrm>
            <a:custGeom>
              <a:avLst/>
              <a:gdLst>
                <a:gd name="textAreaLeft" fmla="*/ 0 w 8539560"/>
                <a:gd name="textAreaRight" fmla="*/ 8539920 w 8539560"/>
                <a:gd name="textAreaTop" fmla="*/ 0 h 7398360"/>
                <a:gd name="textAreaBottom" fmla="*/ 7398720 h 7398360"/>
              </a:gdLst>
              <a:ahLst/>
              <a:cxnLst/>
              <a:rect l="textAreaLeft" t="textAreaTop" r="textAreaRight" b="textAreaBottom"/>
              <a:pathLst>
                <a:path w="2249174" h="1948679">
                  <a:moveTo>
                    <a:pt x="0" y="0"/>
                  </a:moveTo>
                  <a:lnTo>
                    <a:pt x="2249174" y="0"/>
                  </a:lnTo>
                  <a:lnTo>
                    <a:pt x="2249174" y="1948679"/>
                  </a:lnTo>
                  <a:lnTo>
                    <a:pt x="0" y="1948679"/>
                  </a:lnTo>
                  <a:close/>
                </a:path>
              </a:pathLst>
            </a:custGeom>
            <a:noFill/>
            <a:ln w="9525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01" name="TextBox 4"/>
            <p:cNvSpPr/>
            <p:nvPr/>
          </p:nvSpPr>
          <p:spPr>
            <a:xfrm>
              <a:off x="0" y="2253600"/>
              <a:ext cx="8539560" cy="754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940"/>
                </a:lnSpc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02" name="Group 5"/>
          <p:cNvGrpSpPr/>
          <p:nvPr/>
        </p:nvGrpSpPr>
        <p:grpSpPr>
          <a:xfrm>
            <a:off x="388440" y="2636640"/>
            <a:ext cx="3498120" cy="6919920"/>
            <a:chOff x="388440" y="2636640"/>
            <a:chExt cx="3498120" cy="6919920"/>
          </a:xfrm>
        </p:grpSpPr>
        <p:sp>
          <p:nvSpPr>
            <p:cNvPr id="803" name="Freeform 6"/>
            <p:cNvSpPr/>
            <p:nvPr/>
          </p:nvSpPr>
          <p:spPr>
            <a:xfrm>
              <a:off x="459720" y="2670480"/>
              <a:ext cx="3355560" cy="6852240"/>
            </a:xfrm>
            <a:custGeom>
              <a:avLst/>
              <a:gdLst>
                <a:gd name="textAreaLeft" fmla="*/ 0 w 3355560"/>
                <a:gd name="textAreaRight" fmla="*/ 3355920 w 3355560"/>
                <a:gd name="textAreaTop" fmla="*/ 0 h 6852240"/>
                <a:gd name="textAreaBottom" fmla="*/ 6852600 h 685224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04" name="Freeform 7"/>
            <p:cNvSpPr/>
            <p:nvPr/>
          </p:nvSpPr>
          <p:spPr>
            <a:xfrm>
              <a:off x="636120" y="2845440"/>
              <a:ext cx="3004560" cy="6511320"/>
            </a:xfrm>
            <a:custGeom>
              <a:avLst/>
              <a:gdLst>
                <a:gd name="textAreaLeft" fmla="*/ 0 w 3004560"/>
                <a:gd name="textAreaRight" fmla="*/ 3004920 w 3004560"/>
                <a:gd name="textAreaTop" fmla="*/ 0 h 6511320"/>
                <a:gd name="textAreaBottom" fmla="*/ 6511680 h 651132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05" name="Freeform 8"/>
            <p:cNvSpPr/>
            <p:nvPr/>
          </p:nvSpPr>
          <p:spPr>
            <a:xfrm>
              <a:off x="1885680" y="2901240"/>
              <a:ext cx="464400" cy="57240"/>
            </a:xfrm>
            <a:custGeom>
              <a:avLst/>
              <a:gdLst>
                <a:gd name="textAreaLeft" fmla="*/ 0 w 464400"/>
                <a:gd name="textAreaRight" fmla="*/ 464760 w 46440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06" name="Freeform 9"/>
            <p:cNvSpPr/>
            <p:nvPr/>
          </p:nvSpPr>
          <p:spPr>
            <a:xfrm>
              <a:off x="2497680" y="288756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07" name="Freeform 10"/>
            <p:cNvSpPr/>
            <p:nvPr/>
          </p:nvSpPr>
          <p:spPr>
            <a:xfrm>
              <a:off x="388440" y="3552480"/>
              <a:ext cx="37080" cy="2844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08" name="Freeform 11"/>
            <p:cNvSpPr/>
            <p:nvPr/>
          </p:nvSpPr>
          <p:spPr>
            <a:xfrm>
              <a:off x="388440" y="4049280"/>
              <a:ext cx="37080" cy="5133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3360"/>
                <a:gd name="textAreaBottom" fmla="*/ 513720 h 5133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09" name="Freeform 12"/>
            <p:cNvSpPr/>
            <p:nvPr/>
          </p:nvSpPr>
          <p:spPr>
            <a:xfrm>
              <a:off x="388440" y="4674960"/>
              <a:ext cx="37080" cy="5151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5160"/>
                <a:gd name="textAreaBottom" fmla="*/ 515520 h 51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10" name="Freeform 13"/>
            <p:cNvSpPr/>
            <p:nvPr/>
          </p:nvSpPr>
          <p:spPr>
            <a:xfrm>
              <a:off x="3849480" y="4218840"/>
              <a:ext cx="37080" cy="82548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11" name="Freeform 14"/>
            <p:cNvSpPr/>
            <p:nvPr/>
          </p:nvSpPr>
          <p:spPr>
            <a:xfrm>
              <a:off x="425880" y="2636640"/>
              <a:ext cx="3423240" cy="6919920"/>
            </a:xfrm>
            <a:custGeom>
              <a:avLst/>
              <a:gdLst>
                <a:gd name="textAreaLeft" fmla="*/ 0 w 3423240"/>
                <a:gd name="textAreaRight" fmla="*/ 3423600 w 3423240"/>
                <a:gd name="textAreaTop" fmla="*/ 0 h 6919920"/>
                <a:gd name="textAreaBottom" fmla="*/ 6920280 h 69199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12" name="Group 25"/>
          <p:cNvGrpSpPr/>
          <p:nvPr/>
        </p:nvGrpSpPr>
        <p:grpSpPr>
          <a:xfrm>
            <a:off x="9144000" y="2261160"/>
            <a:ext cx="8539560" cy="7543080"/>
            <a:chOff x="9144000" y="2261160"/>
            <a:chExt cx="8539560" cy="7543080"/>
          </a:xfrm>
        </p:grpSpPr>
        <p:sp>
          <p:nvSpPr>
            <p:cNvPr id="813" name="Freeform 26"/>
            <p:cNvSpPr/>
            <p:nvPr/>
          </p:nvSpPr>
          <p:spPr>
            <a:xfrm>
              <a:off x="9144000" y="2405880"/>
              <a:ext cx="8539560" cy="7398360"/>
            </a:xfrm>
            <a:custGeom>
              <a:avLst/>
              <a:gdLst>
                <a:gd name="textAreaLeft" fmla="*/ 0 w 8539560"/>
                <a:gd name="textAreaRight" fmla="*/ 8539920 w 8539560"/>
                <a:gd name="textAreaTop" fmla="*/ 0 h 7398360"/>
                <a:gd name="textAreaBottom" fmla="*/ 7398720 h 7398360"/>
              </a:gdLst>
              <a:ahLst/>
              <a:cxnLst/>
              <a:rect l="textAreaLeft" t="textAreaTop" r="textAreaRight" b="textAreaBottom"/>
              <a:pathLst>
                <a:path w="2249174" h="1948679">
                  <a:moveTo>
                    <a:pt x="0" y="0"/>
                  </a:moveTo>
                  <a:lnTo>
                    <a:pt x="2249174" y="0"/>
                  </a:lnTo>
                  <a:lnTo>
                    <a:pt x="2249174" y="1948679"/>
                  </a:lnTo>
                  <a:lnTo>
                    <a:pt x="0" y="1948679"/>
                  </a:lnTo>
                  <a:close/>
                </a:path>
              </a:pathLst>
            </a:custGeom>
            <a:noFill/>
            <a:ln w="9525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14" name="TextBox 27"/>
            <p:cNvSpPr/>
            <p:nvPr/>
          </p:nvSpPr>
          <p:spPr>
            <a:xfrm>
              <a:off x="9144000" y="2261160"/>
              <a:ext cx="8539560" cy="754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940"/>
                </a:lnSpc>
              </a:pPr>
              <a:endParaRPr lang="en-US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15" name="Group 28"/>
          <p:cNvGrpSpPr/>
          <p:nvPr/>
        </p:nvGrpSpPr>
        <p:grpSpPr>
          <a:xfrm>
            <a:off x="9276120" y="2636640"/>
            <a:ext cx="3498120" cy="6919920"/>
            <a:chOff x="9276120" y="2636640"/>
            <a:chExt cx="3498120" cy="6919920"/>
          </a:xfrm>
        </p:grpSpPr>
        <p:sp>
          <p:nvSpPr>
            <p:cNvPr id="816" name="Freeform 29"/>
            <p:cNvSpPr/>
            <p:nvPr/>
          </p:nvSpPr>
          <p:spPr>
            <a:xfrm>
              <a:off x="9347400" y="2670480"/>
              <a:ext cx="3355560" cy="6852240"/>
            </a:xfrm>
            <a:custGeom>
              <a:avLst/>
              <a:gdLst>
                <a:gd name="textAreaLeft" fmla="*/ 0 w 3355560"/>
                <a:gd name="textAreaRight" fmla="*/ 3355920 w 3355560"/>
                <a:gd name="textAreaTop" fmla="*/ 0 h 6852240"/>
                <a:gd name="textAreaBottom" fmla="*/ 6852600 h 685224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17" name="Freeform 30"/>
            <p:cNvSpPr/>
            <p:nvPr/>
          </p:nvSpPr>
          <p:spPr>
            <a:xfrm>
              <a:off x="9523800" y="2845440"/>
              <a:ext cx="3004560" cy="6511320"/>
            </a:xfrm>
            <a:custGeom>
              <a:avLst/>
              <a:gdLst>
                <a:gd name="textAreaLeft" fmla="*/ 0 w 3004560"/>
                <a:gd name="textAreaRight" fmla="*/ 3004920 w 3004560"/>
                <a:gd name="textAreaTop" fmla="*/ 0 h 6511320"/>
                <a:gd name="textAreaBottom" fmla="*/ 6511680 h 651132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18" name="Freeform 31"/>
            <p:cNvSpPr/>
            <p:nvPr/>
          </p:nvSpPr>
          <p:spPr>
            <a:xfrm>
              <a:off x="10773360" y="2901240"/>
              <a:ext cx="464400" cy="57240"/>
            </a:xfrm>
            <a:custGeom>
              <a:avLst/>
              <a:gdLst>
                <a:gd name="textAreaLeft" fmla="*/ 0 w 464400"/>
                <a:gd name="textAreaRight" fmla="*/ 464760 w 46440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19" name="Freeform 32"/>
            <p:cNvSpPr/>
            <p:nvPr/>
          </p:nvSpPr>
          <p:spPr>
            <a:xfrm>
              <a:off x="11385360" y="288756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0" name="Freeform 33"/>
            <p:cNvSpPr/>
            <p:nvPr/>
          </p:nvSpPr>
          <p:spPr>
            <a:xfrm>
              <a:off x="9276120" y="3552480"/>
              <a:ext cx="37080" cy="2844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1" name="Freeform 34"/>
            <p:cNvSpPr/>
            <p:nvPr/>
          </p:nvSpPr>
          <p:spPr>
            <a:xfrm>
              <a:off x="9276120" y="4049280"/>
              <a:ext cx="37080" cy="5133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3360"/>
                <a:gd name="textAreaBottom" fmla="*/ 513720 h 5133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2" name="Freeform 35"/>
            <p:cNvSpPr/>
            <p:nvPr/>
          </p:nvSpPr>
          <p:spPr>
            <a:xfrm>
              <a:off x="9276120" y="4674960"/>
              <a:ext cx="37080" cy="5151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5160"/>
                <a:gd name="textAreaBottom" fmla="*/ 515520 h 51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3" name="Freeform 36"/>
            <p:cNvSpPr/>
            <p:nvPr/>
          </p:nvSpPr>
          <p:spPr>
            <a:xfrm>
              <a:off x="12737160" y="4218840"/>
              <a:ext cx="37080" cy="82548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4" name="Freeform 37"/>
            <p:cNvSpPr/>
            <p:nvPr/>
          </p:nvSpPr>
          <p:spPr>
            <a:xfrm>
              <a:off x="9313200" y="2636640"/>
              <a:ext cx="3423240" cy="6919920"/>
            </a:xfrm>
            <a:custGeom>
              <a:avLst/>
              <a:gdLst>
                <a:gd name="textAreaLeft" fmla="*/ 0 w 3423240"/>
                <a:gd name="textAreaRight" fmla="*/ 3423600 w 3423240"/>
                <a:gd name="textAreaTop" fmla="*/ 0 h 6919920"/>
                <a:gd name="textAreaBottom" fmla="*/ 6920280 h 69199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825" name="Group 38"/>
          <p:cNvGrpSpPr/>
          <p:nvPr/>
        </p:nvGrpSpPr>
        <p:grpSpPr>
          <a:xfrm>
            <a:off x="13869000" y="2636640"/>
            <a:ext cx="3498120" cy="6919920"/>
            <a:chOff x="13869000" y="2636640"/>
            <a:chExt cx="3498120" cy="6919920"/>
          </a:xfrm>
        </p:grpSpPr>
        <p:sp>
          <p:nvSpPr>
            <p:cNvPr id="826" name="Freeform 39"/>
            <p:cNvSpPr/>
            <p:nvPr/>
          </p:nvSpPr>
          <p:spPr>
            <a:xfrm>
              <a:off x="13940280" y="2670480"/>
              <a:ext cx="3355560" cy="6852240"/>
            </a:xfrm>
            <a:custGeom>
              <a:avLst/>
              <a:gdLst>
                <a:gd name="textAreaLeft" fmla="*/ 0 w 3355560"/>
                <a:gd name="textAreaRight" fmla="*/ 3355920 w 3355560"/>
                <a:gd name="textAreaTop" fmla="*/ 0 h 6852240"/>
                <a:gd name="textAreaBottom" fmla="*/ 6852600 h 685224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7" name="Freeform 40"/>
            <p:cNvSpPr/>
            <p:nvPr/>
          </p:nvSpPr>
          <p:spPr>
            <a:xfrm>
              <a:off x="14116680" y="2845440"/>
              <a:ext cx="3004560" cy="6511320"/>
            </a:xfrm>
            <a:custGeom>
              <a:avLst/>
              <a:gdLst>
                <a:gd name="textAreaLeft" fmla="*/ 0 w 3004560"/>
                <a:gd name="textAreaRight" fmla="*/ 3004920 w 3004560"/>
                <a:gd name="textAreaTop" fmla="*/ 0 h 6511320"/>
                <a:gd name="textAreaBottom" fmla="*/ 6511680 h 651132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8" name="Freeform 41"/>
            <p:cNvSpPr/>
            <p:nvPr/>
          </p:nvSpPr>
          <p:spPr>
            <a:xfrm>
              <a:off x="15366240" y="2901240"/>
              <a:ext cx="464400" cy="57240"/>
            </a:xfrm>
            <a:custGeom>
              <a:avLst/>
              <a:gdLst>
                <a:gd name="textAreaLeft" fmla="*/ 0 w 464400"/>
                <a:gd name="textAreaRight" fmla="*/ 464760 w 46440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29" name="Freeform 42"/>
            <p:cNvSpPr/>
            <p:nvPr/>
          </p:nvSpPr>
          <p:spPr>
            <a:xfrm>
              <a:off x="15978240" y="288756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0" name="Freeform 43"/>
            <p:cNvSpPr/>
            <p:nvPr/>
          </p:nvSpPr>
          <p:spPr>
            <a:xfrm>
              <a:off x="13869000" y="3552480"/>
              <a:ext cx="37080" cy="2844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1" name="Freeform 44"/>
            <p:cNvSpPr/>
            <p:nvPr/>
          </p:nvSpPr>
          <p:spPr>
            <a:xfrm>
              <a:off x="13869000" y="4049280"/>
              <a:ext cx="37080" cy="5133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3360"/>
                <a:gd name="textAreaBottom" fmla="*/ 513720 h 5133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2" name="Freeform 45"/>
            <p:cNvSpPr/>
            <p:nvPr/>
          </p:nvSpPr>
          <p:spPr>
            <a:xfrm>
              <a:off x="13869000" y="4674960"/>
              <a:ext cx="37080" cy="5151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5160"/>
                <a:gd name="textAreaBottom" fmla="*/ 515520 h 51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3" name="Freeform 46"/>
            <p:cNvSpPr/>
            <p:nvPr/>
          </p:nvSpPr>
          <p:spPr>
            <a:xfrm>
              <a:off x="17330040" y="4218840"/>
              <a:ext cx="37080" cy="82548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34" name="Freeform 47"/>
            <p:cNvSpPr/>
            <p:nvPr/>
          </p:nvSpPr>
          <p:spPr>
            <a:xfrm>
              <a:off x="13906440" y="2636640"/>
              <a:ext cx="3423240" cy="6919920"/>
            </a:xfrm>
            <a:custGeom>
              <a:avLst/>
              <a:gdLst>
                <a:gd name="textAreaLeft" fmla="*/ 0 w 3423240"/>
                <a:gd name="textAreaRight" fmla="*/ 3423600 w 3423240"/>
                <a:gd name="textAreaTop" fmla="*/ 0 h 6919920"/>
                <a:gd name="textAreaBottom" fmla="*/ 6920280 h 69199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35" name="TextBox 48"/>
          <p:cNvSpPr/>
          <p:nvPr/>
        </p:nvSpPr>
        <p:spPr>
          <a:xfrm>
            <a:off x="3133800" y="338760"/>
            <a:ext cx="1202040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873"/>
              </a:lnSpc>
            </a:pPr>
            <a:r>
              <a:rPr lang="en-US" sz="348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CARDIOVASCULAR AND DIABETES HEALTH CHECK </a:t>
            </a:r>
            <a:endParaRPr lang="en-US" sz="34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TextBox 49"/>
          <p:cNvSpPr/>
          <p:nvPr/>
        </p:nvSpPr>
        <p:spPr>
          <a:xfrm>
            <a:off x="388440" y="1508760"/>
            <a:ext cx="8354880" cy="7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678"/>
              </a:lnSpc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-.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4453"/>
              </a:lnSpc>
            </a:pPr>
            <a:r>
              <a:rPr lang="en-US" sz="3180" b="0" strike="noStrike" spc="-1">
                <a:solidFill>
                  <a:srgbClr val="000000"/>
                </a:solidFill>
                <a:latin typeface="Canva Sans"/>
                <a:ea typeface="Canva Sans"/>
              </a:rPr>
              <a:t>Cardio vascular health check</a:t>
            </a:r>
            <a:endParaRPr lang="en-US" sz="31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TextBox 50"/>
          <p:cNvSpPr/>
          <p:nvPr/>
        </p:nvSpPr>
        <p:spPr>
          <a:xfrm>
            <a:off x="9144000" y="1715040"/>
            <a:ext cx="8354880" cy="56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453"/>
              </a:lnSpc>
            </a:pPr>
            <a:r>
              <a:rPr lang="en-US" sz="3180" b="0" strike="noStrike" spc="-1">
                <a:solidFill>
                  <a:srgbClr val="000000"/>
                </a:solidFill>
                <a:latin typeface="Canva Sans"/>
                <a:ea typeface="Canva Sans"/>
              </a:rPr>
              <a:t>Diabetes health check</a:t>
            </a:r>
            <a:endParaRPr lang="en-US" sz="318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8" name="Picture 57"/>
          <p:cNvPicPr/>
          <p:nvPr/>
        </p:nvPicPr>
        <p:blipFill>
          <a:blip r:embed="rId5"/>
          <a:stretch/>
        </p:blipFill>
        <p:spPr>
          <a:xfrm>
            <a:off x="4761360" y="2670480"/>
            <a:ext cx="3466080" cy="6852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" name="Group 5"/>
          <p:cNvGrpSpPr/>
          <p:nvPr/>
        </p:nvGrpSpPr>
        <p:grpSpPr>
          <a:xfrm>
            <a:off x="609480" y="2541240"/>
            <a:ext cx="3498120" cy="6919920"/>
            <a:chOff x="609480" y="2541240"/>
            <a:chExt cx="3498120" cy="6919920"/>
          </a:xfrm>
        </p:grpSpPr>
        <p:sp>
          <p:nvSpPr>
            <p:cNvPr id="840" name="Freeform 6"/>
            <p:cNvSpPr/>
            <p:nvPr/>
          </p:nvSpPr>
          <p:spPr>
            <a:xfrm>
              <a:off x="680760" y="2575080"/>
              <a:ext cx="3355560" cy="6852240"/>
            </a:xfrm>
            <a:custGeom>
              <a:avLst/>
              <a:gdLst>
                <a:gd name="textAreaLeft" fmla="*/ 0 w 3355560"/>
                <a:gd name="textAreaRight" fmla="*/ 3355920 w 3355560"/>
                <a:gd name="textAreaTop" fmla="*/ 0 h 6852240"/>
                <a:gd name="textAreaBottom" fmla="*/ 6852600 h 685224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1" name="Freeform 7"/>
            <p:cNvSpPr/>
            <p:nvPr/>
          </p:nvSpPr>
          <p:spPr>
            <a:xfrm>
              <a:off x="857160" y="2749680"/>
              <a:ext cx="3004560" cy="6511320"/>
            </a:xfrm>
            <a:custGeom>
              <a:avLst/>
              <a:gdLst>
                <a:gd name="textAreaLeft" fmla="*/ 0 w 3004560"/>
                <a:gd name="textAreaRight" fmla="*/ 3004920 w 3004560"/>
                <a:gd name="textAreaTop" fmla="*/ 0 h 6511320"/>
                <a:gd name="textAreaBottom" fmla="*/ 6511680 h 651132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2" name="Freeform 8"/>
            <p:cNvSpPr/>
            <p:nvPr/>
          </p:nvSpPr>
          <p:spPr>
            <a:xfrm>
              <a:off x="2107080" y="2805480"/>
              <a:ext cx="464400" cy="57240"/>
            </a:xfrm>
            <a:custGeom>
              <a:avLst/>
              <a:gdLst>
                <a:gd name="textAreaLeft" fmla="*/ 0 w 464400"/>
                <a:gd name="textAreaRight" fmla="*/ 464760 w 464400"/>
                <a:gd name="textAreaTop" fmla="*/ 0 h 57240"/>
                <a:gd name="textAreaBottom" fmla="*/ 57600 h 572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2600" rIns="90000" bIns="126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3" name="Freeform 9"/>
            <p:cNvSpPr/>
            <p:nvPr/>
          </p:nvSpPr>
          <p:spPr>
            <a:xfrm>
              <a:off x="2719080" y="2792160"/>
              <a:ext cx="84960" cy="8460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9960" rIns="90000" bIns="399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4" name="Freeform 10"/>
            <p:cNvSpPr/>
            <p:nvPr/>
          </p:nvSpPr>
          <p:spPr>
            <a:xfrm>
              <a:off x="609480" y="3456720"/>
              <a:ext cx="37080" cy="2844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84400"/>
                <a:gd name="textAreaBottom" fmla="*/ 284760 h 28440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5" name="Freeform 11"/>
            <p:cNvSpPr/>
            <p:nvPr/>
          </p:nvSpPr>
          <p:spPr>
            <a:xfrm>
              <a:off x="609480" y="3953520"/>
              <a:ext cx="37080" cy="5133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3360"/>
                <a:gd name="textAreaBottom" fmla="*/ 513720 h 5133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6" name="Freeform 12"/>
            <p:cNvSpPr/>
            <p:nvPr/>
          </p:nvSpPr>
          <p:spPr>
            <a:xfrm>
              <a:off x="609480" y="4579200"/>
              <a:ext cx="37080" cy="51516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515160"/>
                <a:gd name="textAreaBottom" fmla="*/ 515520 h 5151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7" name="Freeform 13"/>
            <p:cNvSpPr/>
            <p:nvPr/>
          </p:nvSpPr>
          <p:spPr>
            <a:xfrm>
              <a:off x="4070520" y="4123080"/>
              <a:ext cx="37080" cy="82548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8" name="Freeform 14"/>
            <p:cNvSpPr/>
            <p:nvPr/>
          </p:nvSpPr>
          <p:spPr>
            <a:xfrm>
              <a:off x="646920" y="2541240"/>
              <a:ext cx="3423240" cy="6919920"/>
            </a:xfrm>
            <a:custGeom>
              <a:avLst/>
              <a:gdLst>
                <a:gd name="textAreaLeft" fmla="*/ 0 w 3423240"/>
                <a:gd name="textAreaRight" fmla="*/ 3423600 w 3423240"/>
                <a:gd name="textAreaTop" fmla="*/ 0 h 6919920"/>
                <a:gd name="textAreaBottom" fmla="*/ 6920280 h 691992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49" name="TextBox 48"/>
          <p:cNvSpPr/>
          <p:nvPr/>
        </p:nvSpPr>
        <p:spPr>
          <a:xfrm>
            <a:off x="3133800" y="338760"/>
            <a:ext cx="1202040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873"/>
              </a:lnSpc>
            </a:pPr>
            <a:r>
              <a:rPr lang="en-US" sz="348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CARDIOVASCULAR PARTIAL SAVE</a:t>
            </a:r>
            <a:endParaRPr lang="en-US" sz="348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0" name="Picture 53"/>
          <p:cNvPicPr/>
          <p:nvPr/>
        </p:nvPicPr>
        <p:blipFill>
          <a:blip r:embed="rId3"/>
          <a:stretch/>
        </p:blipFill>
        <p:spPr>
          <a:xfrm>
            <a:off x="7498800" y="2541240"/>
            <a:ext cx="3497760" cy="6919920"/>
          </a:xfrm>
          <a:prstGeom prst="rect">
            <a:avLst/>
          </a:prstGeom>
          <a:ln w="0">
            <a:noFill/>
          </a:ln>
        </p:spPr>
      </p:pic>
      <p:pic>
        <p:nvPicPr>
          <p:cNvPr id="851" name="Picture 55"/>
          <p:cNvPicPr/>
          <p:nvPr/>
        </p:nvPicPr>
        <p:blipFill>
          <a:blip r:embed="rId3"/>
          <a:stretch/>
        </p:blipFill>
        <p:spPr>
          <a:xfrm>
            <a:off x="14432040" y="2597760"/>
            <a:ext cx="3497760" cy="6919920"/>
          </a:xfrm>
          <a:prstGeom prst="rect">
            <a:avLst/>
          </a:prstGeom>
          <a:ln w="0">
            <a:noFill/>
          </a:ln>
        </p:spPr>
      </p:pic>
      <p:cxnSp>
        <p:nvCxnSpPr>
          <p:cNvPr id="852" name="Straight Arrow Connector 57"/>
          <p:cNvCxnSpPr/>
          <p:nvPr/>
        </p:nvCxnSpPr>
        <p:spPr>
          <a:xfrm>
            <a:off x="11131920" y="6001200"/>
            <a:ext cx="3300120" cy="360"/>
          </a:xfrm>
          <a:prstGeom prst="straightConnector1">
            <a:avLst/>
          </a:prstGeom>
          <a:ln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853" name="TextBox 58"/>
          <p:cNvSpPr/>
          <p:nvPr/>
        </p:nvSpPr>
        <p:spPr>
          <a:xfrm>
            <a:off x="10996920" y="4800960"/>
            <a:ext cx="332244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600" b="0" strike="noStrike" spc="-1">
                <a:solidFill>
                  <a:schemeClr val="dk1"/>
                </a:solidFill>
                <a:latin typeface="Calibri"/>
              </a:rPr>
              <a:t>App closed and reopened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54" name="Straight Arrow Connector 64"/>
          <p:cNvCxnSpPr/>
          <p:nvPr/>
        </p:nvCxnSpPr>
        <p:spPr>
          <a:xfrm>
            <a:off x="4107600" y="6057720"/>
            <a:ext cx="3300480" cy="360"/>
          </a:xfrm>
          <a:prstGeom prst="straightConnector1">
            <a:avLst/>
          </a:prstGeom>
          <a:ln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855" name="TextBox 67"/>
          <p:cNvSpPr/>
          <p:nvPr/>
        </p:nvSpPr>
        <p:spPr>
          <a:xfrm>
            <a:off x="4176000" y="4800600"/>
            <a:ext cx="332244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600" b="0" strike="noStrike" spc="-1">
                <a:solidFill>
                  <a:schemeClr val="dk1"/>
                </a:solidFill>
                <a:latin typeface="Calibri"/>
              </a:rPr>
              <a:t>Fields updated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6" name="Group 2"/>
          <p:cNvGrpSpPr/>
          <p:nvPr/>
        </p:nvGrpSpPr>
        <p:grpSpPr>
          <a:xfrm>
            <a:off x="7074000" y="1484280"/>
            <a:ext cx="4140000" cy="8189640"/>
            <a:chOff x="7074000" y="1484280"/>
            <a:chExt cx="4140000" cy="8189640"/>
          </a:xfrm>
        </p:grpSpPr>
        <p:sp>
          <p:nvSpPr>
            <p:cNvPr id="857" name="Freeform 3"/>
            <p:cNvSpPr/>
            <p:nvPr/>
          </p:nvSpPr>
          <p:spPr>
            <a:xfrm>
              <a:off x="7158240" y="1524240"/>
              <a:ext cx="3971160" cy="8109360"/>
            </a:xfrm>
            <a:custGeom>
              <a:avLst/>
              <a:gdLst>
                <a:gd name="textAreaLeft" fmla="*/ 0 w 3971160"/>
                <a:gd name="textAreaRight" fmla="*/ 3971520 w 3971160"/>
                <a:gd name="textAreaTop" fmla="*/ 0 h 8109360"/>
                <a:gd name="textAreaBottom" fmla="*/ 8109720 h 810936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58" name="Freeform 4"/>
            <p:cNvSpPr/>
            <p:nvPr/>
          </p:nvSpPr>
          <p:spPr>
            <a:xfrm>
              <a:off x="7367040" y="1730880"/>
              <a:ext cx="3555720" cy="7705800"/>
            </a:xfrm>
            <a:custGeom>
              <a:avLst/>
              <a:gdLst>
                <a:gd name="textAreaLeft" fmla="*/ 0 w 3555720"/>
                <a:gd name="textAreaRight" fmla="*/ 3556080 w 3555720"/>
                <a:gd name="textAreaTop" fmla="*/ 0 h 7705800"/>
                <a:gd name="textAreaBottom" fmla="*/ 7706160 h 770580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59" name="Freeform 5"/>
            <p:cNvSpPr/>
            <p:nvPr/>
          </p:nvSpPr>
          <p:spPr>
            <a:xfrm>
              <a:off x="8845920" y="1797120"/>
              <a:ext cx="549360" cy="68040"/>
            </a:xfrm>
            <a:custGeom>
              <a:avLst/>
              <a:gdLst>
                <a:gd name="textAreaLeft" fmla="*/ 0 w 549360"/>
                <a:gd name="textAreaRight" fmla="*/ 549720 w 549360"/>
                <a:gd name="textAreaTop" fmla="*/ 0 h 68040"/>
                <a:gd name="textAreaBottom" fmla="*/ 68400 h 6804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3400" rIns="90000" bIns="234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0" name="Freeform 6"/>
            <p:cNvSpPr/>
            <p:nvPr/>
          </p:nvSpPr>
          <p:spPr>
            <a:xfrm>
              <a:off x="9570240" y="1781280"/>
              <a:ext cx="100440" cy="100080"/>
            </a:xfrm>
            <a:custGeom>
              <a:avLst/>
              <a:gdLst>
                <a:gd name="textAreaLeft" fmla="*/ 0 w 100440"/>
                <a:gd name="textAreaRight" fmla="*/ 100800 w 100440"/>
                <a:gd name="textAreaTop" fmla="*/ 0 h 100080"/>
                <a:gd name="textAreaBottom" fmla="*/ 100440 h 1000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1" name="Freeform 7"/>
            <p:cNvSpPr/>
            <p:nvPr/>
          </p:nvSpPr>
          <p:spPr>
            <a:xfrm>
              <a:off x="7074000" y="2567880"/>
              <a:ext cx="43920" cy="33696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336960"/>
                <a:gd name="textAreaBottom" fmla="*/ 337320 h 3369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2" name="Freeform 8"/>
            <p:cNvSpPr/>
            <p:nvPr/>
          </p:nvSpPr>
          <p:spPr>
            <a:xfrm>
              <a:off x="7074000" y="3155760"/>
              <a:ext cx="43920" cy="60768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607680"/>
                <a:gd name="textAreaBottom" fmla="*/ 608040 h 60768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3" name="Freeform 9"/>
            <p:cNvSpPr/>
            <p:nvPr/>
          </p:nvSpPr>
          <p:spPr>
            <a:xfrm>
              <a:off x="7074000" y="3896280"/>
              <a:ext cx="43920" cy="60984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609840"/>
                <a:gd name="textAreaBottom" fmla="*/ 610200 h 60984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4" name="Freeform 10"/>
            <p:cNvSpPr/>
            <p:nvPr/>
          </p:nvSpPr>
          <p:spPr>
            <a:xfrm>
              <a:off x="11170080" y="3356640"/>
              <a:ext cx="43920" cy="97704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977040"/>
                <a:gd name="textAreaBottom" fmla="*/ 977400 h 97704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65" name="Freeform 11"/>
            <p:cNvSpPr/>
            <p:nvPr/>
          </p:nvSpPr>
          <p:spPr>
            <a:xfrm>
              <a:off x="7117920" y="1484280"/>
              <a:ext cx="4051440" cy="8189640"/>
            </a:xfrm>
            <a:custGeom>
              <a:avLst/>
              <a:gdLst>
                <a:gd name="textAreaLeft" fmla="*/ 0 w 4051440"/>
                <a:gd name="textAreaRight" fmla="*/ 4051800 w 4051440"/>
                <a:gd name="textAreaTop" fmla="*/ 0 h 8189640"/>
                <a:gd name="textAreaBottom" fmla="*/ 8190000 h 818964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866" name="TextBox 12"/>
          <p:cNvSpPr/>
          <p:nvPr/>
        </p:nvSpPr>
        <p:spPr>
          <a:xfrm>
            <a:off x="3133800" y="168840"/>
            <a:ext cx="12020400" cy="61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873"/>
              </a:lnSpc>
            </a:pPr>
            <a:r>
              <a:rPr lang="en-US" sz="3480" b="1" strike="noStrike" spc="-1">
                <a:solidFill>
                  <a:srgbClr val="000000"/>
                </a:solidFill>
                <a:latin typeface="Canva Sans Bold"/>
                <a:ea typeface="Canva Sans Bold"/>
              </a:rPr>
              <a:t>Screenings Schedule </a:t>
            </a:r>
            <a:endParaRPr lang="en-US" sz="34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</TotalTime>
  <Words>172</Words>
  <Application>Microsoft Office PowerPoint</Application>
  <PresentationFormat>Custom</PresentationFormat>
  <Paragraphs>40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19</vt:i4>
      </vt:variant>
    </vt:vector>
  </HeadingPairs>
  <TitlesOfParts>
    <vt:vector size="38" baseType="lpstr">
      <vt:lpstr>Arial</vt:lpstr>
      <vt:lpstr>Arial</vt:lpstr>
      <vt:lpstr>Calibri</vt:lpstr>
      <vt:lpstr>Canva Sans</vt:lpstr>
      <vt:lpstr>Canva Sans Bold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Checkupp_Original Wireframes </dc:title>
  <dc:subject/>
  <dc:creator/>
  <dc:description/>
  <cp:lastModifiedBy>Soubhanik Patra</cp:lastModifiedBy>
  <cp:revision>8</cp:revision>
  <dcterms:created xsi:type="dcterms:W3CDTF">2006-08-16T00:00:00Z</dcterms:created>
  <dcterms:modified xsi:type="dcterms:W3CDTF">2026-06-29T07:57:57Z</dcterms:modified>
  <dc:identifier>DAHLbknmFhY</dc:identifier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19</vt:i4>
  </property>
</Properties>
</file>