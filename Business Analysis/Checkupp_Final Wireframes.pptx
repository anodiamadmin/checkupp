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10_0.xml" ContentType="application/vnd.ms-powerpoint.comments+xml"/>
  <Override PartName="/ppt/comments/modernComment_111_0.xml" ContentType="application/vnd.ms-powerpoint.comments+xml"/>
  <Override PartName="/ppt/comments/modernComment_112_0.xml" ContentType="application/vnd.ms-powerpoint.comments+xml"/>
  <Override PartName="/ppt/comments/modernComment_117_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4"/>
  </p:notesMasterIdLst>
  <p:sldIdLst>
    <p:sldId id="261" r:id="rId2"/>
    <p:sldId id="280" r:id="rId3"/>
    <p:sldId id="281" r:id="rId4"/>
    <p:sldId id="282" r:id="rId5"/>
    <p:sldId id="265" r:id="rId6"/>
    <p:sldId id="283" r:id="rId7"/>
    <p:sldId id="284" r:id="rId8"/>
    <p:sldId id="285" r:id="rId9"/>
    <p:sldId id="266" r:id="rId10"/>
    <p:sldId id="267" r:id="rId11"/>
    <p:sldId id="268" r:id="rId12"/>
    <p:sldId id="270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6" r:id="rId22"/>
    <p:sldId id="287" r:id="rId23"/>
  </p:sldIdLst>
  <p:sldSz cx="18288000" cy="10287000"/>
  <p:notesSz cx="6858000" cy="9144000"/>
  <p:embeddedFontLst>
    <p:embeddedFont>
      <p:font typeface="Calibri (MS)" panose="020B0604020202020204" charset="0"/>
      <p:regular r:id="rId25"/>
    </p:embeddedFont>
    <p:embeddedFont>
      <p:font typeface="Canva Sans" panose="020B0604020202020204" charset="0"/>
      <p:regular r:id="rId26"/>
    </p:embeddedFont>
    <p:embeddedFont>
      <p:font typeface="Canva Sans Bold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4D1BF3A-AE59-CCCF-371A-46136B7FFBAD}" name="Soubhanik Patra" initials="SP" userId="Soubhanik Patra" providerId="None"/>
  <p188:author id="{9D35B5D8-30FF-BC7E-6641-090740B5256D}" name="Tanvi Multani" initials="TM" userId="0724cc6c77e8a3cc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A5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22" autoAdjust="0"/>
  </p:normalViewPr>
  <p:slideViewPr>
    <p:cSldViewPr>
      <p:cViewPr varScale="1">
        <p:scale>
          <a:sx n="60" d="100"/>
          <a:sy n="60" d="100"/>
        </p:scale>
        <p:origin x="39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theme" Target="theme/theme1.xml"/></Relationships>
</file>

<file path=ppt/comments/modernComment_11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0005E08-69B6-41DD-9EAD-D21BC1B6A5C7}" authorId="{F4D1BF3A-AE59-CCCF-371A-46136B7FFBAD}" created="2026-06-26T04:54:56.791">
    <pc:sldMkLst xmlns:pc="http://schemas.microsoft.com/office/powerpoint/2013/main/command">
      <pc:docMk/>
      <pc:sldMk cId="0" sldId="272"/>
    </pc:sldMkLst>
    <p188:replyLst>
      <p188:reply id="{D51986E8-8E28-401B-B4B8-6116F4F66912}" authorId="{9D35B5D8-30FF-BC7E-6641-090740B5256D}" created="2026-06-30T09:20:32.053">
        <p188:txBody>
          <a:bodyPr/>
          <a:lstStyle/>
          <a:p>
            <a:r>
              <a:rPr lang="en-IN"/>
              <a:t>existing</a:t>
            </a:r>
          </a:p>
        </p188:txBody>
      </p188:reply>
    </p188:replyLst>
    <p188:txBody>
      <a:bodyPr/>
      <a:lstStyle/>
      <a:p>
        <a:r>
          <a:rPr lang="en-IN"/>
          <a:t>Existing or new??</a:t>
        </a:r>
      </a:p>
    </p188:txBody>
  </p188:cm>
</p188:cmLst>
</file>

<file path=ppt/comments/modernComment_111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D29766C-9568-45C5-A937-1EFCC6DD0876}" authorId="{F4D1BF3A-AE59-CCCF-371A-46136B7FFBAD}" created="2026-06-26T05:00:35.400">
    <pc:sldMkLst xmlns:pc="http://schemas.microsoft.com/office/powerpoint/2013/main/command">
      <pc:docMk/>
      <pc:sldMk cId="0" sldId="273"/>
    </pc:sldMkLst>
    <p188:replyLst>
      <p188:reply id="{A7A8ACC5-B577-478B-AB0A-50BF8385FC0B}" authorId="{9D35B5D8-30FF-BC7E-6641-090740B5256D}" created="2026-06-30T09:20:19.855">
        <p188:txBody>
          <a:bodyPr/>
          <a:lstStyle/>
          <a:p>
            <a:r>
              <a:rPr lang="en-IN"/>
              <a:t>existing</a:t>
            </a:r>
          </a:p>
        </p188:txBody>
      </p188:reply>
    </p188:replyLst>
    <p188:txBody>
      <a:bodyPr/>
      <a:lstStyle/>
      <a:p>
        <a:r>
          <a:rPr lang="en-IN"/>
          <a:t>New or Existing??</a:t>
        </a:r>
      </a:p>
    </p188:txBody>
  </p188:cm>
</p188:cmLst>
</file>

<file path=ppt/comments/modernComment_112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C336D8D-7CA9-4256-967F-A6B725D32F2E}" authorId="{F4D1BF3A-AE59-CCCF-371A-46136B7FFBAD}" created="2026-06-26T04:57:03.401">
    <pc:sldMkLst xmlns:pc="http://schemas.microsoft.com/office/powerpoint/2013/main/command">
      <pc:docMk/>
      <pc:sldMk cId="0" sldId="274"/>
    </pc:sldMkLst>
    <p188:replyLst>
      <p188:reply id="{238FFF32-F499-4C95-9CFE-CD740A3A6C38}" authorId="{9D35B5D8-30FF-BC7E-6641-090740B5256D}" created="2026-06-30T09:20:00.034">
        <p188:txBody>
          <a:bodyPr/>
          <a:lstStyle/>
          <a:p>
            <a:r>
              <a:rPr lang="en-IN"/>
              <a:t>existing</a:t>
            </a:r>
          </a:p>
        </p188:txBody>
      </p188:reply>
    </p188:replyLst>
    <p188:txBody>
      <a:bodyPr/>
      <a:lstStyle/>
      <a:p>
        <a:r>
          <a:rPr lang="en-IN"/>
          <a:t>New or existing??</a:t>
        </a:r>
      </a:p>
    </p188:txBody>
  </p188:cm>
</p188:cmLst>
</file>

<file path=ppt/comments/modernComment_117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7A92684-4702-47D5-9551-1DF7F7AA537A}" authorId="{F4D1BF3A-AE59-CCCF-371A-46136B7FFBAD}" created="2026-06-26T04:58:44.690">
    <pc:sldMkLst xmlns:pc="http://schemas.microsoft.com/office/powerpoint/2013/main/command">
      <pc:docMk/>
      <pc:sldMk cId="0" sldId="279"/>
    </pc:sldMkLst>
    <p188:replyLst>
      <p188:reply id="{D58D199B-3115-46B4-8E7B-A7FFD2D20EDF}" authorId="{9D35B5D8-30FF-BC7E-6641-090740B5256D}" created="2026-06-30T09:19:49.135">
        <p188:txBody>
          <a:bodyPr/>
          <a:lstStyle/>
          <a:p>
            <a:r>
              <a:rPr lang="en-IN"/>
              <a:t>existing</a:t>
            </a:r>
          </a:p>
        </p188:txBody>
      </p188:reply>
    </p188:replyLst>
    <p188:txBody>
      <a:bodyPr/>
      <a:lstStyle/>
      <a:p>
        <a:r>
          <a:rPr lang="en-IN"/>
          <a:t>New or existing??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02.07.2026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4385606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0594149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sv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sv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svg"/><Relationship Id="rId9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32.sv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svg"/><Relationship Id="rId9" Type="http://schemas.openxmlformats.org/officeDocument/2006/relationships/image" Target="../media/image30.svg"/><Relationship Id="rId14" Type="http://schemas.openxmlformats.org/officeDocument/2006/relationships/image" Target="../media/image1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13" Type="http://schemas.openxmlformats.org/officeDocument/2006/relationships/image" Target="../media/image50.png"/><Relationship Id="rId3" Type="http://schemas.openxmlformats.org/officeDocument/2006/relationships/image" Target="../media/image40.svg"/><Relationship Id="rId7" Type="http://schemas.openxmlformats.org/officeDocument/2006/relationships/image" Target="../media/image44.png"/><Relationship Id="rId12" Type="http://schemas.openxmlformats.org/officeDocument/2006/relationships/image" Target="../media/image49.svg"/><Relationship Id="rId17" Type="http://schemas.openxmlformats.org/officeDocument/2006/relationships/image" Target="../media/image54.jpe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svg"/><Relationship Id="rId11" Type="http://schemas.openxmlformats.org/officeDocument/2006/relationships/image" Target="../media/image48.png"/><Relationship Id="rId5" Type="http://schemas.openxmlformats.org/officeDocument/2006/relationships/image" Target="../media/image42.svg"/><Relationship Id="rId15" Type="http://schemas.openxmlformats.org/officeDocument/2006/relationships/image" Target="../media/image52.svg"/><Relationship Id="rId10" Type="http://schemas.openxmlformats.org/officeDocument/2006/relationships/image" Target="../media/image47.sv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svg"/><Relationship Id="rId13" Type="http://schemas.openxmlformats.org/officeDocument/2006/relationships/image" Target="../media/image64.svg"/><Relationship Id="rId3" Type="http://schemas.openxmlformats.org/officeDocument/2006/relationships/image" Target="../media/image55.svg"/><Relationship Id="rId7" Type="http://schemas.openxmlformats.org/officeDocument/2006/relationships/image" Target="../media/image58.svg"/><Relationship Id="rId12" Type="http://schemas.openxmlformats.org/officeDocument/2006/relationships/image" Target="../media/image6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11" Type="http://schemas.openxmlformats.org/officeDocument/2006/relationships/image" Target="../media/image62.svg"/><Relationship Id="rId5" Type="http://schemas.openxmlformats.org/officeDocument/2006/relationships/image" Target="../media/image56.svg"/><Relationship Id="rId15" Type="http://schemas.openxmlformats.org/officeDocument/2006/relationships/image" Target="../media/image66.png"/><Relationship Id="rId10" Type="http://schemas.openxmlformats.org/officeDocument/2006/relationships/image" Target="../media/image61.svg"/><Relationship Id="rId4" Type="http://schemas.openxmlformats.org/officeDocument/2006/relationships/image" Target="../media/image41.png"/><Relationship Id="rId9" Type="http://schemas.openxmlformats.org/officeDocument/2006/relationships/image" Target="../media/image60.png"/><Relationship Id="rId14" Type="http://schemas.openxmlformats.org/officeDocument/2006/relationships/image" Target="../media/image65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.svg"/><Relationship Id="rId7" Type="http://schemas.openxmlformats.org/officeDocument/2006/relationships/image" Target="../media/image71.png"/><Relationship Id="rId2" Type="http://schemas.microsoft.com/office/2018/10/relationships/comments" Target="../comments/modernComment_110_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5" Type="http://schemas.openxmlformats.org/officeDocument/2006/relationships/image" Target="../media/image69.svg"/><Relationship Id="rId10" Type="http://schemas.openxmlformats.org/officeDocument/2006/relationships/image" Target="../media/image74.svg"/><Relationship Id="rId4" Type="http://schemas.openxmlformats.org/officeDocument/2006/relationships/image" Target="../media/image68.png"/><Relationship Id="rId9" Type="http://schemas.openxmlformats.org/officeDocument/2006/relationships/image" Target="../media/image7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svg"/><Relationship Id="rId7" Type="http://schemas.openxmlformats.org/officeDocument/2006/relationships/image" Target="../media/image79.png"/><Relationship Id="rId2" Type="http://schemas.microsoft.com/office/2018/10/relationships/comments" Target="../comments/modernComment_111_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5" Type="http://schemas.openxmlformats.org/officeDocument/2006/relationships/image" Target="../media/image77.svg"/><Relationship Id="rId4" Type="http://schemas.openxmlformats.org/officeDocument/2006/relationships/image" Target="../media/image7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svg"/><Relationship Id="rId7" Type="http://schemas.openxmlformats.org/officeDocument/2006/relationships/image" Target="../media/image84.png"/><Relationship Id="rId2" Type="http://schemas.microsoft.com/office/2018/10/relationships/comments" Target="../comments/modernComment_112_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5" Type="http://schemas.openxmlformats.org/officeDocument/2006/relationships/image" Target="../media/image82.svg"/><Relationship Id="rId4" Type="http://schemas.openxmlformats.org/officeDocument/2006/relationships/image" Target="../media/image8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svg"/><Relationship Id="rId2" Type="http://schemas.openxmlformats.org/officeDocument/2006/relationships/image" Target="../media/image9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4.png"/><Relationship Id="rId5" Type="http://schemas.openxmlformats.org/officeDocument/2006/relationships/image" Target="../media/image93.svg"/><Relationship Id="rId4" Type="http://schemas.openxmlformats.org/officeDocument/2006/relationships/image" Target="../media/image9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5.png"/><Relationship Id="rId4" Type="http://schemas.openxmlformats.org/officeDocument/2006/relationships/image" Target="../media/image93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microsoft.com/office/2018/10/relationships/comments" Target="../comments/modernComment_117_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9.svg"/><Relationship Id="rId4" Type="http://schemas.openxmlformats.org/officeDocument/2006/relationships/image" Target="../media/image9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8"/>
          <p:cNvSpPr txBox="1"/>
          <p:nvPr/>
        </p:nvSpPr>
        <p:spPr>
          <a:xfrm>
            <a:off x="7539476" y="447732"/>
            <a:ext cx="3208677" cy="1045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9"/>
              </a:lnSpc>
            </a:pPr>
            <a:r>
              <a:rPr lang="en-US" sz="2810" b="1" spc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Your Health Overview</a:t>
            </a:r>
          </a:p>
        </p:txBody>
      </p:sp>
      <p:sp>
        <p:nvSpPr>
          <p:cNvPr id="38" name="Freeform 44">
            <a:extLst>
              <a:ext uri="{FF2B5EF4-FFF2-40B4-BE49-F238E27FC236}">
                <a16:creationId xmlns:a16="http://schemas.microsoft.com/office/drawing/2014/main" id="{79912226-92D7-3284-B646-499BD5C26749}"/>
              </a:ext>
            </a:extLst>
          </p:cNvPr>
          <p:cNvSpPr/>
          <p:nvPr/>
        </p:nvSpPr>
        <p:spPr>
          <a:xfrm>
            <a:off x="5334000" y="4610100"/>
            <a:ext cx="2032801" cy="45719"/>
          </a:xfrm>
          <a:custGeom>
            <a:avLst/>
            <a:gdLst>
              <a:gd name="textAreaLeft" fmla="*/ 0 w 5231160"/>
              <a:gd name="textAreaRight" fmla="*/ 5231520 w 5231160"/>
              <a:gd name="textAreaTop" fmla="*/ 0 h 45360"/>
              <a:gd name="textAreaBottom" fmla="*/ 45720 h 45360"/>
            </a:gdLst>
            <a:ahLst/>
            <a:cxnLst/>
            <a:rect l="textAreaLeft" t="textAreaTop" r="textAreaRight" b="textAreaBottom"/>
            <a:pathLst>
              <a:path w="9917005">
                <a:moveTo>
                  <a:pt x="0" y="0"/>
                </a:moveTo>
                <a:lnTo>
                  <a:pt x="9917005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IN" sz="1800" b="0" strike="noStrike" spc="-1" dirty="0">
              <a:solidFill>
                <a:schemeClr val="dk1"/>
              </a:solidFill>
              <a:latin typeface="Calibri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2A1E74F-95CA-147C-B690-3E9E68F2194F}"/>
              </a:ext>
            </a:extLst>
          </p:cNvPr>
          <p:cNvGrpSpPr/>
          <p:nvPr/>
        </p:nvGrpSpPr>
        <p:grpSpPr>
          <a:xfrm>
            <a:off x="1403881" y="2552701"/>
            <a:ext cx="3853081" cy="7389304"/>
            <a:chOff x="1403881" y="1790701"/>
            <a:chExt cx="3853081" cy="7389304"/>
          </a:xfrm>
        </p:grpSpPr>
        <p:grpSp>
          <p:nvGrpSpPr>
            <p:cNvPr id="3" name="Group 3"/>
            <p:cNvGrpSpPr/>
            <p:nvPr/>
          </p:nvGrpSpPr>
          <p:grpSpPr>
            <a:xfrm>
              <a:off x="1676400" y="1863357"/>
              <a:ext cx="3309480" cy="7172277"/>
              <a:chOff x="0" y="0"/>
              <a:chExt cx="4412640" cy="956303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412641" cy="9563100"/>
              </a:xfrm>
              <a:custGeom>
                <a:avLst/>
                <a:gdLst/>
                <a:ahLst/>
                <a:cxnLst/>
                <a:rect l="l" t="t" r="r" b="b"/>
                <a:pathLst>
                  <a:path w="4412641" h="9563100">
                    <a:moveTo>
                      <a:pt x="4001770" y="0"/>
                    </a:moveTo>
                    <a:lnTo>
                      <a:pt x="3468878" y="0"/>
                    </a:lnTo>
                    <a:lnTo>
                      <a:pt x="3468878" y="112014"/>
                    </a:lnTo>
                    <a:cubicBezTo>
                      <a:pt x="3468878" y="239014"/>
                      <a:pt x="3364230" y="343662"/>
                      <a:pt x="3237230" y="343662"/>
                    </a:cubicBezTo>
                    <a:lnTo>
                      <a:pt x="1180338" y="343662"/>
                    </a:lnTo>
                    <a:cubicBezTo>
                      <a:pt x="1053338" y="343662"/>
                      <a:pt x="948690" y="239014"/>
                      <a:pt x="948690" y="112014"/>
                    </a:cubicBezTo>
                    <a:lnTo>
                      <a:pt x="948690" y="0"/>
                    </a:lnTo>
                    <a:lnTo>
                      <a:pt x="410845" y="0"/>
                    </a:lnTo>
                    <a:cubicBezTo>
                      <a:pt x="184277" y="0"/>
                      <a:pt x="0" y="184277"/>
                      <a:pt x="0" y="410972"/>
                    </a:cubicBezTo>
                    <a:lnTo>
                      <a:pt x="0" y="9152128"/>
                    </a:lnTo>
                    <a:cubicBezTo>
                      <a:pt x="0" y="9378696"/>
                      <a:pt x="184277" y="9563100"/>
                      <a:pt x="410845" y="9563100"/>
                    </a:cubicBezTo>
                    <a:lnTo>
                      <a:pt x="4001770" y="9563100"/>
                    </a:lnTo>
                    <a:cubicBezTo>
                      <a:pt x="4228338" y="9563100"/>
                      <a:pt x="4412615" y="9378823"/>
                      <a:pt x="4412615" y="9152128"/>
                    </a:cubicBezTo>
                    <a:lnTo>
                      <a:pt x="4412615" y="410972"/>
                    </a:lnTo>
                    <a:cubicBezTo>
                      <a:pt x="4415155" y="184277"/>
                      <a:pt x="4230878" y="0"/>
                      <a:pt x="4001770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t="-4" b="-3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403881" y="2642397"/>
              <a:ext cx="40681" cy="313563"/>
              <a:chOff x="0" y="0"/>
              <a:chExt cx="54242" cy="41808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54229" cy="418084"/>
              </a:xfrm>
              <a:custGeom>
                <a:avLst/>
                <a:gdLst/>
                <a:ahLst/>
                <a:cxnLst/>
                <a:rect l="l" t="t" r="r" b="b"/>
                <a:pathLst>
                  <a:path w="54229" h="418084">
                    <a:moveTo>
                      <a:pt x="0" y="52197"/>
                    </a:moveTo>
                    <a:lnTo>
                      <a:pt x="0" y="363347"/>
                    </a:lnTo>
                    <a:cubicBezTo>
                      <a:pt x="0" y="393192"/>
                      <a:pt x="24638" y="418084"/>
                      <a:pt x="54229" y="418084"/>
                    </a:cubicBezTo>
                    <a:lnTo>
                      <a:pt x="54229" y="0"/>
                    </a:lnTo>
                    <a:cubicBezTo>
                      <a:pt x="24638" y="0"/>
                      <a:pt x="0" y="22352"/>
                      <a:pt x="0" y="52197"/>
                    </a:cubicBezTo>
                    <a:close/>
                  </a:path>
                </a:pathLst>
              </a:custGeom>
              <a:solidFill>
                <a:srgbClr val="EBCEB5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1403881" y="3189599"/>
              <a:ext cx="40681" cy="565556"/>
              <a:chOff x="0" y="0"/>
              <a:chExt cx="54242" cy="75407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54229" cy="754126"/>
              </a:xfrm>
              <a:custGeom>
                <a:avLst/>
                <a:gdLst/>
                <a:ahLst/>
                <a:cxnLst/>
                <a:rect l="l" t="t" r="r" b="b"/>
                <a:pathLst>
                  <a:path w="54229" h="754126">
                    <a:moveTo>
                      <a:pt x="0" y="52324"/>
                    </a:moveTo>
                    <a:lnTo>
                      <a:pt x="0" y="699389"/>
                    </a:lnTo>
                    <a:cubicBezTo>
                      <a:pt x="0" y="729234"/>
                      <a:pt x="24638" y="754126"/>
                      <a:pt x="54229" y="754126"/>
                    </a:cubicBezTo>
                    <a:lnTo>
                      <a:pt x="54229" y="0"/>
                    </a:lnTo>
                    <a:cubicBezTo>
                      <a:pt x="24638" y="0"/>
                      <a:pt x="0" y="22352"/>
                      <a:pt x="0" y="52324"/>
                    </a:cubicBezTo>
                    <a:close/>
                  </a:path>
                </a:pathLst>
              </a:custGeom>
              <a:solidFill>
                <a:srgbClr val="EBCEB5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1403881" y="3878999"/>
              <a:ext cx="40681" cy="567357"/>
              <a:chOff x="0" y="0"/>
              <a:chExt cx="54242" cy="756476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54229" cy="756412"/>
              </a:xfrm>
              <a:custGeom>
                <a:avLst/>
                <a:gdLst/>
                <a:ahLst/>
                <a:cxnLst/>
                <a:rect l="l" t="t" r="r" b="b"/>
                <a:pathLst>
                  <a:path w="54229" h="756412">
                    <a:moveTo>
                      <a:pt x="0" y="54737"/>
                    </a:moveTo>
                    <a:lnTo>
                      <a:pt x="0" y="701675"/>
                    </a:lnTo>
                    <a:cubicBezTo>
                      <a:pt x="0" y="731520"/>
                      <a:pt x="24638" y="756412"/>
                      <a:pt x="54229" y="756412"/>
                    </a:cubicBezTo>
                    <a:lnTo>
                      <a:pt x="54229" y="0"/>
                    </a:lnTo>
                    <a:cubicBezTo>
                      <a:pt x="24638" y="0"/>
                      <a:pt x="0" y="24892"/>
                      <a:pt x="0" y="54737"/>
                    </a:cubicBezTo>
                    <a:close/>
                  </a:path>
                </a:pathLst>
              </a:custGeom>
              <a:solidFill>
                <a:srgbClr val="EBCEB5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5216281" y="3376441"/>
              <a:ext cx="40681" cy="909361"/>
              <a:chOff x="0" y="0"/>
              <a:chExt cx="54242" cy="1212482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54229" cy="1212469"/>
              </a:xfrm>
              <a:custGeom>
                <a:avLst/>
                <a:gdLst/>
                <a:ahLst/>
                <a:cxnLst/>
                <a:rect l="l" t="t" r="r" b="b"/>
                <a:pathLst>
                  <a:path w="54229" h="1212469">
                    <a:moveTo>
                      <a:pt x="0" y="0"/>
                    </a:moveTo>
                    <a:lnTo>
                      <a:pt x="0" y="1212469"/>
                    </a:lnTo>
                    <a:cubicBezTo>
                      <a:pt x="29591" y="1212469"/>
                      <a:pt x="54229" y="1187577"/>
                      <a:pt x="54229" y="1157732"/>
                    </a:cubicBezTo>
                    <a:lnTo>
                      <a:pt x="54229" y="54737"/>
                    </a:lnTo>
                    <a:cubicBezTo>
                      <a:pt x="54229" y="24892"/>
                      <a:pt x="29591" y="0"/>
                      <a:pt x="0" y="0"/>
                    </a:cubicBezTo>
                    <a:close/>
                  </a:path>
                </a:pathLst>
              </a:custGeom>
              <a:solidFill>
                <a:srgbClr val="EBCEB5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49" name="Freeform 3"/>
            <p:cNvSpPr/>
            <p:nvPr/>
          </p:nvSpPr>
          <p:spPr>
            <a:xfrm>
              <a:off x="1474322" y="1790701"/>
              <a:ext cx="3717183" cy="7389304"/>
            </a:xfrm>
            <a:custGeom>
              <a:avLst/>
              <a:gdLst>
                <a:gd name="textAreaLeft" fmla="*/ 0 w 3696120"/>
                <a:gd name="textAreaRight" fmla="*/ 3696480 w 3696120"/>
                <a:gd name="textAreaTop" fmla="*/ 0 h 7547400"/>
                <a:gd name="textAreaBottom" fmla="*/ 7547760 h 754740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26BCD87-2ECA-C781-6505-65D574CD713A}"/>
              </a:ext>
            </a:extLst>
          </p:cNvPr>
          <p:cNvGrpSpPr/>
          <p:nvPr/>
        </p:nvGrpSpPr>
        <p:grpSpPr>
          <a:xfrm>
            <a:off x="7507799" y="2622817"/>
            <a:ext cx="3814200" cy="7275925"/>
            <a:chOff x="11553482" y="1898637"/>
            <a:chExt cx="3814200" cy="7275925"/>
          </a:xfrm>
        </p:grpSpPr>
        <p:grpSp>
          <p:nvGrpSpPr>
            <p:cNvPr id="20" name="Group 20"/>
            <p:cNvGrpSpPr/>
            <p:nvPr/>
          </p:nvGrpSpPr>
          <p:grpSpPr>
            <a:xfrm>
              <a:off x="11823478" y="1898637"/>
              <a:ext cx="3276362" cy="7099916"/>
              <a:chOff x="0" y="0"/>
              <a:chExt cx="4368482" cy="9466555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4368445" cy="9466580"/>
              </a:xfrm>
              <a:custGeom>
                <a:avLst/>
                <a:gdLst/>
                <a:ahLst/>
                <a:cxnLst/>
                <a:rect l="l" t="t" r="r" b="b"/>
                <a:pathLst>
                  <a:path w="4368445" h="9466580">
                    <a:moveTo>
                      <a:pt x="3961638" y="0"/>
                    </a:moveTo>
                    <a:lnTo>
                      <a:pt x="3434080" y="0"/>
                    </a:lnTo>
                    <a:lnTo>
                      <a:pt x="3434080" y="110998"/>
                    </a:lnTo>
                    <a:cubicBezTo>
                      <a:pt x="3434080" y="236728"/>
                      <a:pt x="3330575" y="340233"/>
                      <a:pt x="3204845" y="340233"/>
                    </a:cubicBezTo>
                    <a:lnTo>
                      <a:pt x="1168527" y="340233"/>
                    </a:lnTo>
                    <a:cubicBezTo>
                      <a:pt x="1042797" y="340233"/>
                      <a:pt x="939292" y="236728"/>
                      <a:pt x="939292" y="110998"/>
                    </a:cubicBezTo>
                    <a:lnTo>
                      <a:pt x="939292" y="0"/>
                    </a:lnTo>
                    <a:lnTo>
                      <a:pt x="406781" y="0"/>
                    </a:lnTo>
                    <a:cubicBezTo>
                      <a:pt x="182372" y="0"/>
                      <a:pt x="0" y="182372"/>
                      <a:pt x="0" y="406781"/>
                    </a:cubicBezTo>
                    <a:lnTo>
                      <a:pt x="0" y="9059799"/>
                    </a:lnTo>
                    <a:cubicBezTo>
                      <a:pt x="0" y="9284081"/>
                      <a:pt x="182372" y="9466580"/>
                      <a:pt x="406781" y="9466580"/>
                    </a:cubicBezTo>
                    <a:lnTo>
                      <a:pt x="3961638" y="9466580"/>
                    </a:lnTo>
                    <a:cubicBezTo>
                      <a:pt x="4185920" y="9466580"/>
                      <a:pt x="4368419" y="9284208"/>
                      <a:pt x="4368419" y="9059799"/>
                    </a:cubicBezTo>
                    <a:lnTo>
                      <a:pt x="4368419" y="406781"/>
                    </a:lnTo>
                    <a:cubicBezTo>
                      <a:pt x="4370959" y="182372"/>
                      <a:pt x="4188460" y="0"/>
                      <a:pt x="3961638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16" r="-16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11553482" y="2669762"/>
              <a:ext cx="40319" cy="310324"/>
              <a:chOff x="0" y="0"/>
              <a:chExt cx="53759" cy="413766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53721" cy="413766"/>
              </a:xfrm>
              <a:custGeom>
                <a:avLst/>
                <a:gdLst/>
                <a:ahLst/>
                <a:cxnLst/>
                <a:rect l="l" t="t" r="r" b="b"/>
                <a:pathLst>
                  <a:path w="53721" h="413766">
                    <a:moveTo>
                      <a:pt x="0" y="51689"/>
                    </a:moveTo>
                    <a:lnTo>
                      <a:pt x="0" y="359537"/>
                    </a:lnTo>
                    <a:cubicBezTo>
                      <a:pt x="0" y="389128"/>
                      <a:pt x="24384" y="413766"/>
                      <a:pt x="53721" y="413766"/>
                    </a:cubicBezTo>
                    <a:lnTo>
                      <a:pt x="53721" y="0"/>
                    </a:lnTo>
                    <a:cubicBezTo>
                      <a:pt x="24384" y="0"/>
                      <a:pt x="0" y="22225"/>
                      <a:pt x="0" y="51689"/>
                    </a:cubicBezTo>
                    <a:close/>
                  </a:path>
                </a:pathLst>
              </a:custGeom>
              <a:solidFill>
                <a:srgbClr val="EBCEB5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11553482" y="3211563"/>
              <a:ext cx="40319" cy="559803"/>
              <a:chOff x="0" y="0"/>
              <a:chExt cx="53759" cy="746404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53721" cy="746379"/>
              </a:xfrm>
              <a:custGeom>
                <a:avLst/>
                <a:gdLst/>
                <a:ahLst/>
                <a:cxnLst/>
                <a:rect l="l" t="t" r="r" b="b"/>
                <a:pathLst>
                  <a:path w="53721" h="746379">
                    <a:moveTo>
                      <a:pt x="0" y="51689"/>
                    </a:moveTo>
                    <a:lnTo>
                      <a:pt x="0" y="692150"/>
                    </a:lnTo>
                    <a:cubicBezTo>
                      <a:pt x="0" y="721741"/>
                      <a:pt x="24384" y="746379"/>
                      <a:pt x="53721" y="746379"/>
                    </a:cubicBezTo>
                    <a:lnTo>
                      <a:pt x="53721" y="0"/>
                    </a:lnTo>
                    <a:cubicBezTo>
                      <a:pt x="24384" y="0"/>
                      <a:pt x="0" y="22225"/>
                      <a:pt x="0" y="51689"/>
                    </a:cubicBezTo>
                    <a:close/>
                  </a:path>
                </a:pathLst>
              </a:custGeom>
              <a:solidFill>
                <a:srgbClr val="EBCEB5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11553482" y="3893763"/>
              <a:ext cx="40319" cy="561604"/>
              <a:chOff x="0" y="0"/>
              <a:chExt cx="53759" cy="748805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53721" cy="748792"/>
              </a:xfrm>
              <a:custGeom>
                <a:avLst/>
                <a:gdLst/>
                <a:ahLst/>
                <a:cxnLst/>
                <a:rect l="l" t="t" r="r" b="b"/>
                <a:pathLst>
                  <a:path w="53721" h="748792">
                    <a:moveTo>
                      <a:pt x="0" y="54229"/>
                    </a:moveTo>
                    <a:lnTo>
                      <a:pt x="0" y="694563"/>
                    </a:lnTo>
                    <a:cubicBezTo>
                      <a:pt x="0" y="724154"/>
                      <a:pt x="24384" y="748792"/>
                      <a:pt x="53721" y="748792"/>
                    </a:cubicBezTo>
                    <a:lnTo>
                      <a:pt x="53721" y="0"/>
                    </a:lnTo>
                    <a:cubicBezTo>
                      <a:pt x="24384" y="0"/>
                      <a:pt x="0" y="24638"/>
                      <a:pt x="0" y="54229"/>
                    </a:cubicBezTo>
                    <a:close/>
                  </a:path>
                </a:pathLst>
              </a:custGeom>
              <a:solidFill>
                <a:srgbClr val="EBCEB5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15327363" y="3396244"/>
              <a:ext cx="40319" cy="899998"/>
              <a:chOff x="0" y="0"/>
              <a:chExt cx="53759" cy="1199998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53721" cy="1200023"/>
              </a:xfrm>
              <a:custGeom>
                <a:avLst/>
                <a:gdLst/>
                <a:ahLst/>
                <a:cxnLst/>
                <a:rect l="l" t="t" r="r" b="b"/>
                <a:pathLst>
                  <a:path w="53721" h="1200023">
                    <a:moveTo>
                      <a:pt x="0" y="0"/>
                    </a:moveTo>
                    <a:lnTo>
                      <a:pt x="0" y="1200023"/>
                    </a:lnTo>
                    <a:cubicBezTo>
                      <a:pt x="29337" y="1200023"/>
                      <a:pt x="53721" y="1175385"/>
                      <a:pt x="53721" y="1145794"/>
                    </a:cubicBezTo>
                    <a:lnTo>
                      <a:pt x="53721" y="54229"/>
                    </a:lnTo>
                    <a:cubicBezTo>
                      <a:pt x="53721" y="24638"/>
                      <a:pt x="29337" y="0"/>
                      <a:pt x="0" y="0"/>
                    </a:cubicBezTo>
                    <a:close/>
                  </a:path>
                </a:pathLst>
              </a:custGeom>
              <a:solidFill>
                <a:srgbClr val="EBCEB5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11887200" y="2409844"/>
              <a:ext cx="3147117" cy="5466959"/>
              <a:chOff x="0" y="0"/>
              <a:chExt cx="4196156" cy="7289279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4196207" cy="7289292"/>
              </a:xfrm>
              <a:custGeom>
                <a:avLst/>
                <a:gdLst/>
                <a:ahLst/>
                <a:cxnLst/>
                <a:rect l="l" t="t" r="r" b="b"/>
                <a:pathLst>
                  <a:path w="4196207" h="7289292">
                    <a:moveTo>
                      <a:pt x="0" y="0"/>
                    </a:moveTo>
                    <a:lnTo>
                      <a:pt x="4196207" y="0"/>
                    </a:lnTo>
                    <a:lnTo>
                      <a:pt x="4196207" y="7289292"/>
                    </a:lnTo>
                    <a:lnTo>
                      <a:pt x="0" y="728929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1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50" name="Freeform 3"/>
            <p:cNvSpPr/>
            <p:nvPr/>
          </p:nvSpPr>
          <p:spPr>
            <a:xfrm>
              <a:off x="11626430" y="1898637"/>
              <a:ext cx="3640983" cy="7275925"/>
            </a:xfrm>
            <a:custGeom>
              <a:avLst/>
              <a:gdLst>
                <a:gd name="textAreaLeft" fmla="*/ 0 w 3696120"/>
                <a:gd name="textAreaRight" fmla="*/ 3696480 w 3696120"/>
                <a:gd name="textAreaTop" fmla="*/ 0 h 7547400"/>
                <a:gd name="textAreaBottom" fmla="*/ 7547760 h 754740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97CA005-93E1-1317-DB83-CD0F4623AA73}"/>
              </a:ext>
            </a:extLst>
          </p:cNvPr>
          <p:cNvGrpSpPr/>
          <p:nvPr/>
        </p:nvGrpSpPr>
        <p:grpSpPr>
          <a:xfrm>
            <a:off x="13166936" y="2552700"/>
            <a:ext cx="3717183" cy="7362469"/>
            <a:chOff x="10871708" y="1788874"/>
            <a:chExt cx="3590553" cy="711165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46083C5-AF69-3D35-4C1B-5FC88E2A2A98}"/>
                </a:ext>
              </a:extLst>
            </p:cNvPr>
            <p:cNvGrpSpPr/>
            <p:nvPr/>
          </p:nvGrpSpPr>
          <p:grpSpPr>
            <a:xfrm>
              <a:off x="10871708" y="1788874"/>
              <a:ext cx="3590553" cy="7111658"/>
              <a:chOff x="10871708" y="1788874"/>
              <a:chExt cx="3590553" cy="7111658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7875DFAE-4A4E-EFCA-39BD-78904C55BD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871708" y="1788874"/>
                <a:ext cx="3590553" cy="7111658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A74B50E0-57A2-EE13-ECBD-093D04009A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161903" y="6865619"/>
                <a:ext cx="3010161" cy="1242061"/>
              </a:xfrm>
              <a:prstGeom prst="rect">
                <a:avLst/>
              </a:prstGeom>
            </p:spPr>
          </p:pic>
        </p:grp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C9EACE7-91E6-2A08-9CF9-1E02954DD0F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80588" y="8107680"/>
              <a:ext cx="2772790" cy="442580"/>
            </a:xfrm>
            <a:prstGeom prst="rect">
              <a:avLst/>
            </a:prstGeom>
          </p:spPr>
        </p:pic>
      </p:grp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CCFE9BB-4C59-6A87-A6C0-4DE40F0EA8A2}"/>
              </a:ext>
            </a:extLst>
          </p:cNvPr>
          <p:cNvSpPr/>
          <p:nvPr/>
        </p:nvSpPr>
        <p:spPr>
          <a:xfrm>
            <a:off x="13697820" y="4395817"/>
            <a:ext cx="2626709" cy="25994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GP Checkup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6F0CCB5-1961-EA1C-9602-04FAAC5E83F4}"/>
              </a:ext>
            </a:extLst>
          </p:cNvPr>
          <p:cNvSpPr/>
          <p:nvPr/>
        </p:nvSpPr>
        <p:spPr>
          <a:xfrm>
            <a:off x="13850220" y="3443720"/>
            <a:ext cx="2626709" cy="25994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4FA5A2"/>
                </a:solidFill>
              </a:rPr>
              <a:t>GP Checkup</a:t>
            </a:r>
            <a:endParaRPr lang="en-IN" b="1" dirty="0">
              <a:solidFill>
                <a:srgbClr val="4FA5A2"/>
              </a:solidFill>
            </a:endParaRPr>
          </a:p>
        </p:txBody>
      </p:sp>
      <p:sp>
        <p:nvSpPr>
          <p:cNvPr id="37" name="Freeform 44">
            <a:extLst>
              <a:ext uri="{FF2B5EF4-FFF2-40B4-BE49-F238E27FC236}">
                <a16:creationId xmlns:a16="http://schemas.microsoft.com/office/drawing/2014/main" id="{6AC61A33-EAE6-011F-CD9D-77C759FB0093}"/>
              </a:ext>
            </a:extLst>
          </p:cNvPr>
          <p:cNvSpPr/>
          <p:nvPr/>
        </p:nvSpPr>
        <p:spPr>
          <a:xfrm>
            <a:off x="10946519" y="5829300"/>
            <a:ext cx="2236081" cy="45719"/>
          </a:xfrm>
          <a:custGeom>
            <a:avLst/>
            <a:gdLst>
              <a:gd name="textAreaLeft" fmla="*/ 0 w 5231160"/>
              <a:gd name="textAreaRight" fmla="*/ 5231520 w 5231160"/>
              <a:gd name="textAreaTop" fmla="*/ 0 h 45360"/>
              <a:gd name="textAreaBottom" fmla="*/ 45720 h 45360"/>
            </a:gdLst>
            <a:ahLst/>
            <a:cxnLst/>
            <a:rect l="textAreaLeft" t="textAreaTop" r="textAreaRight" b="textAreaBottom"/>
            <a:pathLst>
              <a:path w="9917005">
                <a:moveTo>
                  <a:pt x="0" y="0"/>
                </a:moveTo>
                <a:lnTo>
                  <a:pt x="9917005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IN" sz="1800" b="0" strike="noStrike" spc="-1" dirty="0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0439400" y="157713"/>
            <a:ext cx="7391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Why Does Health Overview only mean Appointments?</a:t>
            </a:r>
          </a:p>
          <a:p>
            <a:endParaRPr lang="en-US" sz="4000" b="1" dirty="0">
              <a:solidFill>
                <a:srgbClr val="FF0000"/>
              </a:solidFill>
            </a:endParaRPr>
          </a:p>
          <a:p>
            <a:r>
              <a:rPr lang="en-US" sz="4000" b="1" dirty="0">
                <a:solidFill>
                  <a:srgbClr val="FF0000"/>
                </a:solidFill>
              </a:rPr>
              <a:t>Is this a Dr Sheila Question?</a:t>
            </a:r>
            <a:endParaRPr lang="en-AU" sz="4000" b="1" dirty="0">
              <a:solidFill>
                <a:srgbClr val="FF0000"/>
              </a:solidFill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454A3DA6-6E0B-0FB3-A2F3-EFDF305D9DB7}"/>
              </a:ext>
            </a:extLst>
          </p:cNvPr>
          <p:cNvSpPr/>
          <p:nvPr/>
        </p:nvSpPr>
        <p:spPr>
          <a:xfrm>
            <a:off x="7914240" y="3214717"/>
            <a:ext cx="2626709" cy="25994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Your Appointments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88DA798D-415C-AE70-9172-D1440309CF08}"/>
              </a:ext>
            </a:extLst>
          </p:cNvPr>
          <p:cNvSpPr/>
          <p:nvPr/>
        </p:nvSpPr>
        <p:spPr>
          <a:xfrm>
            <a:off x="769050" y="1341138"/>
            <a:ext cx="3845529" cy="612941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B050"/>
                </a:solidFill>
              </a:rPr>
              <a:t>Suggested change: Your Appointments Overview</a:t>
            </a:r>
            <a:endParaRPr lang="en-IN" sz="2400" b="1" dirty="0">
              <a:solidFill>
                <a:srgbClr val="00B050"/>
              </a:solidFill>
            </a:endParaRPr>
          </a:p>
        </p:txBody>
      </p:sp>
      <p:sp>
        <p:nvSpPr>
          <p:cNvPr id="46" name="Freeform 44">
            <a:extLst>
              <a:ext uri="{FF2B5EF4-FFF2-40B4-BE49-F238E27FC236}">
                <a16:creationId xmlns:a16="http://schemas.microsoft.com/office/drawing/2014/main" id="{E07E5441-A207-1559-B47B-A39C2B7A48BD}"/>
              </a:ext>
            </a:extLst>
          </p:cNvPr>
          <p:cNvSpPr/>
          <p:nvPr/>
        </p:nvSpPr>
        <p:spPr>
          <a:xfrm rot="16200000">
            <a:off x="1774445" y="2933354"/>
            <a:ext cx="2236081" cy="401339"/>
          </a:xfrm>
          <a:custGeom>
            <a:avLst/>
            <a:gdLst>
              <a:gd name="textAreaLeft" fmla="*/ 0 w 5231160"/>
              <a:gd name="textAreaRight" fmla="*/ 5231520 w 5231160"/>
              <a:gd name="textAreaTop" fmla="*/ 0 h 45360"/>
              <a:gd name="textAreaBottom" fmla="*/ 45720 h 45360"/>
            </a:gdLst>
            <a:ahLst/>
            <a:cxnLst/>
            <a:rect l="textAreaLeft" t="textAreaTop" r="textAreaRight" b="textAreaBottom"/>
            <a:pathLst>
              <a:path w="9917005">
                <a:moveTo>
                  <a:pt x="0" y="0"/>
                </a:moveTo>
                <a:lnTo>
                  <a:pt x="9917005" y="0"/>
                </a:lnTo>
              </a:path>
            </a:pathLst>
          </a:custGeom>
          <a:ln w="76200">
            <a:solidFill>
              <a:srgbClr val="00B050"/>
            </a:solidFill>
            <a:tailEnd type="triangle" w="lg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lIns="90000" tIns="720" rIns="90000" bIns="72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IN" sz="1800" b="0" strike="noStrike" spc="-1" dirty="0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Group 2"/>
          <p:cNvGrpSpPr/>
          <p:nvPr/>
        </p:nvGrpSpPr>
        <p:grpSpPr>
          <a:xfrm>
            <a:off x="3749701" y="1788874"/>
            <a:ext cx="3733133" cy="7134883"/>
            <a:chOff x="2824560" y="1633680"/>
            <a:chExt cx="3853080" cy="7622280"/>
          </a:xfrm>
        </p:grpSpPr>
        <p:sp>
          <p:nvSpPr>
            <p:cNvPr id="294" name="Freeform 3"/>
            <p:cNvSpPr/>
            <p:nvPr/>
          </p:nvSpPr>
          <p:spPr>
            <a:xfrm>
              <a:off x="2903040" y="1671120"/>
              <a:ext cx="3696120" cy="7547400"/>
            </a:xfrm>
            <a:custGeom>
              <a:avLst/>
              <a:gdLst>
                <a:gd name="textAreaLeft" fmla="*/ 0 w 3696120"/>
                <a:gd name="textAreaRight" fmla="*/ 3696480 w 3696120"/>
                <a:gd name="textAreaTop" fmla="*/ 0 h 7547400"/>
                <a:gd name="textAreaBottom" fmla="*/ 7547760 h 754740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95" name="Freeform 4"/>
            <p:cNvSpPr/>
            <p:nvPr/>
          </p:nvSpPr>
          <p:spPr>
            <a:xfrm>
              <a:off x="3097080" y="1863360"/>
              <a:ext cx="3309480" cy="7172280"/>
            </a:xfrm>
            <a:custGeom>
              <a:avLst/>
              <a:gdLst>
                <a:gd name="textAreaLeft" fmla="*/ 0 w 3309480"/>
                <a:gd name="textAreaRight" fmla="*/ 3309840 w 3309480"/>
                <a:gd name="textAreaTop" fmla="*/ 0 h 7172280"/>
                <a:gd name="textAreaBottom" fmla="*/ 7172640 h 717228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96" name="Freeform 5"/>
            <p:cNvSpPr/>
            <p:nvPr/>
          </p:nvSpPr>
          <p:spPr>
            <a:xfrm>
              <a:off x="4473720" y="1925280"/>
              <a:ext cx="511560" cy="63000"/>
            </a:xfrm>
            <a:custGeom>
              <a:avLst/>
              <a:gdLst>
                <a:gd name="textAreaLeft" fmla="*/ 0 w 511560"/>
                <a:gd name="textAreaRight" fmla="*/ 511920 w 511560"/>
                <a:gd name="textAreaTop" fmla="*/ 0 h 63000"/>
                <a:gd name="textAreaBottom" fmla="*/ 63360 h 6300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360" rIns="90000" bIns="1836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97" name="Freeform 6"/>
            <p:cNvSpPr/>
            <p:nvPr/>
          </p:nvSpPr>
          <p:spPr>
            <a:xfrm>
              <a:off x="5148000" y="1910160"/>
              <a:ext cx="93600" cy="92880"/>
            </a:xfrm>
            <a:custGeom>
              <a:avLst/>
              <a:gdLst>
                <a:gd name="textAreaLeft" fmla="*/ 0 w 93600"/>
                <a:gd name="textAreaRight" fmla="*/ 93960 w 9360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98" name="Freeform 7"/>
            <p:cNvSpPr/>
            <p:nvPr/>
          </p:nvSpPr>
          <p:spPr>
            <a:xfrm>
              <a:off x="2824560" y="2642400"/>
              <a:ext cx="40680" cy="313560"/>
            </a:xfrm>
            <a:custGeom>
              <a:avLst/>
              <a:gdLst>
                <a:gd name="textAreaLeft" fmla="*/ 0 w 40680"/>
                <a:gd name="textAreaRight" fmla="*/ 41040 w 40680"/>
                <a:gd name="textAreaTop" fmla="*/ 0 h 313560"/>
                <a:gd name="textAreaBottom" fmla="*/ 313920 h 31356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99" name="Freeform 8"/>
            <p:cNvSpPr/>
            <p:nvPr/>
          </p:nvSpPr>
          <p:spPr>
            <a:xfrm>
              <a:off x="2824560" y="3189600"/>
              <a:ext cx="40680" cy="565560"/>
            </a:xfrm>
            <a:custGeom>
              <a:avLst/>
              <a:gdLst>
                <a:gd name="textAreaLeft" fmla="*/ 0 w 40680"/>
                <a:gd name="textAreaRight" fmla="*/ 41040 w 40680"/>
                <a:gd name="textAreaTop" fmla="*/ 0 h 565560"/>
                <a:gd name="textAreaBottom" fmla="*/ 565920 h 56556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00" name="Freeform 9"/>
            <p:cNvSpPr/>
            <p:nvPr/>
          </p:nvSpPr>
          <p:spPr>
            <a:xfrm>
              <a:off x="2824560" y="3879000"/>
              <a:ext cx="40680" cy="567360"/>
            </a:xfrm>
            <a:custGeom>
              <a:avLst/>
              <a:gdLst>
                <a:gd name="textAreaLeft" fmla="*/ 0 w 40680"/>
                <a:gd name="textAreaRight" fmla="*/ 41040 w 40680"/>
                <a:gd name="textAreaTop" fmla="*/ 0 h 567360"/>
                <a:gd name="textAreaBottom" fmla="*/ 567720 h 56736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01" name="Freeform 10"/>
            <p:cNvSpPr/>
            <p:nvPr/>
          </p:nvSpPr>
          <p:spPr>
            <a:xfrm>
              <a:off x="6636960" y="3376440"/>
              <a:ext cx="40680" cy="909360"/>
            </a:xfrm>
            <a:custGeom>
              <a:avLst/>
              <a:gdLst>
                <a:gd name="textAreaLeft" fmla="*/ 0 w 40680"/>
                <a:gd name="textAreaRight" fmla="*/ 41040 w 40680"/>
                <a:gd name="textAreaTop" fmla="*/ 0 h 909360"/>
                <a:gd name="textAreaBottom" fmla="*/ 909720 h 90936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02" name="Freeform 11"/>
            <p:cNvSpPr/>
            <p:nvPr/>
          </p:nvSpPr>
          <p:spPr>
            <a:xfrm>
              <a:off x="2865600" y="1633680"/>
              <a:ext cx="3770640" cy="7622280"/>
            </a:xfrm>
            <a:custGeom>
              <a:avLst/>
              <a:gdLst>
                <a:gd name="textAreaLeft" fmla="*/ 0 w 3770640"/>
                <a:gd name="textAreaRight" fmla="*/ 3771000 w 3770640"/>
                <a:gd name="textAreaTop" fmla="*/ 0 h 7622280"/>
                <a:gd name="textAreaBottom" fmla="*/ 7622640 h 762228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304" name="TextBox 45"/>
          <p:cNvSpPr/>
          <p:nvPr/>
        </p:nvSpPr>
        <p:spPr>
          <a:xfrm>
            <a:off x="7539479" y="495360"/>
            <a:ext cx="3949463" cy="4673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 defTabSz="914400">
              <a:lnSpc>
                <a:spcPts val="3929"/>
              </a:lnSpc>
            </a:pPr>
            <a:r>
              <a:rPr lang="en-US" sz="2810" b="1" spc="-1" dirty="0">
                <a:solidFill>
                  <a:srgbClr val="000000"/>
                </a:solidFill>
                <a:latin typeface="Canva Sans Bold"/>
              </a:rPr>
              <a:t>Cancer Screenings</a:t>
            </a:r>
            <a:endParaRPr lang="en-US" sz="281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89CB021-6F57-B93F-1180-AED94BF3720A}"/>
              </a:ext>
            </a:extLst>
          </p:cNvPr>
          <p:cNvCxnSpPr/>
          <p:nvPr/>
        </p:nvCxnSpPr>
        <p:spPr>
          <a:xfrm>
            <a:off x="7539479" y="5143500"/>
            <a:ext cx="3305456" cy="0"/>
          </a:xfrm>
          <a:prstGeom prst="straightConnector1">
            <a:avLst/>
          </a:prstGeom>
          <a:ln w="762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5C12B77-3EFE-3958-BE0E-FB88BA0AEB9E}"/>
              </a:ext>
            </a:extLst>
          </p:cNvPr>
          <p:cNvGrpSpPr/>
          <p:nvPr/>
        </p:nvGrpSpPr>
        <p:grpSpPr>
          <a:xfrm>
            <a:off x="10844935" y="1788874"/>
            <a:ext cx="3653259" cy="7099837"/>
            <a:chOff x="10844935" y="1788874"/>
            <a:chExt cx="3653259" cy="7099837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C85942A6-2C02-A717-A2B6-51DBF957725C}"/>
                </a:ext>
              </a:extLst>
            </p:cNvPr>
            <p:cNvGrpSpPr/>
            <p:nvPr/>
          </p:nvGrpSpPr>
          <p:grpSpPr>
            <a:xfrm>
              <a:off x="10844935" y="1788874"/>
              <a:ext cx="3653259" cy="7099837"/>
              <a:chOff x="10844935" y="1788874"/>
              <a:chExt cx="3653259" cy="7099837"/>
            </a:xfrm>
          </p:grpSpPr>
          <p:sp>
            <p:nvSpPr>
              <p:cNvPr id="4" name="Freeform 3">
                <a:extLst>
                  <a:ext uri="{FF2B5EF4-FFF2-40B4-BE49-F238E27FC236}">
                    <a16:creationId xmlns:a16="http://schemas.microsoft.com/office/drawing/2014/main" id="{C64E3E01-49A5-81BD-2912-0F58E10D7617}"/>
                  </a:ext>
                </a:extLst>
              </p:cNvPr>
              <p:cNvSpPr/>
              <p:nvPr/>
            </p:nvSpPr>
            <p:spPr>
              <a:xfrm>
                <a:off x="10919345" y="1823748"/>
                <a:ext cx="3504439" cy="7030089"/>
              </a:xfrm>
              <a:custGeom>
                <a:avLst/>
                <a:gdLst>
                  <a:gd name="textAreaLeft" fmla="*/ 0 w 3696120"/>
                  <a:gd name="textAreaRight" fmla="*/ 3696480 w 3696120"/>
                  <a:gd name="textAreaTop" fmla="*/ 0 h 7547400"/>
                  <a:gd name="textAreaBottom" fmla="*/ 7547760 h 7547400"/>
                </a:gdLst>
                <a:ahLst/>
                <a:cxnLst/>
                <a:rect l="textAreaLeft" t="textAreaTop" r="textAreaRight" b="textAreaBottom"/>
                <a:pathLst>
                  <a:path w="2513330" h="5132070">
                    <a:moveTo>
                      <a:pt x="2159000" y="0"/>
                    </a:moveTo>
                    <a:lnTo>
                      <a:pt x="354330" y="0"/>
                    </a:lnTo>
                    <a:cubicBezTo>
                      <a:pt x="158750" y="0"/>
                      <a:pt x="0" y="158750"/>
                      <a:pt x="0" y="354330"/>
                    </a:cubicBezTo>
                    <a:lnTo>
                      <a:pt x="0" y="4777740"/>
                    </a:lnTo>
                    <a:cubicBezTo>
                      <a:pt x="0" y="4973320"/>
                      <a:pt x="158750" y="5132070"/>
                      <a:pt x="354330" y="5132070"/>
                    </a:cubicBezTo>
                    <a:lnTo>
                      <a:pt x="2159000" y="5132070"/>
                    </a:lnTo>
                    <a:cubicBezTo>
                      <a:pt x="2354580" y="5132070"/>
                      <a:pt x="2513330" y="4973320"/>
                      <a:pt x="2513330" y="4777740"/>
                    </a:cubicBezTo>
                    <a:lnTo>
                      <a:pt x="2513330" y="354330"/>
                    </a:lnTo>
                    <a:cubicBezTo>
                      <a:pt x="2513330" y="158750"/>
                      <a:pt x="2354580" y="0"/>
                      <a:pt x="2159000" y="0"/>
                    </a:cubicBezTo>
                    <a:close/>
                    <a:moveTo>
                      <a:pt x="1558290" y="162560"/>
                    </a:moveTo>
                    <a:cubicBezTo>
                      <a:pt x="1576070" y="162560"/>
                      <a:pt x="1590040" y="176530"/>
                      <a:pt x="1590040" y="194310"/>
                    </a:cubicBezTo>
                    <a:cubicBezTo>
                      <a:pt x="1590040" y="212090"/>
                      <a:pt x="1576070" y="226060"/>
                      <a:pt x="1558290" y="226060"/>
                    </a:cubicBezTo>
                    <a:cubicBezTo>
                      <a:pt x="1540510" y="226060"/>
                      <a:pt x="1526540" y="212090"/>
                      <a:pt x="1526540" y="194310"/>
                    </a:cubicBezTo>
                    <a:cubicBezTo>
                      <a:pt x="1526540" y="176530"/>
                      <a:pt x="1541780" y="162560"/>
                      <a:pt x="1558290" y="162560"/>
                    </a:cubicBezTo>
                    <a:close/>
                    <a:moveTo>
                      <a:pt x="1089660" y="172720"/>
                    </a:moveTo>
                    <a:lnTo>
                      <a:pt x="1394460" y="172720"/>
                    </a:lnTo>
                    <a:cubicBezTo>
                      <a:pt x="1405890" y="172720"/>
                      <a:pt x="1416050" y="181610"/>
                      <a:pt x="1416050" y="194310"/>
                    </a:cubicBezTo>
                    <a:cubicBezTo>
                      <a:pt x="1416050" y="207010"/>
                      <a:pt x="1405890" y="215900"/>
                      <a:pt x="1394460" y="215900"/>
                    </a:cubicBezTo>
                    <a:lnTo>
                      <a:pt x="1089660" y="215900"/>
                    </a:lnTo>
                    <a:cubicBezTo>
                      <a:pt x="1078230" y="215900"/>
                      <a:pt x="1068070" y="207010"/>
                      <a:pt x="1068070" y="194310"/>
                    </a:cubicBezTo>
                    <a:cubicBezTo>
                      <a:pt x="1068070" y="181610"/>
                      <a:pt x="1078230" y="172720"/>
                      <a:pt x="1089660" y="172720"/>
                    </a:cubicBezTo>
                    <a:close/>
                    <a:moveTo>
                      <a:pt x="2383790" y="4798060"/>
                    </a:moveTo>
                    <a:cubicBezTo>
                      <a:pt x="2383790" y="4913630"/>
                      <a:pt x="2289810" y="5007610"/>
                      <a:pt x="2174240" y="5007610"/>
                    </a:cubicBezTo>
                    <a:lnTo>
                      <a:pt x="341630" y="5007610"/>
                    </a:lnTo>
                    <a:cubicBezTo>
                      <a:pt x="226060" y="5007610"/>
                      <a:pt x="132080" y="4913630"/>
                      <a:pt x="132080" y="4798060"/>
                    </a:cubicBezTo>
                    <a:lnTo>
                      <a:pt x="132080" y="340360"/>
                    </a:lnTo>
                    <a:cubicBezTo>
                      <a:pt x="132080" y="224790"/>
                      <a:pt x="226060" y="130810"/>
                      <a:pt x="341630" y="130810"/>
                    </a:cubicBezTo>
                    <a:lnTo>
                      <a:pt x="614680" y="130810"/>
                    </a:lnTo>
                    <a:lnTo>
                      <a:pt x="614680" y="187960"/>
                    </a:lnTo>
                    <a:cubicBezTo>
                      <a:pt x="614680" y="252730"/>
                      <a:pt x="668020" y="306070"/>
                      <a:pt x="732790" y="306070"/>
                    </a:cubicBezTo>
                    <a:lnTo>
                      <a:pt x="1783080" y="306070"/>
                    </a:lnTo>
                    <a:cubicBezTo>
                      <a:pt x="1847850" y="306070"/>
                      <a:pt x="1901190" y="252730"/>
                      <a:pt x="1901190" y="187960"/>
                    </a:cubicBezTo>
                    <a:lnTo>
                      <a:pt x="1901190" y="130810"/>
                    </a:lnTo>
                    <a:lnTo>
                      <a:pt x="2172970" y="130810"/>
                    </a:lnTo>
                    <a:cubicBezTo>
                      <a:pt x="2288540" y="130810"/>
                      <a:pt x="2382520" y="224790"/>
                      <a:pt x="2382520" y="340360"/>
                    </a:cubicBezTo>
                    <a:lnTo>
                      <a:pt x="2382520" y="479806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</a:pPr>
                <a:endParaRPr lang="en-IN" sz="1800" b="0" strike="noStrike" spc="-1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5" name="Freeform 4">
                <a:extLst>
                  <a:ext uri="{FF2B5EF4-FFF2-40B4-BE49-F238E27FC236}">
                    <a16:creationId xmlns:a16="http://schemas.microsoft.com/office/drawing/2014/main" id="{629CABD1-EF1C-D5C2-B657-F3D38BB6665A}"/>
                  </a:ext>
                </a:extLst>
              </p:cNvPr>
              <p:cNvSpPr/>
              <p:nvPr/>
            </p:nvSpPr>
            <p:spPr>
              <a:xfrm>
                <a:off x="11103322" y="2002811"/>
                <a:ext cx="3137850" cy="6680681"/>
              </a:xfrm>
              <a:custGeom>
                <a:avLst/>
                <a:gdLst>
                  <a:gd name="textAreaLeft" fmla="*/ 0 w 3309480"/>
                  <a:gd name="textAreaRight" fmla="*/ 3309840 w 3309480"/>
                  <a:gd name="textAreaTop" fmla="*/ 0 h 7172280"/>
                  <a:gd name="textAreaBottom" fmla="*/ 7172640 h 7172280"/>
                </a:gdLst>
                <a:ahLst/>
                <a:cxnLst/>
                <a:rect l="textAreaLeft" t="textAreaTop" r="textAreaRight" b="textAreaBottom"/>
                <a:pathLst>
                  <a:path w="2250453" h="4876800">
                    <a:moveTo>
                      <a:pt x="2040890" y="0"/>
                    </a:moveTo>
                    <a:lnTo>
                      <a:pt x="1769110" y="0"/>
                    </a:lnTo>
                    <a:lnTo>
                      <a:pt x="1769110" y="57150"/>
                    </a:lnTo>
                    <a:cubicBezTo>
                      <a:pt x="1769110" y="121920"/>
                      <a:pt x="1715770" y="175260"/>
                      <a:pt x="1651000" y="175260"/>
                    </a:cubicBezTo>
                    <a:lnTo>
                      <a:pt x="601980" y="175260"/>
                    </a:lnTo>
                    <a:cubicBezTo>
                      <a:pt x="537210" y="175260"/>
                      <a:pt x="483870" y="121920"/>
                      <a:pt x="483870" y="57150"/>
                    </a:cubicBezTo>
                    <a:lnTo>
                      <a:pt x="483870" y="0"/>
                    </a:lnTo>
                    <a:lnTo>
                      <a:pt x="209550" y="0"/>
                    </a:lnTo>
                    <a:cubicBezTo>
                      <a:pt x="93980" y="0"/>
                      <a:pt x="0" y="93980"/>
                      <a:pt x="0" y="209550"/>
                    </a:cubicBezTo>
                    <a:lnTo>
                      <a:pt x="0" y="4667250"/>
                    </a:lnTo>
                    <a:cubicBezTo>
                      <a:pt x="0" y="4782820"/>
                      <a:pt x="93980" y="4876800"/>
                      <a:pt x="209550" y="4876800"/>
                    </a:cubicBezTo>
                    <a:lnTo>
                      <a:pt x="2040890" y="4876800"/>
                    </a:lnTo>
                    <a:cubicBezTo>
                      <a:pt x="2156460" y="4876800"/>
                      <a:pt x="2250440" y="4782820"/>
                      <a:pt x="2250440" y="4667250"/>
                    </a:cubicBezTo>
                    <a:lnTo>
                      <a:pt x="2250440" y="209550"/>
                    </a:lnTo>
                    <a:cubicBezTo>
                      <a:pt x="2251710" y="93980"/>
                      <a:pt x="2157730" y="0"/>
                      <a:pt x="2040890" y="0"/>
                    </a:cubicBezTo>
                    <a:close/>
                  </a:path>
                </a:pathLst>
              </a:custGeom>
              <a:blipFill rotWithShape="0">
                <a:blip r:embed="rId2"/>
                <a:srcRect/>
                <a:stretch/>
              </a:blip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</a:pPr>
                <a:endParaRPr lang="en-IN" sz="1800" b="0" strike="noStrike" spc="-1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6" name="Freeform 5">
                <a:extLst>
                  <a:ext uri="{FF2B5EF4-FFF2-40B4-BE49-F238E27FC236}">
                    <a16:creationId xmlns:a16="http://schemas.microsoft.com/office/drawing/2014/main" id="{98670C34-087F-DBEE-1A00-2BE8DB61DDE7}"/>
                  </a:ext>
                </a:extLst>
              </p:cNvPr>
              <p:cNvSpPr/>
              <p:nvPr/>
            </p:nvSpPr>
            <p:spPr>
              <a:xfrm>
                <a:off x="12408569" y="2060487"/>
                <a:ext cx="485030" cy="58682"/>
              </a:xfrm>
              <a:custGeom>
                <a:avLst/>
                <a:gdLst>
                  <a:gd name="textAreaLeft" fmla="*/ 0 w 511560"/>
                  <a:gd name="textAreaRight" fmla="*/ 511920 w 511560"/>
                  <a:gd name="textAreaTop" fmla="*/ 0 h 63000"/>
                  <a:gd name="textAreaBottom" fmla="*/ 63360 h 63000"/>
                </a:gdLst>
                <a:ahLst/>
                <a:cxnLst/>
                <a:rect l="textAreaLeft" t="textAreaTop" r="textAreaRight" b="textAreaBottom"/>
                <a:pathLst>
                  <a:path w="347980" h="43180">
                    <a:moveTo>
                      <a:pt x="326390" y="0"/>
                    </a:moveTo>
                    <a:lnTo>
                      <a:pt x="21590" y="0"/>
                    </a:lnTo>
                    <a:cubicBezTo>
                      <a:pt x="10160" y="0"/>
                      <a:pt x="0" y="8890"/>
                      <a:pt x="0" y="21590"/>
                    </a:cubicBezTo>
                    <a:cubicBezTo>
                      <a:pt x="0" y="34290"/>
                      <a:pt x="10160" y="43180"/>
                      <a:pt x="21590" y="43180"/>
                    </a:cubicBezTo>
                    <a:lnTo>
                      <a:pt x="326390" y="43180"/>
                    </a:lnTo>
                    <a:cubicBezTo>
                      <a:pt x="337820" y="43180"/>
                      <a:pt x="347980" y="34290"/>
                      <a:pt x="347980" y="21590"/>
                    </a:cubicBezTo>
                    <a:cubicBezTo>
                      <a:pt x="347980" y="8890"/>
                      <a:pt x="337820" y="0"/>
                      <a:pt x="326390" y="0"/>
                    </a:cubicBezTo>
                    <a:close/>
                  </a:path>
                </a:pathLst>
              </a:custGeom>
              <a:solidFill>
                <a:srgbClr val="5B5B5B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</a:pPr>
                <a:endParaRPr lang="en-IN" sz="1800" b="0" strike="noStrike" spc="-1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B19DA7AA-C2A6-E943-854A-F9E7EFA269F8}"/>
                  </a:ext>
                </a:extLst>
              </p:cNvPr>
              <p:cNvSpPr/>
              <p:nvPr/>
            </p:nvSpPr>
            <p:spPr>
              <a:xfrm>
                <a:off x="13047881" y="2046404"/>
                <a:ext cx="88746" cy="86514"/>
              </a:xfrm>
              <a:custGeom>
                <a:avLst/>
                <a:gdLst>
                  <a:gd name="textAreaLeft" fmla="*/ 0 w 93600"/>
                  <a:gd name="textAreaRight" fmla="*/ 93960 w 9360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63785" h="63501">
                    <a:moveTo>
                      <a:pt x="31892" y="0"/>
                    </a:moveTo>
                    <a:cubicBezTo>
                      <a:pt x="20515" y="-51"/>
                      <a:pt x="9980" y="5989"/>
                      <a:pt x="4277" y="15834"/>
                    </a:cubicBezTo>
                    <a:cubicBezTo>
                      <a:pt x="-1426" y="25678"/>
                      <a:pt x="-1426" y="37822"/>
                      <a:pt x="4277" y="47666"/>
                    </a:cubicBezTo>
                    <a:cubicBezTo>
                      <a:pt x="9980" y="57511"/>
                      <a:pt x="20515" y="63551"/>
                      <a:pt x="31892" y="63500"/>
                    </a:cubicBezTo>
                    <a:cubicBezTo>
                      <a:pt x="43269" y="63551"/>
                      <a:pt x="53804" y="57511"/>
                      <a:pt x="59507" y="47666"/>
                    </a:cubicBezTo>
                    <a:cubicBezTo>
                      <a:pt x="65210" y="37822"/>
                      <a:pt x="65210" y="25678"/>
                      <a:pt x="59507" y="15834"/>
                    </a:cubicBezTo>
                    <a:cubicBezTo>
                      <a:pt x="53804" y="5989"/>
                      <a:pt x="43269" y="-51"/>
                      <a:pt x="31892" y="0"/>
                    </a:cubicBezTo>
                    <a:close/>
                  </a:path>
                </a:pathLst>
              </a:custGeom>
              <a:solidFill>
                <a:srgbClr val="5B5B5B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</a:pPr>
                <a:endParaRPr lang="en-IN" sz="1800" b="0" strike="noStrike" spc="-1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2219D685-792D-B666-714A-9DE8A8E68075}"/>
                  </a:ext>
                </a:extLst>
              </p:cNvPr>
              <p:cNvSpPr/>
              <p:nvPr/>
            </p:nvSpPr>
            <p:spPr>
              <a:xfrm>
                <a:off x="10844935" y="2728455"/>
                <a:ext cx="38570" cy="292068"/>
              </a:xfrm>
              <a:custGeom>
                <a:avLst/>
                <a:gdLst>
                  <a:gd name="textAreaLeft" fmla="*/ 0 w 40680"/>
                  <a:gd name="textAreaRight" fmla="*/ 41040 w 40680"/>
                  <a:gd name="textAreaTop" fmla="*/ 0 h 313560"/>
                  <a:gd name="textAreaBottom" fmla="*/ 313920 h 313560"/>
                </a:gdLst>
                <a:ahLst/>
                <a:cxnLst/>
                <a:rect l="textAreaLeft" t="textAreaTop" r="textAreaRight" b="textAreaBottom"/>
                <a:pathLst>
                  <a:path w="27940" h="213360">
                    <a:moveTo>
                      <a:pt x="0" y="26670"/>
                    </a:moveTo>
                    <a:lnTo>
                      <a:pt x="0" y="185420"/>
                    </a:lnTo>
                    <a:cubicBezTo>
                      <a:pt x="0" y="200660"/>
                      <a:pt x="12700" y="213360"/>
                      <a:pt x="27940" y="213360"/>
                    </a:cubicBezTo>
                    <a:lnTo>
                      <a:pt x="27940" y="0"/>
                    </a:lnTo>
                    <a:cubicBezTo>
                      <a:pt x="12700" y="0"/>
                      <a:pt x="0" y="11430"/>
                      <a:pt x="0" y="26670"/>
                    </a:cubicBezTo>
                    <a:close/>
                  </a:path>
                </a:pathLst>
              </a:custGeom>
              <a:solidFill>
                <a:srgbClr val="EBCEB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</a:pPr>
                <a:endParaRPr lang="en-IN" sz="1800" b="0" strike="noStrike" spc="-1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3AFF74D4-60FB-43DC-FDF8-BF0107ADE994}"/>
                  </a:ext>
                </a:extLst>
              </p:cNvPr>
              <p:cNvSpPr/>
              <p:nvPr/>
            </p:nvSpPr>
            <p:spPr>
              <a:xfrm>
                <a:off x="10844935" y="3238149"/>
                <a:ext cx="38570" cy="526796"/>
              </a:xfrm>
              <a:custGeom>
                <a:avLst/>
                <a:gdLst>
                  <a:gd name="textAreaLeft" fmla="*/ 0 w 40680"/>
                  <a:gd name="textAreaRight" fmla="*/ 41040 w 40680"/>
                  <a:gd name="textAreaTop" fmla="*/ 0 h 565560"/>
                  <a:gd name="textAreaBottom" fmla="*/ 565920 h 565560"/>
                </a:gdLst>
                <a:ahLst/>
                <a:cxnLst/>
                <a:rect l="textAreaLeft" t="textAreaTop" r="textAreaRight" b="textAreaBottom"/>
                <a:pathLst>
                  <a:path w="27940" h="384810">
                    <a:moveTo>
                      <a:pt x="0" y="26670"/>
                    </a:moveTo>
                    <a:lnTo>
                      <a:pt x="0" y="356870"/>
                    </a:lnTo>
                    <a:cubicBezTo>
                      <a:pt x="0" y="372110"/>
                      <a:pt x="12700" y="384810"/>
                      <a:pt x="27940" y="384810"/>
                    </a:cubicBezTo>
                    <a:lnTo>
                      <a:pt x="27940" y="0"/>
                    </a:lnTo>
                    <a:cubicBezTo>
                      <a:pt x="12700" y="0"/>
                      <a:pt x="0" y="11430"/>
                      <a:pt x="0" y="26670"/>
                    </a:cubicBezTo>
                    <a:close/>
                  </a:path>
                </a:pathLst>
              </a:custGeom>
              <a:solidFill>
                <a:srgbClr val="EBCEB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</a:pPr>
                <a:endParaRPr lang="en-IN" sz="1800" b="0" strike="noStrike" spc="-1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2EBF0B31-7D5C-7D94-338E-44ACFAB5D2AB}"/>
                  </a:ext>
                </a:extLst>
              </p:cNvPr>
              <p:cNvSpPr/>
              <p:nvPr/>
            </p:nvSpPr>
            <p:spPr>
              <a:xfrm>
                <a:off x="10844935" y="3880296"/>
                <a:ext cx="38570" cy="528472"/>
              </a:xfrm>
              <a:custGeom>
                <a:avLst/>
                <a:gdLst>
                  <a:gd name="textAreaLeft" fmla="*/ 0 w 40680"/>
                  <a:gd name="textAreaRight" fmla="*/ 41040 w 40680"/>
                  <a:gd name="textAreaTop" fmla="*/ 0 h 567360"/>
                  <a:gd name="textAreaBottom" fmla="*/ 567720 h 567360"/>
                </a:gdLst>
                <a:ahLst/>
                <a:cxnLst/>
                <a:rect l="textAreaLeft" t="textAreaTop" r="textAreaRight" b="textAreaBottom"/>
                <a:pathLst>
                  <a:path w="27940" h="386080">
                    <a:moveTo>
                      <a:pt x="0" y="27940"/>
                    </a:moveTo>
                    <a:lnTo>
                      <a:pt x="0" y="358140"/>
                    </a:lnTo>
                    <a:cubicBezTo>
                      <a:pt x="0" y="373380"/>
                      <a:pt x="12700" y="386080"/>
                      <a:pt x="27940" y="386080"/>
                    </a:cubicBezTo>
                    <a:lnTo>
                      <a:pt x="27940" y="0"/>
                    </a:lnTo>
                    <a:cubicBezTo>
                      <a:pt x="12700" y="0"/>
                      <a:pt x="0" y="12700"/>
                      <a:pt x="0" y="27940"/>
                    </a:cubicBezTo>
                    <a:close/>
                  </a:path>
                </a:pathLst>
              </a:custGeom>
              <a:solidFill>
                <a:srgbClr val="EBCEB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</a:pPr>
                <a:endParaRPr lang="en-IN" sz="1800" b="0" strike="noStrike" spc="-1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204B090C-6F0E-683C-F8F2-4846462EB219}"/>
                  </a:ext>
                </a:extLst>
              </p:cNvPr>
              <p:cNvSpPr/>
              <p:nvPr/>
            </p:nvSpPr>
            <p:spPr>
              <a:xfrm>
                <a:off x="14459624" y="3412183"/>
                <a:ext cx="38570" cy="847031"/>
              </a:xfrm>
              <a:custGeom>
                <a:avLst/>
                <a:gdLst>
                  <a:gd name="textAreaLeft" fmla="*/ 0 w 40680"/>
                  <a:gd name="textAreaRight" fmla="*/ 41040 w 40680"/>
                  <a:gd name="textAreaTop" fmla="*/ 0 h 909360"/>
                  <a:gd name="textAreaBottom" fmla="*/ 909720 h 909360"/>
                </a:gdLst>
                <a:ahLst/>
                <a:cxnLst/>
                <a:rect l="textAreaLeft" t="textAreaTop" r="textAreaRight" b="textAreaBottom"/>
                <a:pathLst>
                  <a:path w="27940" h="618490">
                    <a:moveTo>
                      <a:pt x="0" y="0"/>
                    </a:moveTo>
                    <a:lnTo>
                      <a:pt x="0" y="618490"/>
                    </a:lnTo>
                    <a:cubicBezTo>
                      <a:pt x="15240" y="618490"/>
                      <a:pt x="27940" y="605790"/>
                      <a:pt x="27940" y="590550"/>
                    </a:cubicBezTo>
                    <a:lnTo>
                      <a:pt x="27940" y="27940"/>
                    </a:lnTo>
                    <a:cubicBezTo>
                      <a:pt x="27940" y="12700"/>
                      <a:pt x="15240" y="0"/>
                      <a:pt x="0" y="0"/>
                    </a:cubicBezTo>
                    <a:close/>
                  </a:path>
                </a:pathLst>
              </a:custGeom>
              <a:solidFill>
                <a:srgbClr val="EBCEB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</a:pPr>
                <a:endParaRPr lang="en-IN" sz="1800" b="0" strike="noStrike" spc="-1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8CF279DC-0A24-905E-1594-22EEA01CDB8B}"/>
                  </a:ext>
                </a:extLst>
              </p:cNvPr>
              <p:cNvSpPr/>
              <p:nvPr/>
            </p:nvSpPr>
            <p:spPr>
              <a:xfrm>
                <a:off x="10883847" y="1788874"/>
                <a:ext cx="3575094" cy="7099837"/>
              </a:xfrm>
              <a:custGeom>
                <a:avLst/>
                <a:gdLst>
                  <a:gd name="textAreaLeft" fmla="*/ 0 w 3770640"/>
                  <a:gd name="textAreaRight" fmla="*/ 3771000 w 3770640"/>
                  <a:gd name="textAreaTop" fmla="*/ 0 h 7622280"/>
                  <a:gd name="textAreaBottom" fmla="*/ 7622640 h 7622280"/>
                </a:gdLst>
                <a:ahLst/>
                <a:cxnLst/>
                <a:rect l="textAreaLeft" t="textAreaTop" r="textAreaRight" b="textAreaBottom"/>
                <a:pathLst>
                  <a:path w="2564130" h="5182870">
                    <a:moveTo>
                      <a:pt x="2564130" y="1184910"/>
                    </a:moveTo>
                    <a:lnTo>
                      <a:pt x="2564130" y="379730"/>
                    </a:lnTo>
                    <a:cubicBezTo>
                      <a:pt x="2564130" y="353060"/>
                      <a:pt x="2561590" y="327660"/>
                      <a:pt x="2556510" y="303530"/>
                    </a:cubicBezTo>
                    <a:cubicBezTo>
                      <a:pt x="2553970" y="290830"/>
                      <a:pt x="2551430" y="279400"/>
                      <a:pt x="2547620" y="266700"/>
                    </a:cubicBezTo>
                    <a:cubicBezTo>
                      <a:pt x="2542540" y="248920"/>
                      <a:pt x="2534920" y="231140"/>
                      <a:pt x="2527300" y="214630"/>
                    </a:cubicBezTo>
                    <a:cubicBezTo>
                      <a:pt x="2522220" y="203200"/>
                      <a:pt x="2515870" y="193040"/>
                      <a:pt x="2509520" y="182880"/>
                    </a:cubicBezTo>
                    <a:cubicBezTo>
                      <a:pt x="2503170" y="172720"/>
                      <a:pt x="2496820" y="162560"/>
                      <a:pt x="2489200" y="152400"/>
                    </a:cubicBezTo>
                    <a:cubicBezTo>
                      <a:pt x="2477770" y="137160"/>
                      <a:pt x="2466340" y="124460"/>
                      <a:pt x="2453640" y="110490"/>
                    </a:cubicBezTo>
                    <a:cubicBezTo>
                      <a:pt x="2444750" y="101600"/>
                      <a:pt x="2435860" y="93980"/>
                      <a:pt x="2426970" y="86360"/>
                    </a:cubicBezTo>
                    <a:cubicBezTo>
                      <a:pt x="2360930" y="31750"/>
                      <a:pt x="2277110" y="0"/>
                      <a:pt x="2185670" y="0"/>
                    </a:cubicBezTo>
                    <a:lnTo>
                      <a:pt x="379730" y="0"/>
                    </a:lnTo>
                    <a:cubicBezTo>
                      <a:pt x="288290" y="0"/>
                      <a:pt x="203200" y="33020"/>
                      <a:pt x="138430" y="86360"/>
                    </a:cubicBezTo>
                    <a:cubicBezTo>
                      <a:pt x="129540" y="93980"/>
                      <a:pt x="120650" y="102870"/>
                      <a:pt x="111760" y="110490"/>
                    </a:cubicBezTo>
                    <a:cubicBezTo>
                      <a:pt x="99060" y="123190"/>
                      <a:pt x="86360" y="137160"/>
                      <a:pt x="76200" y="152400"/>
                    </a:cubicBezTo>
                    <a:cubicBezTo>
                      <a:pt x="68580" y="162560"/>
                      <a:pt x="62230" y="172720"/>
                      <a:pt x="55880" y="182880"/>
                    </a:cubicBezTo>
                    <a:cubicBezTo>
                      <a:pt x="49530" y="193040"/>
                      <a:pt x="43180" y="204470"/>
                      <a:pt x="38100" y="214630"/>
                    </a:cubicBezTo>
                    <a:cubicBezTo>
                      <a:pt x="29210" y="232410"/>
                      <a:pt x="22860" y="248920"/>
                      <a:pt x="16510" y="266700"/>
                    </a:cubicBezTo>
                    <a:cubicBezTo>
                      <a:pt x="12700" y="279400"/>
                      <a:pt x="10160" y="290830"/>
                      <a:pt x="7620" y="303530"/>
                    </a:cubicBezTo>
                    <a:cubicBezTo>
                      <a:pt x="2540" y="327660"/>
                      <a:pt x="0" y="354330"/>
                      <a:pt x="0" y="379730"/>
                    </a:cubicBezTo>
                    <a:lnTo>
                      <a:pt x="0" y="4803140"/>
                    </a:lnTo>
                    <a:cubicBezTo>
                      <a:pt x="0" y="5012690"/>
                      <a:pt x="170180" y="5182870"/>
                      <a:pt x="379730" y="5182870"/>
                    </a:cubicBezTo>
                    <a:lnTo>
                      <a:pt x="2184400" y="5182870"/>
                    </a:lnTo>
                    <a:cubicBezTo>
                      <a:pt x="2393950" y="5182870"/>
                      <a:pt x="2564130" y="5012690"/>
                      <a:pt x="2564130" y="4803140"/>
                    </a:cubicBezTo>
                    <a:lnTo>
                      <a:pt x="2564130" y="1184910"/>
                    </a:lnTo>
                    <a:close/>
                    <a:moveTo>
                      <a:pt x="2538730" y="1184910"/>
                    </a:moveTo>
                    <a:lnTo>
                      <a:pt x="2538730" y="4804410"/>
                    </a:lnTo>
                    <a:cubicBezTo>
                      <a:pt x="2538730" y="4999990"/>
                      <a:pt x="2379980" y="5158740"/>
                      <a:pt x="2184400" y="5158740"/>
                    </a:cubicBezTo>
                    <a:lnTo>
                      <a:pt x="379730" y="5158740"/>
                    </a:lnTo>
                    <a:cubicBezTo>
                      <a:pt x="184150" y="5158740"/>
                      <a:pt x="25400" y="4999990"/>
                      <a:pt x="25400" y="4804410"/>
                    </a:cubicBezTo>
                    <a:lnTo>
                      <a:pt x="25400" y="381000"/>
                    </a:lnTo>
                    <a:cubicBezTo>
                      <a:pt x="25400" y="184150"/>
                      <a:pt x="184150" y="25400"/>
                      <a:pt x="379730" y="25400"/>
                    </a:cubicBezTo>
                    <a:lnTo>
                      <a:pt x="2184400" y="25400"/>
                    </a:lnTo>
                    <a:cubicBezTo>
                      <a:pt x="2379980" y="25400"/>
                      <a:pt x="2538730" y="184150"/>
                      <a:pt x="2538730" y="379730"/>
                    </a:cubicBezTo>
                    <a:lnTo>
                      <a:pt x="2538730" y="1184910"/>
                    </a:lnTo>
                    <a:close/>
                  </a:path>
                </a:pathLst>
              </a:custGeom>
              <a:solidFill>
                <a:srgbClr val="FCE9D8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</a:pPr>
                <a:endParaRPr lang="en-IN" sz="1800" b="0" strike="noStrike" spc="-1">
                  <a:solidFill>
                    <a:schemeClr val="dk1"/>
                  </a:solidFill>
                  <a:latin typeface="Calibri"/>
                </a:endParaRPr>
              </a:p>
            </p:txBody>
          </p:sp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EC7AD628-7D02-9666-8667-1766CA59D0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9242"/>
              <a:stretch>
                <a:fillRect/>
              </a:stretch>
            </p:blipFill>
            <p:spPr>
              <a:xfrm>
                <a:off x="11117553" y="2239216"/>
                <a:ext cx="3067064" cy="5828676"/>
              </a:xfrm>
              <a:prstGeom prst="rect">
                <a:avLst/>
              </a:prstGeom>
            </p:spPr>
          </p:pic>
        </p:grp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2668AE77-10C7-91C2-7E72-58FC04DC064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240103" y="8150477"/>
              <a:ext cx="2821961" cy="450429"/>
            </a:xfrm>
            <a:prstGeom prst="rect">
              <a:avLst/>
            </a:prstGeom>
          </p:spPr>
        </p:pic>
      </p:grpSp>
      <p:sp>
        <p:nvSpPr>
          <p:cNvPr id="2" name="TextBox 1"/>
          <p:cNvSpPr txBox="1"/>
          <p:nvPr/>
        </p:nvSpPr>
        <p:spPr>
          <a:xfrm>
            <a:off x="8153400" y="2476500"/>
            <a:ext cx="845244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How cum directly Cervical Cancer?????</a:t>
            </a:r>
            <a:br>
              <a:rPr lang="en-US" sz="4000" b="1" dirty="0">
                <a:solidFill>
                  <a:srgbClr val="FF0000"/>
                </a:solidFill>
              </a:rPr>
            </a:br>
            <a:br>
              <a:rPr lang="en-US" sz="4000" b="1" dirty="0">
                <a:solidFill>
                  <a:srgbClr val="FF0000"/>
                </a:solidFill>
              </a:rPr>
            </a:br>
            <a:r>
              <a:rPr lang="en-US" sz="4000" b="1" dirty="0">
                <a:solidFill>
                  <a:srgbClr val="FF0000"/>
                </a:solidFill>
              </a:rPr>
              <a:t>How about other cancers?</a:t>
            </a:r>
            <a:endParaRPr lang="en-AU" sz="4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54738-6281-1719-325B-5353EDAAA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Group 2">
            <a:extLst>
              <a:ext uri="{FF2B5EF4-FFF2-40B4-BE49-F238E27FC236}">
                <a16:creationId xmlns:a16="http://schemas.microsoft.com/office/drawing/2014/main" id="{ADFB02FD-5B0F-2B81-44BB-2D48F444D2E2}"/>
              </a:ext>
            </a:extLst>
          </p:cNvPr>
          <p:cNvGrpSpPr/>
          <p:nvPr/>
        </p:nvGrpSpPr>
        <p:grpSpPr>
          <a:xfrm>
            <a:off x="3749701" y="1788874"/>
            <a:ext cx="3733133" cy="7134883"/>
            <a:chOff x="2824560" y="1633680"/>
            <a:chExt cx="3853080" cy="7622280"/>
          </a:xfrm>
        </p:grpSpPr>
        <p:sp>
          <p:nvSpPr>
            <p:cNvPr id="294" name="Freeform 3">
              <a:extLst>
                <a:ext uri="{FF2B5EF4-FFF2-40B4-BE49-F238E27FC236}">
                  <a16:creationId xmlns:a16="http://schemas.microsoft.com/office/drawing/2014/main" id="{2594814D-0B77-0BBB-B5B4-039E33DF364E}"/>
                </a:ext>
              </a:extLst>
            </p:cNvPr>
            <p:cNvSpPr/>
            <p:nvPr/>
          </p:nvSpPr>
          <p:spPr>
            <a:xfrm>
              <a:off x="2903040" y="1671120"/>
              <a:ext cx="3696120" cy="7547400"/>
            </a:xfrm>
            <a:custGeom>
              <a:avLst/>
              <a:gdLst>
                <a:gd name="textAreaLeft" fmla="*/ 0 w 3696120"/>
                <a:gd name="textAreaRight" fmla="*/ 3696480 w 3696120"/>
                <a:gd name="textAreaTop" fmla="*/ 0 h 7547400"/>
                <a:gd name="textAreaBottom" fmla="*/ 7547760 h 754740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95" name="Freeform 4">
              <a:extLst>
                <a:ext uri="{FF2B5EF4-FFF2-40B4-BE49-F238E27FC236}">
                  <a16:creationId xmlns:a16="http://schemas.microsoft.com/office/drawing/2014/main" id="{7C1210C7-0C2C-B54D-1E91-86E401F7F69F}"/>
                </a:ext>
              </a:extLst>
            </p:cNvPr>
            <p:cNvSpPr/>
            <p:nvPr/>
          </p:nvSpPr>
          <p:spPr>
            <a:xfrm>
              <a:off x="3097080" y="1863360"/>
              <a:ext cx="3309480" cy="7172280"/>
            </a:xfrm>
            <a:custGeom>
              <a:avLst/>
              <a:gdLst>
                <a:gd name="textAreaLeft" fmla="*/ 0 w 3309480"/>
                <a:gd name="textAreaRight" fmla="*/ 3309840 w 3309480"/>
                <a:gd name="textAreaTop" fmla="*/ 0 h 7172280"/>
                <a:gd name="textAreaBottom" fmla="*/ 7172640 h 717228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96" name="Freeform 5">
              <a:extLst>
                <a:ext uri="{FF2B5EF4-FFF2-40B4-BE49-F238E27FC236}">
                  <a16:creationId xmlns:a16="http://schemas.microsoft.com/office/drawing/2014/main" id="{15FC26C0-EDD0-4602-24A6-4D7F7D1B2B29}"/>
                </a:ext>
              </a:extLst>
            </p:cNvPr>
            <p:cNvSpPr/>
            <p:nvPr/>
          </p:nvSpPr>
          <p:spPr>
            <a:xfrm>
              <a:off x="4473720" y="1925280"/>
              <a:ext cx="511560" cy="63000"/>
            </a:xfrm>
            <a:custGeom>
              <a:avLst/>
              <a:gdLst>
                <a:gd name="textAreaLeft" fmla="*/ 0 w 511560"/>
                <a:gd name="textAreaRight" fmla="*/ 511920 w 511560"/>
                <a:gd name="textAreaTop" fmla="*/ 0 h 63000"/>
                <a:gd name="textAreaBottom" fmla="*/ 63360 h 6300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360" rIns="90000" bIns="1836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97" name="Freeform 6">
              <a:extLst>
                <a:ext uri="{FF2B5EF4-FFF2-40B4-BE49-F238E27FC236}">
                  <a16:creationId xmlns:a16="http://schemas.microsoft.com/office/drawing/2014/main" id="{42A402DF-4AD7-D2BE-92A4-B013B13D79E4}"/>
                </a:ext>
              </a:extLst>
            </p:cNvPr>
            <p:cNvSpPr/>
            <p:nvPr/>
          </p:nvSpPr>
          <p:spPr>
            <a:xfrm>
              <a:off x="5148000" y="1910160"/>
              <a:ext cx="93600" cy="92880"/>
            </a:xfrm>
            <a:custGeom>
              <a:avLst/>
              <a:gdLst>
                <a:gd name="textAreaLeft" fmla="*/ 0 w 93600"/>
                <a:gd name="textAreaRight" fmla="*/ 93960 w 9360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98" name="Freeform 7">
              <a:extLst>
                <a:ext uri="{FF2B5EF4-FFF2-40B4-BE49-F238E27FC236}">
                  <a16:creationId xmlns:a16="http://schemas.microsoft.com/office/drawing/2014/main" id="{3BBD07AB-D11D-2A34-18D2-8D4F0FE290D0}"/>
                </a:ext>
              </a:extLst>
            </p:cNvPr>
            <p:cNvSpPr/>
            <p:nvPr/>
          </p:nvSpPr>
          <p:spPr>
            <a:xfrm>
              <a:off x="2824560" y="2642400"/>
              <a:ext cx="40680" cy="313560"/>
            </a:xfrm>
            <a:custGeom>
              <a:avLst/>
              <a:gdLst>
                <a:gd name="textAreaLeft" fmla="*/ 0 w 40680"/>
                <a:gd name="textAreaRight" fmla="*/ 41040 w 40680"/>
                <a:gd name="textAreaTop" fmla="*/ 0 h 313560"/>
                <a:gd name="textAreaBottom" fmla="*/ 313920 h 31356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99" name="Freeform 8">
              <a:extLst>
                <a:ext uri="{FF2B5EF4-FFF2-40B4-BE49-F238E27FC236}">
                  <a16:creationId xmlns:a16="http://schemas.microsoft.com/office/drawing/2014/main" id="{DAE2359F-7411-FA8C-0D80-41846D90143A}"/>
                </a:ext>
              </a:extLst>
            </p:cNvPr>
            <p:cNvSpPr/>
            <p:nvPr/>
          </p:nvSpPr>
          <p:spPr>
            <a:xfrm>
              <a:off x="2824560" y="3189600"/>
              <a:ext cx="40680" cy="565560"/>
            </a:xfrm>
            <a:custGeom>
              <a:avLst/>
              <a:gdLst>
                <a:gd name="textAreaLeft" fmla="*/ 0 w 40680"/>
                <a:gd name="textAreaRight" fmla="*/ 41040 w 40680"/>
                <a:gd name="textAreaTop" fmla="*/ 0 h 565560"/>
                <a:gd name="textAreaBottom" fmla="*/ 565920 h 56556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00" name="Freeform 9">
              <a:extLst>
                <a:ext uri="{FF2B5EF4-FFF2-40B4-BE49-F238E27FC236}">
                  <a16:creationId xmlns:a16="http://schemas.microsoft.com/office/drawing/2014/main" id="{4E50806F-DBBC-9D05-A189-8CE41ACA4FD7}"/>
                </a:ext>
              </a:extLst>
            </p:cNvPr>
            <p:cNvSpPr/>
            <p:nvPr/>
          </p:nvSpPr>
          <p:spPr>
            <a:xfrm>
              <a:off x="2824560" y="3879000"/>
              <a:ext cx="40680" cy="567360"/>
            </a:xfrm>
            <a:custGeom>
              <a:avLst/>
              <a:gdLst>
                <a:gd name="textAreaLeft" fmla="*/ 0 w 40680"/>
                <a:gd name="textAreaRight" fmla="*/ 41040 w 40680"/>
                <a:gd name="textAreaTop" fmla="*/ 0 h 567360"/>
                <a:gd name="textAreaBottom" fmla="*/ 567720 h 56736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01" name="Freeform 10">
              <a:extLst>
                <a:ext uri="{FF2B5EF4-FFF2-40B4-BE49-F238E27FC236}">
                  <a16:creationId xmlns:a16="http://schemas.microsoft.com/office/drawing/2014/main" id="{2292D031-6102-4792-D347-13C427689A5B}"/>
                </a:ext>
              </a:extLst>
            </p:cNvPr>
            <p:cNvSpPr/>
            <p:nvPr/>
          </p:nvSpPr>
          <p:spPr>
            <a:xfrm>
              <a:off x="6636960" y="3376440"/>
              <a:ext cx="40680" cy="909360"/>
            </a:xfrm>
            <a:custGeom>
              <a:avLst/>
              <a:gdLst>
                <a:gd name="textAreaLeft" fmla="*/ 0 w 40680"/>
                <a:gd name="textAreaRight" fmla="*/ 41040 w 40680"/>
                <a:gd name="textAreaTop" fmla="*/ 0 h 909360"/>
                <a:gd name="textAreaBottom" fmla="*/ 909720 h 90936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02" name="Freeform 11">
              <a:extLst>
                <a:ext uri="{FF2B5EF4-FFF2-40B4-BE49-F238E27FC236}">
                  <a16:creationId xmlns:a16="http://schemas.microsoft.com/office/drawing/2014/main" id="{BE53B734-C589-866B-EF7F-D876B3EA3E03}"/>
                </a:ext>
              </a:extLst>
            </p:cNvPr>
            <p:cNvSpPr/>
            <p:nvPr/>
          </p:nvSpPr>
          <p:spPr>
            <a:xfrm>
              <a:off x="2865600" y="1633680"/>
              <a:ext cx="3770640" cy="7622280"/>
            </a:xfrm>
            <a:custGeom>
              <a:avLst/>
              <a:gdLst>
                <a:gd name="textAreaLeft" fmla="*/ 0 w 3770640"/>
                <a:gd name="textAreaRight" fmla="*/ 3771000 w 3770640"/>
                <a:gd name="textAreaTop" fmla="*/ 0 h 7622280"/>
                <a:gd name="textAreaBottom" fmla="*/ 7622640 h 762228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304" name="TextBox 45">
            <a:extLst>
              <a:ext uri="{FF2B5EF4-FFF2-40B4-BE49-F238E27FC236}">
                <a16:creationId xmlns:a16="http://schemas.microsoft.com/office/drawing/2014/main" id="{E2B06156-5154-FC4F-06CA-D0811EEFBF8D}"/>
              </a:ext>
            </a:extLst>
          </p:cNvPr>
          <p:cNvSpPr/>
          <p:nvPr/>
        </p:nvSpPr>
        <p:spPr>
          <a:xfrm>
            <a:off x="7539479" y="495360"/>
            <a:ext cx="3949463" cy="4673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 defTabSz="914400">
              <a:lnSpc>
                <a:spcPts val="3929"/>
              </a:lnSpc>
            </a:pPr>
            <a:r>
              <a:rPr lang="en-US" sz="2810" b="1" strike="noStrike" spc="-1" dirty="0">
                <a:solidFill>
                  <a:srgbClr val="000000"/>
                </a:solidFill>
                <a:latin typeface="Canva Sans Bold"/>
                <a:ea typeface="Canva Sans Bold"/>
              </a:rPr>
              <a:t>Health Checkups</a:t>
            </a:r>
            <a:endParaRPr lang="en-US" sz="281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25F87E39-AE88-554B-C0DF-650D37DE232E}"/>
              </a:ext>
            </a:extLst>
          </p:cNvPr>
          <p:cNvCxnSpPr/>
          <p:nvPr/>
        </p:nvCxnSpPr>
        <p:spPr>
          <a:xfrm>
            <a:off x="7539479" y="5143500"/>
            <a:ext cx="3305456" cy="0"/>
          </a:xfrm>
          <a:prstGeom prst="straightConnector1">
            <a:avLst/>
          </a:prstGeom>
          <a:ln w="762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0F74B03-2AE8-BEA8-773E-B482B55BD162}"/>
              </a:ext>
            </a:extLst>
          </p:cNvPr>
          <p:cNvGrpSpPr/>
          <p:nvPr/>
        </p:nvGrpSpPr>
        <p:grpSpPr>
          <a:xfrm>
            <a:off x="10871708" y="1788874"/>
            <a:ext cx="3590553" cy="7111658"/>
            <a:chOff x="10871708" y="1788874"/>
            <a:chExt cx="3590553" cy="7111658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FEBF5FA2-545D-8499-92BB-B4B4B242519F}"/>
                </a:ext>
              </a:extLst>
            </p:cNvPr>
            <p:cNvGrpSpPr/>
            <p:nvPr/>
          </p:nvGrpSpPr>
          <p:grpSpPr>
            <a:xfrm>
              <a:off x="10871708" y="1788874"/>
              <a:ext cx="3590553" cy="7111658"/>
              <a:chOff x="10871708" y="1788874"/>
              <a:chExt cx="3590553" cy="7111658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816EA34E-459A-A850-ABEF-E63108FE3F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871708" y="1788874"/>
                <a:ext cx="3590553" cy="7111658"/>
              </a:xfrm>
              <a:prstGeom prst="rect">
                <a:avLst/>
              </a:prstGeom>
            </p:spPr>
          </p:pic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41F241D4-63BD-EFB1-AA50-30E9E3CB2C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161903" y="6865619"/>
                <a:ext cx="3010161" cy="1242061"/>
              </a:xfrm>
              <a:prstGeom prst="rect">
                <a:avLst/>
              </a:prstGeom>
            </p:spPr>
          </p:pic>
        </p:grp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376C0EF1-AC28-E30B-5087-B369E272B5D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280588" y="8107680"/>
              <a:ext cx="2772790" cy="442580"/>
            </a:xfrm>
            <a:prstGeom prst="rect">
              <a:avLst/>
            </a:prstGeom>
          </p:spPr>
        </p:pic>
      </p:grpSp>
      <p:sp>
        <p:nvSpPr>
          <p:cNvPr id="19" name="TextBox 18"/>
          <p:cNvSpPr txBox="1"/>
          <p:nvPr/>
        </p:nvSpPr>
        <p:spPr>
          <a:xfrm>
            <a:off x="5347522" y="2733093"/>
            <a:ext cx="1217423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How does Comprehensive Medical Exam come from????</a:t>
            </a:r>
          </a:p>
          <a:p>
            <a:endParaRPr lang="en-US" sz="4000" b="1" dirty="0">
              <a:solidFill>
                <a:srgbClr val="FF0000"/>
              </a:solidFill>
            </a:endParaRPr>
          </a:p>
          <a:p>
            <a:r>
              <a:rPr lang="en-US" sz="4000" b="1" dirty="0">
                <a:solidFill>
                  <a:srgbClr val="FF0000"/>
                </a:solidFill>
              </a:rPr>
              <a:t>Where did the mentioned fields </a:t>
            </a:r>
            <a:r>
              <a:rPr lang="en-US" sz="4000" b="1">
                <a:solidFill>
                  <a:srgbClr val="FF0000"/>
                </a:solidFill>
              </a:rPr>
              <a:t>come from????</a:t>
            </a:r>
            <a:endParaRPr lang="en-AU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7591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AF2D2-25F7-8796-5804-7A9A50D05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Group 2">
            <a:extLst>
              <a:ext uri="{FF2B5EF4-FFF2-40B4-BE49-F238E27FC236}">
                <a16:creationId xmlns:a16="http://schemas.microsoft.com/office/drawing/2014/main" id="{0047A7D3-9989-4A21-C599-F494F98CE28D}"/>
              </a:ext>
            </a:extLst>
          </p:cNvPr>
          <p:cNvGrpSpPr/>
          <p:nvPr/>
        </p:nvGrpSpPr>
        <p:grpSpPr>
          <a:xfrm>
            <a:off x="3749701" y="1788874"/>
            <a:ext cx="3733133" cy="7134883"/>
            <a:chOff x="2824560" y="1633680"/>
            <a:chExt cx="3853080" cy="7622280"/>
          </a:xfrm>
        </p:grpSpPr>
        <p:sp>
          <p:nvSpPr>
            <p:cNvPr id="294" name="Freeform 3">
              <a:extLst>
                <a:ext uri="{FF2B5EF4-FFF2-40B4-BE49-F238E27FC236}">
                  <a16:creationId xmlns:a16="http://schemas.microsoft.com/office/drawing/2014/main" id="{CE1E79EC-BBA5-25DF-EA75-AF44C4EA7187}"/>
                </a:ext>
              </a:extLst>
            </p:cNvPr>
            <p:cNvSpPr/>
            <p:nvPr/>
          </p:nvSpPr>
          <p:spPr>
            <a:xfrm>
              <a:off x="2903040" y="1671120"/>
              <a:ext cx="3696120" cy="7547400"/>
            </a:xfrm>
            <a:custGeom>
              <a:avLst/>
              <a:gdLst>
                <a:gd name="textAreaLeft" fmla="*/ 0 w 3696120"/>
                <a:gd name="textAreaRight" fmla="*/ 3696480 w 3696120"/>
                <a:gd name="textAreaTop" fmla="*/ 0 h 7547400"/>
                <a:gd name="textAreaBottom" fmla="*/ 7547760 h 7547400"/>
              </a:gdLst>
              <a:ahLst/>
              <a:cxnLst/>
              <a:rect l="textAreaLeft" t="textAreaTop" r="textAreaRight" b="textAreaBottom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95" name="Freeform 4">
              <a:extLst>
                <a:ext uri="{FF2B5EF4-FFF2-40B4-BE49-F238E27FC236}">
                  <a16:creationId xmlns:a16="http://schemas.microsoft.com/office/drawing/2014/main" id="{B5FFF7AF-04B7-7315-BAF2-528F433E9B56}"/>
                </a:ext>
              </a:extLst>
            </p:cNvPr>
            <p:cNvSpPr/>
            <p:nvPr/>
          </p:nvSpPr>
          <p:spPr>
            <a:xfrm>
              <a:off x="3097080" y="1863360"/>
              <a:ext cx="3309480" cy="7172280"/>
            </a:xfrm>
            <a:custGeom>
              <a:avLst/>
              <a:gdLst>
                <a:gd name="textAreaLeft" fmla="*/ 0 w 3309480"/>
                <a:gd name="textAreaRight" fmla="*/ 3309840 w 3309480"/>
                <a:gd name="textAreaTop" fmla="*/ 0 h 7172280"/>
                <a:gd name="textAreaBottom" fmla="*/ 7172640 h 7172280"/>
              </a:gdLst>
              <a:ahLst/>
              <a:cxnLst/>
              <a:rect l="textAreaLeft" t="textAreaTop" r="textAreaRight" b="textAreaBottom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96" name="Freeform 5">
              <a:extLst>
                <a:ext uri="{FF2B5EF4-FFF2-40B4-BE49-F238E27FC236}">
                  <a16:creationId xmlns:a16="http://schemas.microsoft.com/office/drawing/2014/main" id="{EFD7F494-B6E8-9E4D-B8C4-CECFB8ED8B78}"/>
                </a:ext>
              </a:extLst>
            </p:cNvPr>
            <p:cNvSpPr/>
            <p:nvPr/>
          </p:nvSpPr>
          <p:spPr>
            <a:xfrm>
              <a:off x="4473720" y="1925280"/>
              <a:ext cx="511560" cy="63000"/>
            </a:xfrm>
            <a:custGeom>
              <a:avLst/>
              <a:gdLst>
                <a:gd name="textAreaLeft" fmla="*/ 0 w 511560"/>
                <a:gd name="textAreaRight" fmla="*/ 511920 w 511560"/>
                <a:gd name="textAreaTop" fmla="*/ 0 h 63000"/>
                <a:gd name="textAreaBottom" fmla="*/ 63360 h 63000"/>
              </a:gdLst>
              <a:ahLst/>
              <a:cxnLst/>
              <a:rect l="textAreaLeft" t="textAreaTop" r="textAreaRight" b="textAreaBottom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360" rIns="90000" bIns="1836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97" name="Freeform 6">
              <a:extLst>
                <a:ext uri="{FF2B5EF4-FFF2-40B4-BE49-F238E27FC236}">
                  <a16:creationId xmlns:a16="http://schemas.microsoft.com/office/drawing/2014/main" id="{BB3F2AF9-111F-E5CD-548E-267C0E7C9B89}"/>
                </a:ext>
              </a:extLst>
            </p:cNvPr>
            <p:cNvSpPr/>
            <p:nvPr/>
          </p:nvSpPr>
          <p:spPr>
            <a:xfrm>
              <a:off x="5148000" y="1910160"/>
              <a:ext cx="93600" cy="92880"/>
            </a:xfrm>
            <a:custGeom>
              <a:avLst/>
              <a:gdLst>
                <a:gd name="textAreaLeft" fmla="*/ 0 w 93600"/>
                <a:gd name="textAreaRight" fmla="*/ 93960 w 9360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98" name="Freeform 7">
              <a:extLst>
                <a:ext uri="{FF2B5EF4-FFF2-40B4-BE49-F238E27FC236}">
                  <a16:creationId xmlns:a16="http://schemas.microsoft.com/office/drawing/2014/main" id="{A7B75A9C-4B8A-16EE-B03D-2B4257D93C2E}"/>
                </a:ext>
              </a:extLst>
            </p:cNvPr>
            <p:cNvSpPr/>
            <p:nvPr/>
          </p:nvSpPr>
          <p:spPr>
            <a:xfrm>
              <a:off x="2824560" y="2642400"/>
              <a:ext cx="40680" cy="313560"/>
            </a:xfrm>
            <a:custGeom>
              <a:avLst/>
              <a:gdLst>
                <a:gd name="textAreaLeft" fmla="*/ 0 w 40680"/>
                <a:gd name="textAreaRight" fmla="*/ 41040 w 40680"/>
                <a:gd name="textAreaTop" fmla="*/ 0 h 313560"/>
                <a:gd name="textAreaBottom" fmla="*/ 313920 h 313560"/>
              </a:gdLst>
              <a:ahLst/>
              <a:cxnLst/>
              <a:rect l="textAreaLeft" t="textAreaTop" r="textAreaRight" b="textAreaBottom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99" name="Freeform 8">
              <a:extLst>
                <a:ext uri="{FF2B5EF4-FFF2-40B4-BE49-F238E27FC236}">
                  <a16:creationId xmlns:a16="http://schemas.microsoft.com/office/drawing/2014/main" id="{1CCEF71F-D49A-F63E-8EA3-D6DCC031D9CF}"/>
                </a:ext>
              </a:extLst>
            </p:cNvPr>
            <p:cNvSpPr/>
            <p:nvPr/>
          </p:nvSpPr>
          <p:spPr>
            <a:xfrm>
              <a:off x="2824560" y="3189600"/>
              <a:ext cx="40680" cy="565560"/>
            </a:xfrm>
            <a:custGeom>
              <a:avLst/>
              <a:gdLst>
                <a:gd name="textAreaLeft" fmla="*/ 0 w 40680"/>
                <a:gd name="textAreaRight" fmla="*/ 41040 w 40680"/>
                <a:gd name="textAreaTop" fmla="*/ 0 h 565560"/>
                <a:gd name="textAreaBottom" fmla="*/ 565920 h 565560"/>
              </a:gdLst>
              <a:ahLst/>
              <a:cxnLst/>
              <a:rect l="textAreaLeft" t="textAreaTop" r="textAreaRight" b="textAreaBottom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00" name="Freeform 9">
              <a:extLst>
                <a:ext uri="{FF2B5EF4-FFF2-40B4-BE49-F238E27FC236}">
                  <a16:creationId xmlns:a16="http://schemas.microsoft.com/office/drawing/2014/main" id="{71FF9A25-A015-DC1D-8710-2BFE11D48C45}"/>
                </a:ext>
              </a:extLst>
            </p:cNvPr>
            <p:cNvSpPr/>
            <p:nvPr/>
          </p:nvSpPr>
          <p:spPr>
            <a:xfrm>
              <a:off x="2824560" y="3879000"/>
              <a:ext cx="40680" cy="567360"/>
            </a:xfrm>
            <a:custGeom>
              <a:avLst/>
              <a:gdLst>
                <a:gd name="textAreaLeft" fmla="*/ 0 w 40680"/>
                <a:gd name="textAreaRight" fmla="*/ 41040 w 40680"/>
                <a:gd name="textAreaTop" fmla="*/ 0 h 567360"/>
                <a:gd name="textAreaBottom" fmla="*/ 567720 h 567360"/>
              </a:gdLst>
              <a:ahLst/>
              <a:cxnLst/>
              <a:rect l="textAreaLeft" t="textAreaTop" r="textAreaRight" b="textAreaBottom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01" name="Freeform 10">
              <a:extLst>
                <a:ext uri="{FF2B5EF4-FFF2-40B4-BE49-F238E27FC236}">
                  <a16:creationId xmlns:a16="http://schemas.microsoft.com/office/drawing/2014/main" id="{5B9A9CD7-1913-587A-D13A-713D065DBF4E}"/>
                </a:ext>
              </a:extLst>
            </p:cNvPr>
            <p:cNvSpPr/>
            <p:nvPr/>
          </p:nvSpPr>
          <p:spPr>
            <a:xfrm>
              <a:off x="6636960" y="3376440"/>
              <a:ext cx="40680" cy="909360"/>
            </a:xfrm>
            <a:custGeom>
              <a:avLst/>
              <a:gdLst>
                <a:gd name="textAreaLeft" fmla="*/ 0 w 40680"/>
                <a:gd name="textAreaRight" fmla="*/ 41040 w 40680"/>
                <a:gd name="textAreaTop" fmla="*/ 0 h 909360"/>
                <a:gd name="textAreaBottom" fmla="*/ 909720 h 909360"/>
              </a:gdLst>
              <a:ahLst/>
              <a:cxnLst/>
              <a:rect l="textAreaLeft" t="textAreaTop" r="textAreaRight" b="textAreaBottom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02" name="Freeform 11">
              <a:extLst>
                <a:ext uri="{FF2B5EF4-FFF2-40B4-BE49-F238E27FC236}">
                  <a16:creationId xmlns:a16="http://schemas.microsoft.com/office/drawing/2014/main" id="{BD869378-A701-314B-C0FE-29D1789CDD2E}"/>
                </a:ext>
              </a:extLst>
            </p:cNvPr>
            <p:cNvSpPr/>
            <p:nvPr/>
          </p:nvSpPr>
          <p:spPr>
            <a:xfrm>
              <a:off x="2865600" y="1633680"/>
              <a:ext cx="3770640" cy="7622280"/>
            </a:xfrm>
            <a:custGeom>
              <a:avLst/>
              <a:gdLst>
                <a:gd name="textAreaLeft" fmla="*/ 0 w 3770640"/>
                <a:gd name="textAreaRight" fmla="*/ 3771000 w 3770640"/>
                <a:gd name="textAreaTop" fmla="*/ 0 h 7622280"/>
                <a:gd name="textAreaBottom" fmla="*/ 7622640 h 7622280"/>
              </a:gdLst>
              <a:ahLst/>
              <a:cxnLst/>
              <a:rect l="textAreaLeft" t="textAreaTop" r="textAreaRight" b="textAreaBottom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N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304" name="TextBox 45">
            <a:extLst>
              <a:ext uri="{FF2B5EF4-FFF2-40B4-BE49-F238E27FC236}">
                <a16:creationId xmlns:a16="http://schemas.microsoft.com/office/drawing/2014/main" id="{1086B235-34B9-A420-AC5F-F5190AB360C7}"/>
              </a:ext>
            </a:extLst>
          </p:cNvPr>
          <p:cNvSpPr/>
          <p:nvPr/>
        </p:nvSpPr>
        <p:spPr>
          <a:xfrm>
            <a:off x="7539479" y="495360"/>
            <a:ext cx="3949463" cy="4673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 defTabSz="914400">
              <a:lnSpc>
                <a:spcPts val="3929"/>
              </a:lnSpc>
            </a:pPr>
            <a:r>
              <a:rPr lang="en-US" sz="2810" b="1" strike="noStrike" spc="-1" dirty="0">
                <a:solidFill>
                  <a:srgbClr val="000000"/>
                </a:solidFill>
                <a:latin typeface="Canva Sans Bold"/>
                <a:ea typeface="Canva Sans Bold"/>
              </a:rPr>
              <a:t>Immunization Checkups</a:t>
            </a:r>
            <a:endParaRPr lang="en-US" sz="281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4F8A2B79-394A-2F0A-AE71-993FA6625698}"/>
              </a:ext>
            </a:extLst>
          </p:cNvPr>
          <p:cNvCxnSpPr/>
          <p:nvPr/>
        </p:nvCxnSpPr>
        <p:spPr>
          <a:xfrm>
            <a:off x="7539479" y="5143500"/>
            <a:ext cx="3305456" cy="0"/>
          </a:xfrm>
          <a:prstGeom prst="straightConnector1">
            <a:avLst/>
          </a:prstGeom>
          <a:ln w="762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8E1A507-3828-BCE8-2B7B-7F96EE43CB9B}"/>
              </a:ext>
            </a:extLst>
          </p:cNvPr>
          <p:cNvGrpSpPr/>
          <p:nvPr/>
        </p:nvGrpSpPr>
        <p:grpSpPr>
          <a:xfrm>
            <a:off x="10941692" y="1823919"/>
            <a:ext cx="3613845" cy="7157789"/>
            <a:chOff x="10941692" y="1823919"/>
            <a:chExt cx="3613845" cy="7157789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ACA9CCC0-F119-93DC-C0AE-57699AD9B460}"/>
                </a:ext>
              </a:extLst>
            </p:cNvPr>
            <p:cNvGrpSpPr/>
            <p:nvPr/>
          </p:nvGrpSpPr>
          <p:grpSpPr>
            <a:xfrm>
              <a:off x="10941692" y="1823919"/>
              <a:ext cx="3613845" cy="7157789"/>
              <a:chOff x="10941692" y="1823919"/>
              <a:chExt cx="3613845" cy="7157789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EDDD0D77-1721-7F58-48F7-A8D7CB1E8EE4}"/>
                  </a:ext>
                </a:extLst>
              </p:cNvPr>
              <p:cNvGrpSpPr/>
              <p:nvPr/>
            </p:nvGrpSpPr>
            <p:grpSpPr>
              <a:xfrm>
                <a:off x="10941692" y="1823919"/>
                <a:ext cx="3613845" cy="7157789"/>
                <a:chOff x="10941692" y="1823919"/>
                <a:chExt cx="3613845" cy="7157789"/>
              </a:xfrm>
            </p:grpSpPr>
            <p:pic>
              <p:nvPicPr>
                <p:cNvPr id="14" name="Picture 13">
                  <a:extLst>
                    <a:ext uri="{FF2B5EF4-FFF2-40B4-BE49-F238E27FC236}">
                      <a16:creationId xmlns:a16="http://schemas.microsoft.com/office/drawing/2014/main" id="{66B85199-251D-8B3A-DC19-E41C224154A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941692" y="1823919"/>
                  <a:ext cx="3613845" cy="7157789"/>
                </a:xfrm>
                <a:prstGeom prst="rect">
                  <a:avLst/>
                </a:prstGeom>
              </p:spPr>
            </p:pic>
            <p:pic>
              <p:nvPicPr>
                <p:cNvPr id="16" name="Picture 15">
                  <a:extLst>
                    <a:ext uri="{FF2B5EF4-FFF2-40B4-BE49-F238E27FC236}">
                      <a16:creationId xmlns:a16="http://schemas.microsoft.com/office/drawing/2014/main" id="{8752FC94-4B9C-A4E6-D21E-0ED6D0D3DC2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1328013" y="8220025"/>
                  <a:ext cx="2858799" cy="486112"/>
                </a:xfrm>
                <a:prstGeom prst="rect">
                  <a:avLst/>
                </a:prstGeom>
              </p:spPr>
            </p:pic>
          </p:grpSp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608C1FE3-0157-8DF6-948C-220A9DB5DC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236960" y="6935147"/>
                <a:ext cx="3037303" cy="1185233"/>
              </a:xfrm>
              <a:prstGeom prst="rect">
                <a:avLst/>
              </a:prstGeom>
            </p:spPr>
          </p:pic>
        </p:grp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CFE82748-1340-BC87-0873-54B9AAD05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328013" y="8220024"/>
              <a:ext cx="2876630" cy="4591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00640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8"/>
          <p:cNvSpPr/>
          <p:nvPr/>
        </p:nvSpPr>
        <p:spPr>
          <a:xfrm>
            <a:off x="8920801" y="1050836"/>
            <a:ext cx="2183397" cy="4458595"/>
          </a:xfrm>
          <a:custGeom>
            <a:avLst/>
            <a:gdLst/>
            <a:ahLst/>
            <a:cxnLst/>
            <a:rect l="l" t="t" r="r" b="b"/>
            <a:pathLst>
              <a:path w="2183397" h="4458595">
                <a:moveTo>
                  <a:pt x="0" y="0"/>
                </a:moveTo>
                <a:lnTo>
                  <a:pt x="2183396" y="0"/>
                </a:lnTo>
                <a:lnTo>
                  <a:pt x="2183396" y="4458595"/>
                </a:lnTo>
                <a:lnTo>
                  <a:pt x="0" y="44585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9" name="Group 19"/>
          <p:cNvGrpSpPr/>
          <p:nvPr/>
        </p:nvGrpSpPr>
        <p:grpSpPr>
          <a:xfrm>
            <a:off x="9035644" y="1164603"/>
            <a:ext cx="1954797" cy="4236844"/>
            <a:chOff x="0" y="0"/>
            <a:chExt cx="2606396" cy="564912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606434" cy="5649087"/>
            </a:xfrm>
            <a:custGeom>
              <a:avLst/>
              <a:gdLst/>
              <a:ahLst/>
              <a:cxnLst/>
              <a:rect l="l" t="t" r="r" b="b"/>
              <a:pathLst>
                <a:path w="2606434" h="5649087">
                  <a:moveTo>
                    <a:pt x="2363724" y="0"/>
                  </a:moveTo>
                  <a:lnTo>
                    <a:pt x="2048891" y="0"/>
                  </a:lnTo>
                  <a:lnTo>
                    <a:pt x="2048891" y="66167"/>
                  </a:lnTo>
                  <a:cubicBezTo>
                    <a:pt x="2048891" y="141224"/>
                    <a:pt x="1987169" y="202946"/>
                    <a:pt x="1912112" y="202946"/>
                  </a:cubicBezTo>
                  <a:lnTo>
                    <a:pt x="697230" y="202946"/>
                  </a:lnTo>
                  <a:cubicBezTo>
                    <a:pt x="622173" y="202946"/>
                    <a:pt x="560451" y="141097"/>
                    <a:pt x="560451" y="66167"/>
                  </a:cubicBezTo>
                  <a:lnTo>
                    <a:pt x="560451" y="0"/>
                  </a:lnTo>
                  <a:lnTo>
                    <a:pt x="242697" y="0"/>
                  </a:lnTo>
                  <a:cubicBezTo>
                    <a:pt x="108839" y="0"/>
                    <a:pt x="0" y="108839"/>
                    <a:pt x="0" y="242697"/>
                  </a:cubicBezTo>
                  <a:lnTo>
                    <a:pt x="0" y="5406390"/>
                  </a:lnTo>
                  <a:cubicBezTo>
                    <a:pt x="0" y="5540248"/>
                    <a:pt x="108839" y="5649087"/>
                    <a:pt x="242697" y="5649087"/>
                  </a:cubicBezTo>
                  <a:lnTo>
                    <a:pt x="2363724" y="5649087"/>
                  </a:lnTo>
                  <a:cubicBezTo>
                    <a:pt x="2497582" y="5649087"/>
                    <a:pt x="2606421" y="5540248"/>
                    <a:pt x="2606421" y="5406390"/>
                  </a:cubicBezTo>
                  <a:lnTo>
                    <a:pt x="2606421" y="242697"/>
                  </a:lnTo>
                  <a:cubicBezTo>
                    <a:pt x="2607818" y="108839"/>
                    <a:pt x="2498979" y="0"/>
                    <a:pt x="2363724" y="0"/>
                  </a:cubicBezTo>
                  <a:close/>
                </a:path>
              </a:pathLst>
            </a:custGeom>
            <a:blipFill>
              <a:blip r:embed="rId3"/>
              <a:stretch>
                <a:fillRect l="-17" r="-1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848879" y="1200960"/>
            <a:ext cx="302038" cy="37081"/>
            <a:chOff x="0" y="0"/>
            <a:chExt cx="402717" cy="4944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02717" cy="49403"/>
            </a:xfrm>
            <a:custGeom>
              <a:avLst/>
              <a:gdLst/>
              <a:ahLst/>
              <a:cxnLst/>
              <a:rect l="l" t="t" r="r" b="b"/>
              <a:pathLst>
                <a:path w="402717" h="49403">
                  <a:moveTo>
                    <a:pt x="377698" y="0"/>
                  </a:moveTo>
                  <a:lnTo>
                    <a:pt x="25019" y="0"/>
                  </a:lnTo>
                  <a:cubicBezTo>
                    <a:pt x="11811" y="0"/>
                    <a:pt x="0" y="10160"/>
                    <a:pt x="0" y="24765"/>
                  </a:cubicBezTo>
                  <a:cubicBezTo>
                    <a:pt x="0" y="39370"/>
                    <a:pt x="11811" y="49403"/>
                    <a:pt x="25019" y="49403"/>
                  </a:cubicBezTo>
                  <a:lnTo>
                    <a:pt x="377698" y="49403"/>
                  </a:lnTo>
                  <a:cubicBezTo>
                    <a:pt x="390906" y="49403"/>
                    <a:pt x="402717" y="39243"/>
                    <a:pt x="402717" y="24638"/>
                  </a:cubicBezTo>
                  <a:cubicBezTo>
                    <a:pt x="402717" y="10033"/>
                    <a:pt x="390906" y="0"/>
                    <a:pt x="377698" y="0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247043" y="1191958"/>
            <a:ext cx="55083" cy="54721"/>
            <a:chOff x="0" y="0"/>
            <a:chExt cx="73444" cy="72962"/>
          </a:xfrm>
        </p:grpSpPr>
        <p:sp>
          <p:nvSpPr>
            <p:cNvPr id="24" name="Freeform 24"/>
            <p:cNvSpPr/>
            <p:nvPr/>
          </p:nvSpPr>
          <p:spPr>
            <a:xfrm>
              <a:off x="48" y="0"/>
              <a:ext cx="73311" cy="72900"/>
            </a:xfrm>
            <a:custGeom>
              <a:avLst/>
              <a:gdLst/>
              <a:ahLst/>
              <a:cxnLst/>
              <a:rect l="l" t="t" r="r" b="b"/>
              <a:pathLst>
                <a:path w="73311" h="72900">
                  <a:moveTo>
                    <a:pt x="36655" y="0"/>
                  </a:moveTo>
                  <a:cubicBezTo>
                    <a:pt x="23574" y="0"/>
                    <a:pt x="11382" y="6858"/>
                    <a:pt x="4905" y="18161"/>
                  </a:cubicBezTo>
                  <a:cubicBezTo>
                    <a:pt x="-1572" y="29464"/>
                    <a:pt x="-1699" y="43434"/>
                    <a:pt x="4905" y="54737"/>
                  </a:cubicBezTo>
                  <a:cubicBezTo>
                    <a:pt x="11509" y="66040"/>
                    <a:pt x="23574" y="73025"/>
                    <a:pt x="36655" y="72898"/>
                  </a:cubicBezTo>
                  <a:cubicBezTo>
                    <a:pt x="49736" y="72771"/>
                    <a:pt x="61928" y="66040"/>
                    <a:pt x="68405" y="54737"/>
                  </a:cubicBezTo>
                  <a:cubicBezTo>
                    <a:pt x="74882" y="43434"/>
                    <a:pt x="75009" y="29464"/>
                    <a:pt x="68405" y="18161"/>
                  </a:cubicBezTo>
                  <a:cubicBezTo>
                    <a:pt x="61801" y="6858"/>
                    <a:pt x="49736" y="0"/>
                    <a:pt x="36655" y="0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874719" y="1624679"/>
            <a:ext cx="23755" cy="185042"/>
            <a:chOff x="0" y="0"/>
            <a:chExt cx="31674" cy="24672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1623" cy="246634"/>
            </a:xfrm>
            <a:custGeom>
              <a:avLst/>
              <a:gdLst/>
              <a:ahLst/>
              <a:cxnLst/>
              <a:rect l="l" t="t" r="r" b="b"/>
              <a:pathLst>
                <a:path w="31623" h="246634">
                  <a:moveTo>
                    <a:pt x="0" y="30861"/>
                  </a:moveTo>
                  <a:lnTo>
                    <a:pt x="0" y="214376"/>
                  </a:lnTo>
                  <a:cubicBezTo>
                    <a:pt x="0" y="232029"/>
                    <a:pt x="14351" y="246634"/>
                    <a:pt x="31623" y="246634"/>
                  </a:cubicBezTo>
                  <a:lnTo>
                    <a:pt x="31623" y="0"/>
                  </a:lnTo>
                  <a:cubicBezTo>
                    <a:pt x="14351" y="0"/>
                    <a:pt x="0" y="13208"/>
                    <a:pt x="0" y="30861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874719" y="1947958"/>
            <a:ext cx="23755" cy="334080"/>
            <a:chOff x="0" y="0"/>
            <a:chExt cx="31674" cy="44544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1623" cy="445516"/>
            </a:xfrm>
            <a:custGeom>
              <a:avLst/>
              <a:gdLst/>
              <a:ahLst/>
              <a:cxnLst/>
              <a:rect l="l" t="t" r="r" b="b"/>
              <a:pathLst>
                <a:path w="31623" h="445516">
                  <a:moveTo>
                    <a:pt x="0" y="30861"/>
                  </a:moveTo>
                  <a:lnTo>
                    <a:pt x="0" y="413131"/>
                  </a:lnTo>
                  <a:cubicBezTo>
                    <a:pt x="0" y="430784"/>
                    <a:pt x="14351" y="445516"/>
                    <a:pt x="31623" y="445516"/>
                  </a:cubicBezTo>
                  <a:lnTo>
                    <a:pt x="31623" y="0"/>
                  </a:lnTo>
                  <a:cubicBezTo>
                    <a:pt x="14351" y="0"/>
                    <a:pt x="0" y="13208"/>
                    <a:pt x="0" y="30861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874719" y="2355123"/>
            <a:ext cx="23755" cy="335156"/>
            <a:chOff x="0" y="0"/>
            <a:chExt cx="31674" cy="44687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1623" cy="446913"/>
            </a:xfrm>
            <a:custGeom>
              <a:avLst/>
              <a:gdLst/>
              <a:ahLst/>
              <a:cxnLst/>
              <a:rect l="l" t="t" r="r" b="b"/>
              <a:pathLst>
                <a:path w="31623" h="446913">
                  <a:moveTo>
                    <a:pt x="0" y="32385"/>
                  </a:moveTo>
                  <a:lnTo>
                    <a:pt x="0" y="414528"/>
                  </a:lnTo>
                  <a:cubicBezTo>
                    <a:pt x="0" y="432181"/>
                    <a:pt x="14351" y="446913"/>
                    <a:pt x="31623" y="446913"/>
                  </a:cubicBezTo>
                  <a:lnTo>
                    <a:pt x="31623" y="0"/>
                  </a:lnTo>
                  <a:cubicBezTo>
                    <a:pt x="14351" y="0"/>
                    <a:pt x="0" y="14732"/>
                    <a:pt x="0" y="32385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1126876" y="2058124"/>
            <a:ext cx="23755" cy="537124"/>
            <a:chOff x="0" y="0"/>
            <a:chExt cx="31674" cy="71616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31623" cy="716153"/>
            </a:xfrm>
            <a:custGeom>
              <a:avLst/>
              <a:gdLst/>
              <a:ahLst/>
              <a:cxnLst/>
              <a:rect l="l" t="t" r="r" b="b"/>
              <a:pathLst>
                <a:path w="31623" h="716153">
                  <a:moveTo>
                    <a:pt x="0" y="0"/>
                  </a:moveTo>
                  <a:lnTo>
                    <a:pt x="0" y="716153"/>
                  </a:lnTo>
                  <a:cubicBezTo>
                    <a:pt x="17272" y="716153"/>
                    <a:pt x="31623" y="701421"/>
                    <a:pt x="31623" y="683768"/>
                  </a:cubicBezTo>
                  <a:lnTo>
                    <a:pt x="31623" y="32385"/>
                  </a:lnTo>
                  <a:cubicBezTo>
                    <a:pt x="31623" y="14732"/>
                    <a:pt x="17272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3" name="Freeform 33"/>
          <p:cNvSpPr/>
          <p:nvPr/>
        </p:nvSpPr>
        <p:spPr>
          <a:xfrm>
            <a:off x="8898836" y="1028881"/>
            <a:ext cx="2227316" cy="4502877"/>
          </a:xfrm>
          <a:custGeom>
            <a:avLst/>
            <a:gdLst/>
            <a:ahLst/>
            <a:cxnLst/>
            <a:rect l="l" t="t" r="r" b="b"/>
            <a:pathLst>
              <a:path w="2227316" h="4502877">
                <a:moveTo>
                  <a:pt x="0" y="0"/>
                </a:moveTo>
                <a:lnTo>
                  <a:pt x="2227316" y="0"/>
                </a:lnTo>
                <a:lnTo>
                  <a:pt x="2227316" y="4502877"/>
                </a:lnTo>
                <a:lnTo>
                  <a:pt x="0" y="4502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4" name="Freeform 34"/>
          <p:cNvSpPr/>
          <p:nvPr/>
        </p:nvSpPr>
        <p:spPr>
          <a:xfrm>
            <a:off x="14714277" y="1050836"/>
            <a:ext cx="2183397" cy="4458595"/>
          </a:xfrm>
          <a:custGeom>
            <a:avLst/>
            <a:gdLst/>
            <a:ahLst/>
            <a:cxnLst/>
            <a:rect l="l" t="t" r="r" b="b"/>
            <a:pathLst>
              <a:path w="2183397" h="4458595">
                <a:moveTo>
                  <a:pt x="0" y="0"/>
                </a:moveTo>
                <a:lnTo>
                  <a:pt x="2183397" y="0"/>
                </a:lnTo>
                <a:lnTo>
                  <a:pt x="2183397" y="4458595"/>
                </a:lnTo>
                <a:lnTo>
                  <a:pt x="0" y="44585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/>
          <p:cNvGrpSpPr/>
          <p:nvPr/>
        </p:nvGrpSpPr>
        <p:grpSpPr>
          <a:xfrm>
            <a:off x="14828758" y="1164603"/>
            <a:ext cx="1954797" cy="4236844"/>
            <a:chOff x="0" y="0"/>
            <a:chExt cx="2606396" cy="5649125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606434" cy="5649087"/>
            </a:xfrm>
            <a:custGeom>
              <a:avLst/>
              <a:gdLst/>
              <a:ahLst/>
              <a:cxnLst/>
              <a:rect l="l" t="t" r="r" b="b"/>
              <a:pathLst>
                <a:path w="2606434" h="5649087">
                  <a:moveTo>
                    <a:pt x="2363724" y="0"/>
                  </a:moveTo>
                  <a:lnTo>
                    <a:pt x="2048891" y="0"/>
                  </a:lnTo>
                  <a:lnTo>
                    <a:pt x="2048891" y="66167"/>
                  </a:lnTo>
                  <a:cubicBezTo>
                    <a:pt x="2048891" y="141224"/>
                    <a:pt x="1987169" y="202946"/>
                    <a:pt x="1912112" y="202946"/>
                  </a:cubicBezTo>
                  <a:lnTo>
                    <a:pt x="697230" y="202946"/>
                  </a:lnTo>
                  <a:cubicBezTo>
                    <a:pt x="622173" y="202946"/>
                    <a:pt x="560451" y="141097"/>
                    <a:pt x="560451" y="66167"/>
                  </a:cubicBezTo>
                  <a:lnTo>
                    <a:pt x="560451" y="0"/>
                  </a:lnTo>
                  <a:lnTo>
                    <a:pt x="242697" y="0"/>
                  </a:lnTo>
                  <a:cubicBezTo>
                    <a:pt x="108839" y="0"/>
                    <a:pt x="0" y="108839"/>
                    <a:pt x="0" y="242697"/>
                  </a:cubicBezTo>
                  <a:lnTo>
                    <a:pt x="0" y="5406390"/>
                  </a:lnTo>
                  <a:cubicBezTo>
                    <a:pt x="0" y="5540248"/>
                    <a:pt x="108839" y="5649087"/>
                    <a:pt x="242697" y="5649087"/>
                  </a:cubicBezTo>
                  <a:lnTo>
                    <a:pt x="2363724" y="5649087"/>
                  </a:lnTo>
                  <a:cubicBezTo>
                    <a:pt x="2497582" y="5649087"/>
                    <a:pt x="2606421" y="5540248"/>
                    <a:pt x="2606421" y="5406390"/>
                  </a:cubicBezTo>
                  <a:lnTo>
                    <a:pt x="2606421" y="242697"/>
                  </a:lnTo>
                  <a:cubicBezTo>
                    <a:pt x="2607818" y="108839"/>
                    <a:pt x="2498979" y="0"/>
                    <a:pt x="2363724" y="0"/>
                  </a:cubicBezTo>
                  <a:close/>
                </a:path>
              </a:pathLst>
            </a:custGeom>
            <a:blipFill>
              <a:blip r:embed="rId5"/>
              <a:stretch>
                <a:fillRect l="-17" r="-1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5642003" y="1200960"/>
            <a:ext cx="302038" cy="37081"/>
            <a:chOff x="0" y="0"/>
            <a:chExt cx="402717" cy="49441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402717" cy="49403"/>
            </a:xfrm>
            <a:custGeom>
              <a:avLst/>
              <a:gdLst/>
              <a:ahLst/>
              <a:cxnLst/>
              <a:rect l="l" t="t" r="r" b="b"/>
              <a:pathLst>
                <a:path w="402717" h="49403">
                  <a:moveTo>
                    <a:pt x="377698" y="0"/>
                  </a:moveTo>
                  <a:lnTo>
                    <a:pt x="25019" y="0"/>
                  </a:lnTo>
                  <a:cubicBezTo>
                    <a:pt x="11811" y="0"/>
                    <a:pt x="0" y="10160"/>
                    <a:pt x="0" y="24765"/>
                  </a:cubicBezTo>
                  <a:cubicBezTo>
                    <a:pt x="0" y="39370"/>
                    <a:pt x="11811" y="49403"/>
                    <a:pt x="25019" y="49403"/>
                  </a:cubicBezTo>
                  <a:lnTo>
                    <a:pt x="377698" y="49403"/>
                  </a:lnTo>
                  <a:cubicBezTo>
                    <a:pt x="390906" y="49403"/>
                    <a:pt x="402717" y="39243"/>
                    <a:pt x="402717" y="24638"/>
                  </a:cubicBezTo>
                  <a:cubicBezTo>
                    <a:pt x="402717" y="10033"/>
                    <a:pt x="390906" y="0"/>
                    <a:pt x="377698" y="0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6040519" y="1191958"/>
            <a:ext cx="55083" cy="54721"/>
            <a:chOff x="0" y="0"/>
            <a:chExt cx="73444" cy="72962"/>
          </a:xfrm>
        </p:grpSpPr>
        <p:sp>
          <p:nvSpPr>
            <p:cNvPr id="40" name="Freeform 40"/>
            <p:cNvSpPr/>
            <p:nvPr/>
          </p:nvSpPr>
          <p:spPr>
            <a:xfrm>
              <a:off x="48" y="0"/>
              <a:ext cx="73311" cy="72900"/>
            </a:xfrm>
            <a:custGeom>
              <a:avLst/>
              <a:gdLst/>
              <a:ahLst/>
              <a:cxnLst/>
              <a:rect l="l" t="t" r="r" b="b"/>
              <a:pathLst>
                <a:path w="73311" h="72900">
                  <a:moveTo>
                    <a:pt x="36655" y="0"/>
                  </a:moveTo>
                  <a:cubicBezTo>
                    <a:pt x="23574" y="0"/>
                    <a:pt x="11382" y="6858"/>
                    <a:pt x="4905" y="18161"/>
                  </a:cubicBezTo>
                  <a:cubicBezTo>
                    <a:pt x="-1572" y="29464"/>
                    <a:pt x="-1699" y="43434"/>
                    <a:pt x="4905" y="54737"/>
                  </a:cubicBezTo>
                  <a:cubicBezTo>
                    <a:pt x="11509" y="66040"/>
                    <a:pt x="23574" y="73025"/>
                    <a:pt x="36655" y="72898"/>
                  </a:cubicBezTo>
                  <a:cubicBezTo>
                    <a:pt x="49736" y="72771"/>
                    <a:pt x="61928" y="66040"/>
                    <a:pt x="68405" y="54737"/>
                  </a:cubicBezTo>
                  <a:cubicBezTo>
                    <a:pt x="74882" y="43434"/>
                    <a:pt x="75009" y="29464"/>
                    <a:pt x="68405" y="18161"/>
                  </a:cubicBezTo>
                  <a:cubicBezTo>
                    <a:pt x="61801" y="6858"/>
                    <a:pt x="49736" y="0"/>
                    <a:pt x="36655" y="0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4667843" y="1624679"/>
            <a:ext cx="23755" cy="185042"/>
            <a:chOff x="0" y="0"/>
            <a:chExt cx="31674" cy="246723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31623" cy="246634"/>
            </a:xfrm>
            <a:custGeom>
              <a:avLst/>
              <a:gdLst/>
              <a:ahLst/>
              <a:cxnLst/>
              <a:rect l="l" t="t" r="r" b="b"/>
              <a:pathLst>
                <a:path w="31623" h="246634">
                  <a:moveTo>
                    <a:pt x="0" y="30861"/>
                  </a:moveTo>
                  <a:lnTo>
                    <a:pt x="0" y="214376"/>
                  </a:lnTo>
                  <a:cubicBezTo>
                    <a:pt x="0" y="232029"/>
                    <a:pt x="14351" y="246634"/>
                    <a:pt x="31623" y="246634"/>
                  </a:cubicBezTo>
                  <a:lnTo>
                    <a:pt x="31623" y="0"/>
                  </a:lnTo>
                  <a:cubicBezTo>
                    <a:pt x="14351" y="0"/>
                    <a:pt x="0" y="13208"/>
                    <a:pt x="0" y="30861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4667843" y="1947958"/>
            <a:ext cx="23755" cy="334080"/>
            <a:chOff x="0" y="0"/>
            <a:chExt cx="31674" cy="44544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31623" cy="445516"/>
            </a:xfrm>
            <a:custGeom>
              <a:avLst/>
              <a:gdLst/>
              <a:ahLst/>
              <a:cxnLst/>
              <a:rect l="l" t="t" r="r" b="b"/>
              <a:pathLst>
                <a:path w="31623" h="445516">
                  <a:moveTo>
                    <a:pt x="0" y="30861"/>
                  </a:moveTo>
                  <a:lnTo>
                    <a:pt x="0" y="413131"/>
                  </a:lnTo>
                  <a:cubicBezTo>
                    <a:pt x="0" y="430784"/>
                    <a:pt x="14351" y="445516"/>
                    <a:pt x="31623" y="445516"/>
                  </a:cubicBezTo>
                  <a:lnTo>
                    <a:pt x="31623" y="0"/>
                  </a:lnTo>
                  <a:cubicBezTo>
                    <a:pt x="14351" y="0"/>
                    <a:pt x="0" y="13208"/>
                    <a:pt x="0" y="30861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4667843" y="2355123"/>
            <a:ext cx="23755" cy="335156"/>
            <a:chOff x="0" y="0"/>
            <a:chExt cx="31674" cy="446875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1623" cy="446913"/>
            </a:xfrm>
            <a:custGeom>
              <a:avLst/>
              <a:gdLst/>
              <a:ahLst/>
              <a:cxnLst/>
              <a:rect l="l" t="t" r="r" b="b"/>
              <a:pathLst>
                <a:path w="31623" h="446913">
                  <a:moveTo>
                    <a:pt x="0" y="32385"/>
                  </a:moveTo>
                  <a:lnTo>
                    <a:pt x="0" y="414528"/>
                  </a:lnTo>
                  <a:cubicBezTo>
                    <a:pt x="0" y="432181"/>
                    <a:pt x="14351" y="446913"/>
                    <a:pt x="31623" y="446913"/>
                  </a:cubicBezTo>
                  <a:lnTo>
                    <a:pt x="31623" y="0"/>
                  </a:lnTo>
                  <a:cubicBezTo>
                    <a:pt x="14351" y="0"/>
                    <a:pt x="0" y="14732"/>
                    <a:pt x="0" y="32385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6920000" y="2058124"/>
            <a:ext cx="23755" cy="537124"/>
            <a:chOff x="0" y="0"/>
            <a:chExt cx="31674" cy="716166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31623" cy="716153"/>
            </a:xfrm>
            <a:custGeom>
              <a:avLst/>
              <a:gdLst/>
              <a:ahLst/>
              <a:cxnLst/>
              <a:rect l="l" t="t" r="r" b="b"/>
              <a:pathLst>
                <a:path w="31623" h="716153">
                  <a:moveTo>
                    <a:pt x="0" y="0"/>
                  </a:moveTo>
                  <a:lnTo>
                    <a:pt x="0" y="716153"/>
                  </a:lnTo>
                  <a:cubicBezTo>
                    <a:pt x="17272" y="716153"/>
                    <a:pt x="31623" y="701421"/>
                    <a:pt x="31623" y="683768"/>
                  </a:cubicBezTo>
                  <a:lnTo>
                    <a:pt x="31623" y="32385"/>
                  </a:lnTo>
                  <a:cubicBezTo>
                    <a:pt x="31623" y="14732"/>
                    <a:pt x="17272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9" name="Freeform 49"/>
          <p:cNvSpPr/>
          <p:nvPr/>
        </p:nvSpPr>
        <p:spPr>
          <a:xfrm>
            <a:off x="14691960" y="1028881"/>
            <a:ext cx="2227316" cy="4502877"/>
          </a:xfrm>
          <a:custGeom>
            <a:avLst/>
            <a:gdLst/>
            <a:ahLst/>
            <a:cxnLst/>
            <a:rect l="l" t="t" r="r" b="b"/>
            <a:pathLst>
              <a:path w="2227316" h="4502877">
                <a:moveTo>
                  <a:pt x="0" y="0"/>
                </a:moveTo>
                <a:lnTo>
                  <a:pt x="2227317" y="0"/>
                </a:lnTo>
                <a:lnTo>
                  <a:pt x="2227317" y="4502877"/>
                </a:lnTo>
                <a:lnTo>
                  <a:pt x="0" y="4502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0" name="Freeform 50"/>
          <p:cNvSpPr/>
          <p:nvPr/>
        </p:nvSpPr>
        <p:spPr>
          <a:xfrm>
            <a:off x="8919000" y="5745604"/>
            <a:ext cx="2183397" cy="4458595"/>
          </a:xfrm>
          <a:custGeom>
            <a:avLst/>
            <a:gdLst/>
            <a:ahLst/>
            <a:cxnLst/>
            <a:rect l="l" t="t" r="r" b="b"/>
            <a:pathLst>
              <a:path w="2183397" h="4458595">
                <a:moveTo>
                  <a:pt x="0" y="0"/>
                </a:moveTo>
                <a:lnTo>
                  <a:pt x="2183397" y="0"/>
                </a:lnTo>
                <a:lnTo>
                  <a:pt x="2183397" y="4458595"/>
                </a:lnTo>
                <a:lnTo>
                  <a:pt x="0" y="44585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1" name="Group 51"/>
          <p:cNvGrpSpPr/>
          <p:nvPr/>
        </p:nvGrpSpPr>
        <p:grpSpPr>
          <a:xfrm>
            <a:off x="9033843" y="5859361"/>
            <a:ext cx="1954797" cy="4236844"/>
            <a:chOff x="0" y="0"/>
            <a:chExt cx="2606396" cy="5649125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606434" cy="5649087"/>
            </a:xfrm>
            <a:custGeom>
              <a:avLst/>
              <a:gdLst/>
              <a:ahLst/>
              <a:cxnLst/>
              <a:rect l="l" t="t" r="r" b="b"/>
              <a:pathLst>
                <a:path w="2606434" h="5649087">
                  <a:moveTo>
                    <a:pt x="2363724" y="0"/>
                  </a:moveTo>
                  <a:lnTo>
                    <a:pt x="2048891" y="0"/>
                  </a:lnTo>
                  <a:lnTo>
                    <a:pt x="2048891" y="66167"/>
                  </a:lnTo>
                  <a:cubicBezTo>
                    <a:pt x="2048891" y="141224"/>
                    <a:pt x="1987169" y="202946"/>
                    <a:pt x="1912112" y="202946"/>
                  </a:cubicBezTo>
                  <a:lnTo>
                    <a:pt x="697230" y="202946"/>
                  </a:lnTo>
                  <a:cubicBezTo>
                    <a:pt x="622173" y="202946"/>
                    <a:pt x="560451" y="141097"/>
                    <a:pt x="560451" y="66167"/>
                  </a:cubicBezTo>
                  <a:lnTo>
                    <a:pt x="560451" y="0"/>
                  </a:lnTo>
                  <a:lnTo>
                    <a:pt x="242697" y="0"/>
                  </a:lnTo>
                  <a:cubicBezTo>
                    <a:pt x="108839" y="0"/>
                    <a:pt x="0" y="108839"/>
                    <a:pt x="0" y="242697"/>
                  </a:cubicBezTo>
                  <a:lnTo>
                    <a:pt x="0" y="5406390"/>
                  </a:lnTo>
                  <a:cubicBezTo>
                    <a:pt x="0" y="5540248"/>
                    <a:pt x="108839" y="5649087"/>
                    <a:pt x="242697" y="5649087"/>
                  </a:cubicBezTo>
                  <a:lnTo>
                    <a:pt x="2363724" y="5649087"/>
                  </a:lnTo>
                  <a:cubicBezTo>
                    <a:pt x="2497582" y="5649087"/>
                    <a:pt x="2606421" y="5540248"/>
                    <a:pt x="2606421" y="5406390"/>
                  </a:cubicBezTo>
                  <a:lnTo>
                    <a:pt x="2606421" y="242697"/>
                  </a:lnTo>
                  <a:cubicBezTo>
                    <a:pt x="2607818" y="108839"/>
                    <a:pt x="2498979" y="0"/>
                    <a:pt x="2363724" y="0"/>
                  </a:cubicBezTo>
                  <a:close/>
                </a:path>
              </a:pathLst>
            </a:custGeom>
            <a:blipFill>
              <a:blip r:embed="rId6"/>
              <a:stretch>
                <a:fillRect l="-17" r="-1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9847078" y="5895718"/>
            <a:ext cx="302038" cy="37081"/>
            <a:chOff x="0" y="0"/>
            <a:chExt cx="402717" cy="49441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402717" cy="49403"/>
            </a:xfrm>
            <a:custGeom>
              <a:avLst/>
              <a:gdLst/>
              <a:ahLst/>
              <a:cxnLst/>
              <a:rect l="l" t="t" r="r" b="b"/>
              <a:pathLst>
                <a:path w="402717" h="49403">
                  <a:moveTo>
                    <a:pt x="377698" y="0"/>
                  </a:moveTo>
                  <a:lnTo>
                    <a:pt x="25019" y="0"/>
                  </a:lnTo>
                  <a:cubicBezTo>
                    <a:pt x="11811" y="0"/>
                    <a:pt x="0" y="10160"/>
                    <a:pt x="0" y="24765"/>
                  </a:cubicBezTo>
                  <a:cubicBezTo>
                    <a:pt x="0" y="39370"/>
                    <a:pt x="11811" y="49403"/>
                    <a:pt x="25019" y="49403"/>
                  </a:cubicBezTo>
                  <a:lnTo>
                    <a:pt x="377698" y="49403"/>
                  </a:lnTo>
                  <a:cubicBezTo>
                    <a:pt x="390906" y="49403"/>
                    <a:pt x="402717" y="39243"/>
                    <a:pt x="402717" y="24638"/>
                  </a:cubicBezTo>
                  <a:cubicBezTo>
                    <a:pt x="402717" y="10033"/>
                    <a:pt x="390906" y="0"/>
                    <a:pt x="377698" y="0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0245242" y="5886717"/>
            <a:ext cx="55083" cy="54721"/>
            <a:chOff x="0" y="0"/>
            <a:chExt cx="73444" cy="72962"/>
          </a:xfrm>
        </p:grpSpPr>
        <p:sp>
          <p:nvSpPr>
            <p:cNvPr id="56" name="Freeform 56"/>
            <p:cNvSpPr/>
            <p:nvPr/>
          </p:nvSpPr>
          <p:spPr>
            <a:xfrm>
              <a:off x="48" y="0"/>
              <a:ext cx="73311" cy="72900"/>
            </a:xfrm>
            <a:custGeom>
              <a:avLst/>
              <a:gdLst/>
              <a:ahLst/>
              <a:cxnLst/>
              <a:rect l="l" t="t" r="r" b="b"/>
              <a:pathLst>
                <a:path w="73311" h="72900">
                  <a:moveTo>
                    <a:pt x="36655" y="0"/>
                  </a:moveTo>
                  <a:cubicBezTo>
                    <a:pt x="23574" y="0"/>
                    <a:pt x="11382" y="6858"/>
                    <a:pt x="4905" y="18161"/>
                  </a:cubicBezTo>
                  <a:cubicBezTo>
                    <a:pt x="-1572" y="29464"/>
                    <a:pt x="-1699" y="43434"/>
                    <a:pt x="4905" y="54737"/>
                  </a:cubicBezTo>
                  <a:cubicBezTo>
                    <a:pt x="11509" y="66040"/>
                    <a:pt x="23574" y="73025"/>
                    <a:pt x="36655" y="72898"/>
                  </a:cubicBezTo>
                  <a:cubicBezTo>
                    <a:pt x="49736" y="72771"/>
                    <a:pt x="61928" y="66040"/>
                    <a:pt x="68405" y="54737"/>
                  </a:cubicBezTo>
                  <a:cubicBezTo>
                    <a:pt x="74882" y="43434"/>
                    <a:pt x="75009" y="29464"/>
                    <a:pt x="68405" y="18161"/>
                  </a:cubicBezTo>
                  <a:cubicBezTo>
                    <a:pt x="61801" y="6858"/>
                    <a:pt x="49736" y="0"/>
                    <a:pt x="36655" y="0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872918" y="6319437"/>
            <a:ext cx="23755" cy="185042"/>
            <a:chOff x="0" y="0"/>
            <a:chExt cx="31674" cy="246723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31623" cy="246634"/>
            </a:xfrm>
            <a:custGeom>
              <a:avLst/>
              <a:gdLst/>
              <a:ahLst/>
              <a:cxnLst/>
              <a:rect l="l" t="t" r="r" b="b"/>
              <a:pathLst>
                <a:path w="31623" h="246634">
                  <a:moveTo>
                    <a:pt x="0" y="30861"/>
                  </a:moveTo>
                  <a:lnTo>
                    <a:pt x="0" y="214376"/>
                  </a:lnTo>
                  <a:cubicBezTo>
                    <a:pt x="0" y="232029"/>
                    <a:pt x="14351" y="246634"/>
                    <a:pt x="31623" y="246634"/>
                  </a:cubicBezTo>
                  <a:lnTo>
                    <a:pt x="31623" y="0"/>
                  </a:lnTo>
                  <a:cubicBezTo>
                    <a:pt x="14351" y="0"/>
                    <a:pt x="0" y="13208"/>
                    <a:pt x="0" y="30861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8872918" y="6642716"/>
            <a:ext cx="23755" cy="334080"/>
            <a:chOff x="0" y="0"/>
            <a:chExt cx="31674" cy="44544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31623" cy="445516"/>
            </a:xfrm>
            <a:custGeom>
              <a:avLst/>
              <a:gdLst/>
              <a:ahLst/>
              <a:cxnLst/>
              <a:rect l="l" t="t" r="r" b="b"/>
              <a:pathLst>
                <a:path w="31623" h="445516">
                  <a:moveTo>
                    <a:pt x="0" y="30861"/>
                  </a:moveTo>
                  <a:lnTo>
                    <a:pt x="0" y="413131"/>
                  </a:lnTo>
                  <a:cubicBezTo>
                    <a:pt x="0" y="430784"/>
                    <a:pt x="14351" y="445516"/>
                    <a:pt x="31623" y="445516"/>
                  </a:cubicBezTo>
                  <a:lnTo>
                    <a:pt x="31623" y="0"/>
                  </a:lnTo>
                  <a:cubicBezTo>
                    <a:pt x="14351" y="0"/>
                    <a:pt x="0" y="13208"/>
                    <a:pt x="0" y="30861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8872918" y="7049881"/>
            <a:ext cx="23755" cy="335156"/>
            <a:chOff x="0" y="0"/>
            <a:chExt cx="31674" cy="446875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31623" cy="446913"/>
            </a:xfrm>
            <a:custGeom>
              <a:avLst/>
              <a:gdLst/>
              <a:ahLst/>
              <a:cxnLst/>
              <a:rect l="l" t="t" r="r" b="b"/>
              <a:pathLst>
                <a:path w="31623" h="446913">
                  <a:moveTo>
                    <a:pt x="0" y="32385"/>
                  </a:moveTo>
                  <a:lnTo>
                    <a:pt x="0" y="414528"/>
                  </a:lnTo>
                  <a:cubicBezTo>
                    <a:pt x="0" y="432181"/>
                    <a:pt x="14351" y="446913"/>
                    <a:pt x="31623" y="446913"/>
                  </a:cubicBezTo>
                  <a:lnTo>
                    <a:pt x="31623" y="0"/>
                  </a:lnTo>
                  <a:cubicBezTo>
                    <a:pt x="14351" y="0"/>
                    <a:pt x="0" y="14732"/>
                    <a:pt x="0" y="32385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1125076" y="6752882"/>
            <a:ext cx="23755" cy="537124"/>
            <a:chOff x="0" y="0"/>
            <a:chExt cx="31674" cy="716166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31623" cy="716153"/>
            </a:xfrm>
            <a:custGeom>
              <a:avLst/>
              <a:gdLst/>
              <a:ahLst/>
              <a:cxnLst/>
              <a:rect l="l" t="t" r="r" b="b"/>
              <a:pathLst>
                <a:path w="31623" h="716153">
                  <a:moveTo>
                    <a:pt x="0" y="0"/>
                  </a:moveTo>
                  <a:lnTo>
                    <a:pt x="0" y="716153"/>
                  </a:lnTo>
                  <a:cubicBezTo>
                    <a:pt x="17272" y="716153"/>
                    <a:pt x="31623" y="701421"/>
                    <a:pt x="31623" y="683768"/>
                  </a:cubicBezTo>
                  <a:lnTo>
                    <a:pt x="31623" y="32385"/>
                  </a:lnTo>
                  <a:cubicBezTo>
                    <a:pt x="31623" y="14732"/>
                    <a:pt x="17272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5" name="Freeform 65"/>
          <p:cNvSpPr/>
          <p:nvPr/>
        </p:nvSpPr>
        <p:spPr>
          <a:xfrm>
            <a:off x="8897036" y="5723639"/>
            <a:ext cx="2227316" cy="4502877"/>
          </a:xfrm>
          <a:custGeom>
            <a:avLst/>
            <a:gdLst/>
            <a:ahLst/>
            <a:cxnLst/>
            <a:rect l="l" t="t" r="r" b="b"/>
            <a:pathLst>
              <a:path w="2227316" h="4502877">
                <a:moveTo>
                  <a:pt x="0" y="0"/>
                </a:moveTo>
                <a:lnTo>
                  <a:pt x="2227316" y="0"/>
                </a:lnTo>
                <a:lnTo>
                  <a:pt x="2227316" y="4502877"/>
                </a:lnTo>
                <a:lnTo>
                  <a:pt x="0" y="4502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6" name="Freeform 66"/>
          <p:cNvSpPr/>
          <p:nvPr/>
        </p:nvSpPr>
        <p:spPr>
          <a:xfrm>
            <a:off x="11818801" y="1050836"/>
            <a:ext cx="2183397" cy="4458595"/>
          </a:xfrm>
          <a:custGeom>
            <a:avLst/>
            <a:gdLst/>
            <a:ahLst/>
            <a:cxnLst/>
            <a:rect l="l" t="t" r="r" b="b"/>
            <a:pathLst>
              <a:path w="2183397" h="4458595">
                <a:moveTo>
                  <a:pt x="0" y="0"/>
                </a:moveTo>
                <a:lnTo>
                  <a:pt x="2183397" y="0"/>
                </a:lnTo>
                <a:lnTo>
                  <a:pt x="2183397" y="4458595"/>
                </a:lnTo>
                <a:lnTo>
                  <a:pt x="0" y="44585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67" name="Group 67"/>
          <p:cNvGrpSpPr/>
          <p:nvPr/>
        </p:nvGrpSpPr>
        <p:grpSpPr>
          <a:xfrm>
            <a:off x="11933282" y="1164603"/>
            <a:ext cx="1954797" cy="4236844"/>
            <a:chOff x="0" y="0"/>
            <a:chExt cx="2606396" cy="5649125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2606434" cy="5649087"/>
            </a:xfrm>
            <a:custGeom>
              <a:avLst/>
              <a:gdLst/>
              <a:ahLst/>
              <a:cxnLst/>
              <a:rect l="l" t="t" r="r" b="b"/>
              <a:pathLst>
                <a:path w="2606434" h="5649087">
                  <a:moveTo>
                    <a:pt x="2363724" y="0"/>
                  </a:moveTo>
                  <a:lnTo>
                    <a:pt x="2048891" y="0"/>
                  </a:lnTo>
                  <a:lnTo>
                    <a:pt x="2048891" y="66167"/>
                  </a:lnTo>
                  <a:cubicBezTo>
                    <a:pt x="2048891" y="141224"/>
                    <a:pt x="1987169" y="202946"/>
                    <a:pt x="1912112" y="202946"/>
                  </a:cubicBezTo>
                  <a:lnTo>
                    <a:pt x="697230" y="202946"/>
                  </a:lnTo>
                  <a:cubicBezTo>
                    <a:pt x="622173" y="202946"/>
                    <a:pt x="560451" y="141097"/>
                    <a:pt x="560451" y="66167"/>
                  </a:cubicBezTo>
                  <a:lnTo>
                    <a:pt x="560451" y="0"/>
                  </a:lnTo>
                  <a:lnTo>
                    <a:pt x="242697" y="0"/>
                  </a:lnTo>
                  <a:cubicBezTo>
                    <a:pt x="108839" y="0"/>
                    <a:pt x="0" y="108839"/>
                    <a:pt x="0" y="242697"/>
                  </a:cubicBezTo>
                  <a:lnTo>
                    <a:pt x="0" y="5406390"/>
                  </a:lnTo>
                  <a:cubicBezTo>
                    <a:pt x="0" y="5540248"/>
                    <a:pt x="108839" y="5649087"/>
                    <a:pt x="242697" y="5649087"/>
                  </a:cubicBezTo>
                  <a:lnTo>
                    <a:pt x="2363724" y="5649087"/>
                  </a:lnTo>
                  <a:cubicBezTo>
                    <a:pt x="2497582" y="5649087"/>
                    <a:pt x="2606421" y="5540248"/>
                    <a:pt x="2606421" y="5406390"/>
                  </a:cubicBezTo>
                  <a:lnTo>
                    <a:pt x="2606421" y="242697"/>
                  </a:lnTo>
                  <a:cubicBezTo>
                    <a:pt x="2607818" y="108839"/>
                    <a:pt x="2498979" y="0"/>
                    <a:pt x="2363724" y="0"/>
                  </a:cubicBezTo>
                  <a:close/>
                </a:path>
              </a:pathLst>
            </a:custGeom>
            <a:blipFill>
              <a:blip r:embed="rId7"/>
              <a:stretch>
                <a:fillRect l="-17" r="-1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2746517" y="1200960"/>
            <a:ext cx="302038" cy="37081"/>
            <a:chOff x="0" y="0"/>
            <a:chExt cx="402717" cy="49441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402717" cy="49403"/>
            </a:xfrm>
            <a:custGeom>
              <a:avLst/>
              <a:gdLst/>
              <a:ahLst/>
              <a:cxnLst/>
              <a:rect l="l" t="t" r="r" b="b"/>
              <a:pathLst>
                <a:path w="402717" h="49403">
                  <a:moveTo>
                    <a:pt x="377698" y="0"/>
                  </a:moveTo>
                  <a:lnTo>
                    <a:pt x="25019" y="0"/>
                  </a:lnTo>
                  <a:cubicBezTo>
                    <a:pt x="11811" y="0"/>
                    <a:pt x="0" y="10160"/>
                    <a:pt x="0" y="24765"/>
                  </a:cubicBezTo>
                  <a:cubicBezTo>
                    <a:pt x="0" y="39370"/>
                    <a:pt x="11811" y="49403"/>
                    <a:pt x="25019" y="49403"/>
                  </a:cubicBezTo>
                  <a:lnTo>
                    <a:pt x="377698" y="49403"/>
                  </a:lnTo>
                  <a:cubicBezTo>
                    <a:pt x="390906" y="49403"/>
                    <a:pt x="402717" y="39243"/>
                    <a:pt x="402717" y="24638"/>
                  </a:cubicBezTo>
                  <a:cubicBezTo>
                    <a:pt x="402717" y="10033"/>
                    <a:pt x="390906" y="0"/>
                    <a:pt x="377698" y="0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3144681" y="1191958"/>
            <a:ext cx="55083" cy="54721"/>
            <a:chOff x="0" y="0"/>
            <a:chExt cx="73444" cy="72962"/>
          </a:xfrm>
        </p:grpSpPr>
        <p:sp>
          <p:nvSpPr>
            <p:cNvPr id="72" name="Freeform 72"/>
            <p:cNvSpPr/>
            <p:nvPr/>
          </p:nvSpPr>
          <p:spPr>
            <a:xfrm>
              <a:off x="48" y="0"/>
              <a:ext cx="73311" cy="72900"/>
            </a:xfrm>
            <a:custGeom>
              <a:avLst/>
              <a:gdLst/>
              <a:ahLst/>
              <a:cxnLst/>
              <a:rect l="l" t="t" r="r" b="b"/>
              <a:pathLst>
                <a:path w="73311" h="72900">
                  <a:moveTo>
                    <a:pt x="36655" y="0"/>
                  </a:moveTo>
                  <a:cubicBezTo>
                    <a:pt x="23574" y="0"/>
                    <a:pt x="11382" y="6858"/>
                    <a:pt x="4905" y="18161"/>
                  </a:cubicBezTo>
                  <a:cubicBezTo>
                    <a:pt x="-1572" y="29464"/>
                    <a:pt x="-1699" y="43434"/>
                    <a:pt x="4905" y="54737"/>
                  </a:cubicBezTo>
                  <a:cubicBezTo>
                    <a:pt x="11509" y="66040"/>
                    <a:pt x="23574" y="73025"/>
                    <a:pt x="36655" y="72898"/>
                  </a:cubicBezTo>
                  <a:cubicBezTo>
                    <a:pt x="49736" y="72771"/>
                    <a:pt x="61928" y="66040"/>
                    <a:pt x="68405" y="54737"/>
                  </a:cubicBezTo>
                  <a:cubicBezTo>
                    <a:pt x="74882" y="43434"/>
                    <a:pt x="75009" y="29464"/>
                    <a:pt x="68405" y="18161"/>
                  </a:cubicBezTo>
                  <a:cubicBezTo>
                    <a:pt x="61801" y="6858"/>
                    <a:pt x="49736" y="0"/>
                    <a:pt x="36655" y="0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1772357" y="1624679"/>
            <a:ext cx="23755" cy="185042"/>
            <a:chOff x="0" y="0"/>
            <a:chExt cx="31674" cy="246723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31623" cy="246634"/>
            </a:xfrm>
            <a:custGeom>
              <a:avLst/>
              <a:gdLst/>
              <a:ahLst/>
              <a:cxnLst/>
              <a:rect l="l" t="t" r="r" b="b"/>
              <a:pathLst>
                <a:path w="31623" h="246634">
                  <a:moveTo>
                    <a:pt x="0" y="30861"/>
                  </a:moveTo>
                  <a:lnTo>
                    <a:pt x="0" y="214376"/>
                  </a:lnTo>
                  <a:cubicBezTo>
                    <a:pt x="0" y="232029"/>
                    <a:pt x="14351" y="246634"/>
                    <a:pt x="31623" y="246634"/>
                  </a:cubicBezTo>
                  <a:lnTo>
                    <a:pt x="31623" y="0"/>
                  </a:lnTo>
                  <a:cubicBezTo>
                    <a:pt x="14351" y="0"/>
                    <a:pt x="0" y="13208"/>
                    <a:pt x="0" y="30861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1772357" y="1947958"/>
            <a:ext cx="23755" cy="334080"/>
            <a:chOff x="0" y="0"/>
            <a:chExt cx="31674" cy="44544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31623" cy="445516"/>
            </a:xfrm>
            <a:custGeom>
              <a:avLst/>
              <a:gdLst/>
              <a:ahLst/>
              <a:cxnLst/>
              <a:rect l="l" t="t" r="r" b="b"/>
              <a:pathLst>
                <a:path w="31623" h="445516">
                  <a:moveTo>
                    <a:pt x="0" y="30861"/>
                  </a:moveTo>
                  <a:lnTo>
                    <a:pt x="0" y="413131"/>
                  </a:lnTo>
                  <a:cubicBezTo>
                    <a:pt x="0" y="430784"/>
                    <a:pt x="14351" y="445516"/>
                    <a:pt x="31623" y="445516"/>
                  </a:cubicBezTo>
                  <a:lnTo>
                    <a:pt x="31623" y="0"/>
                  </a:lnTo>
                  <a:cubicBezTo>
                    <a:pt x="14351" y="0"/>
                    <a:pt x="0" y="13208"/>
                    <a:pt x="0" y="30861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1772357" y="2355123"/>
            <a:ext cx="23755" cy="335156"/>
            <a:chOff x="0" y="0"/>
            <a:chExt cx="31674" cy="446875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31623" cy="446913"/>
            </a:xfrm>
            <a:custGeom>
              <a:avLst/>
              <a:gdLst/>
              <a:ahLst/>
              <a:cxnLst/>
              <a:rect l="l" t="t" r="r" b="b"/>
              <a:pathLst>
                <a:path w="31623" h="446913">
                  <a:moveTo>
                    <a:pt x="0" y="32385"/>
                  </a:moveTo>
                  <a:lnTo>
                    <a:pt x="0" y="414528"/>
                  </a:lnTo>
                  <a:cubicBezTo>
                    <a:pt x="0" y="432181"/>
                    <a:pt x="14351" y="446913"/>
                    <a:pt x="31623" y="446913"/>
                  </a:cubicBezTo>
                  <a:lnTo>
                    <a:pt x="31623" y="0"/>
                  </a:lnTo>
                  <a:cubicBezTo>
                    <a:pt x="14351" y="0"/>
                    <a:pt x="0" y="14732"/>
                    <a:pt x="0" y="32385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4024524" y="2058124"/>
            <a:ext cx="23755" cy="537124"/>
            <a:chOff x="0" y="0"/>
            <a:chExt cx="31674" cy="716166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31623" cy="716153"/>
            </a:xfrm>
            <a:custGeom>
              <a:avLst/>
              <a:gdLst/>
              <a:ahLst/>
              <a:cxnLst/>
              <a:rect l="l" t="t" r="r" b="b"/>
              <a:pathLst>
                <a:path w="31623" h="716153">
                  <a:moveTo>
                    <a:pt x="0" y="0"/>
                  </a:moveTo>
                  <a:lnTo>
                    <a:pt x="0" y="716153"/>
                  </a:lnTo>
                  <a:cubicBezTo>
                    <a:pt x="17272" y="716153"/>
                    <a:pt x="31623" y="701421"/>
                    <a:pt x="31623" y="683768"/>
                  </a:cubicBezTo>
                  <a:lnTo>
                    <a:pt x="31623" y="32385"/>
                  </a:lnTo>
                  <a:cubicBezTo>
                    <a:pt x="31623" y="14732"/>
                    <a:pt x="17272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1" name="Freeform 81"/>
          <p:cNvSpPr/>
          <p:nvPr/>
        </p:nvSpPr>
        <p:spPr>
          <a:xfrm>
            <a:off x="11796484" y="1028881"/>
            <a:ext cx="2227316" cy="4502877"/>
          </a:xfrm>
          <a:custGeom>
            <a:avLst/>
            <a:gdLst/>
            <a:ahLst/>
            <a:cxnLst/>
            <a:rect l="l" t="t" r="r" b="b"/>
            <a:pathLst>
              <a:path w="2227316" h="4502877">
                <a:moveTo>
                  <a:pt x="0" y="0"/>
                </a:moveTo>
                <a:lnTo>
                  <a:pt x="2227316" y="0"/>
                </a:lnTo>
                <a:lnTo>
                  <a:pt x="2227316" y="4502877"/>
                </a:lnTo>
                <a:lnTo>
                  <a:pt x="0" y="4502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86" name="Group 86"/>
          <p:cNvGrpSpPr/>
          <p:nvPr/>
        </p:nvGrpSpPr>
        <p:grpSpPr>
          <a:xfrm>
            <a:off x="11184150" y="3242910"/>
            <a:ext cx="578101" cy="50702"/>
            <a:chOff x="0" y="0"/>
            <a:chExt cx="770801" cy="67602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770763" cy="67564"/>
            </a:xfrm>
            <a:custGeom>
              <a:avLst/>
              <a:gdLst/>
              <a:ahLst/>
              <a:cxnLst/>
              <a:rect l="l" t="t" r="r" b="b"/>
              <a:pathLst>
                <a:path w="770763" h="67564">
                  <a:moveTo>
                    <a:pt x="0" y="67564"/>
                  </a:moveTo>
                  <a:lnTo>
                    <a:pt x="0" y="33782"/>
                  </a:lnTo>
                  <a:cubicBezTo>
                    <a:pt x="0" y="24892"/>
                    <a:pt x="1016" y="16256"/>
                    <a:pt x="2667" y="9906"/>
                  </a:cubicBezTo>
                  <a:cubicBezTo>
                    <a:pt x="4318" y="3556"/>
                    <a:pt x="6731" y="0"/>
                    <a:pt x="9144" y="0"/>
                  </a:cubicBezTo>
                  <a:lnTo>
                    <a:pt x="770763" y="0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t="-172266" r="-4" b="-172322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14077112" y="3274590"/>
            <a:ext cx="578101" cy="50702"/>
            <a:chOff x="0" y="0"/>
            <a:chExt cx="770801" cy="67602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770763" cy="67564"/>
            </a:xfrm>
            <a:custGeom>
              <a:avLst/>
              <a:gdLst/>
              <a:ahLst/>
              <a:cxnLst/>
              <a:rect l="l" t="t" r="r" b="b"/>
              <a:pathLst>
                <a:path w="770763" h="67564">
                  <a:moveTo>
                    <a:pt x="0" y="67564"/>
                  </a:moveTo>
                  <a:lnTo>
                    <a:pt x="0" y="33782"/>
                  </a:lnTo>
                  <a:cubicBezTo>
                    <a:pt x="0" y="24892"/>
                    <a:pt x="1016" y="16256"/>
                    <a:pt x="2667" y="9906"/>
                  </a:cubicBezTo>
                  <a:cubicBezTo>
                    <a:pt x="4318" y="3556"/>
                    <a:pt x="6731" y="0"/>
                    <a:pt x="9144" y="0"/>
                  </a:cubicBezTo>
                  <a:lnTo>
                    <a:pt x="770763" y="0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t="-172266" r="-4" b="-172322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0" name="TextBox 90"/>
          <p:cNvSpPr txBox="1"/>
          <p:nvPr/>
        </p:nvSpPr>
        <p:spPr>
          <a:xfrm>
            <a:off x="5800677" y="-164144"/>
            <a:ext cx="6205680" cy="1043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34"/>
              </a:lnSpc>
            </a:pPr>
            <a:r>
              <a:rPr lang="en-US" sz="6239" b="1" spc="0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Immunisation</a:t>
            </a:r>
            <a:endParaRPr lang="en-US" sz="6239" b="1" spc="0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2D4443AD-63E1-46F5-F4C2-7622D167248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7194" y="1045617"/>
            <a:ext cx="5064165" cy="8849325"/>
          </a:xfrm>
          <a:prstGeom prst="rect">
            <a:avLst/>
          </a:prstGeom>
        </p:spPr>
      </p:pic>
      <p:grpSp>
        <p:nvGrpSpPr>
          <p:cNvPr id="82" name="Group 82"/>
          <p:cNvGrpSpPr/>
          <p:nvPr/>
        </p:nvGrpSpPr>
        <p:grpSpPr>
          <a:xfrm>
            <a:off x="5217871" y="3261627"/>
            <a:ext cx="3699662" cy="2686622"/>
            <a:chOff x="0" y="0"/>
            <a:chExt cx="4932883" cy="3582162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4932807" cy="3582162"/>
            </a:xfrm>
            <a:custGeom>
              <a:avLst/>
              <a:gdLst/>
              <a:ahLst/>
              <a:cxnLst/>
              <a:rect l="l" t="t" r="r" b="b"/>
              <a:pathLst>
                <a:path w="4932807" h="3582162">
                  <a:moveTo>
                    <a:pt x="0" y="3582162"/>
                  </a:moveTo>
                  <a:lnTo>
                    <a:pt x="2324354" y="3582162"/>
                  </a:lnTo>
                  <a:cubicBezTo>
                    <a:pt x="2494407" y="3582162"/>
                    <a:pt x="2632329" y="3443732"/>
                    <a:pt x="2632329" y="3273044"/>
                  </a:cubicBezTo>
                  <a:lnTo>
                    <a:pt x="2632329" y="309118"/>
                  </a:lnTo>
                  <a:cubicBezTo>
                    <a:pt x="2632329" y="138430"/>
                    <a:pt x="2770124" y="0"/>
                    <a:pt x="2940177" y="0"/>
                  </a:cubicBezTo>
                  <a:lnTo>
                    <a:pt x="4932807" y="0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l="-43172" r="-43173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5260038" y="6805470"/>
            <a:ext cx="3699605" cy="1127465"/>
            <a:chOff x="0" y="0"/>
            <a:chExt cx="4237355" cy="1503286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4237355" cy="1503299"/>
            </a:xfrm>
            <a:custGeom>
              <a:avLst/>
              <a:gdLst/>
              <a:ahLst/>
              <a:cxnLst/>
              <a:rect l="l" t="t" r="r" b="b"/>
              <a:pathLst>
                <a:path w="4237355" h="1503299">
                  <a:moveTo>
                    <a:pt x="0" y="0"/>
                  </a:moveTo>
                  <a:lnTo>
                    <a:pt x="1567434" y="0"/>
                  </a:lnTo>
                  <a:cubicBezTo>
                    <a:pt x="1737741" y="0"/>
                    <a:pt x="1875917" y="141224"/>
                    <a:pt x="1875917" y="315341"/>
                  </a:cubicBezTo>
                  <a:lnTo>
                    <a:pt x="1875917" y="1187958"/>
                  </a:lnTo>
                  <a:cubicBezTo>
                    <a:pt x="1875917" y="1362075"/>
                    <a:pt x="2013966" y="1503299"/>
                    <a:pt x="2184400" y="1503299"/>
                  </a:cubicBezTo>
                  <a:lnTo>
                    <a:pt x="4237355" y="1503299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t="-4922" b="-4922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371B7-8C09-A143-51A1-04AEEAF27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8">
            <a:extLst>
              <a:ext uri="{FF2B5EF4-FFF2-40B4-BE49-F238E27FC236}">
                <a16:creationId xmlns:a16="http://schemas.microsoft.com/office/drawing/2014/main" id="{F5F35E6B-5B0D-F70B-8517-7484503E2465}"/>
              </a:ext>
            </a:extLst>
          </p:cNvPr>
          <p:cNvSpPr/>
          <p:nvPr/>
        </p:nvSpPr>
        <p:spPr>
          <a:xfrm>
            <a:off x="8920801" y="1050836"/>
            <a:ext cx="2183397" cy="4458595"/>
          </a:xfrm>
          <a:custGeom>
            <a:avLst/>
            <a:gdLst/>
            <a:ahLst/>
            <a:cxnLst/>
            <a:rect l="l" t="t" r="r" b="b"/>
            <a:pathLst>
              <a:path w="2183397" h="4458595">
                <a:moveTo>
                  <a:pt x="0" y="0"/>
                </a:moveTo>
                <a:lnTo>
                  <a:pt x="2183396" y="0"/>
                </a:lnTo>
                <a:lnTo>
                  <a:pt x="2183396" y="4458595"/>
                </a:lnTo>
                <a:lnTo>
                  <a:pt x="0" y="44585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B1077543-B8F9-B8B0-9540-54B89DD782EE}"/>
              </a:ext>
            </a:extLst>
          </p:cNvPr>
          <p:cNvGrpSpPr/>
          <p:nvPr/>
        </p:nvGrpSpPr>
        <p:grpSpPr>
          <a:xfrm>
            <a:off x="9035644" y="1164603"/>
            <a:ext cx="1954797" cy="4236844"/>
            <a:chOff x="0" y="0"/>
            <a:chExt cx="2606396" cy="5649125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70E1D114-1AAA-14F7-CB14-82BA5F3FDCD4}"/>
                </a:ext>
              </a:extLst>
            </p:cNvPr>
            <p:cNvSpPr/>
            <p:nvPr/>
          </p:nvSpPr>
          <p:spPr>
            <a:xfrm>
              <a:off x="0" y="0"/>
              <a:ext cx="2606434" cy="5649087"/>
            </a:xfrm>
            <a:custGeom>
              <a:avLst/>
              <a:gdLst/>
              <a:ahLst/>
              <a:cxnLst/>
              <a:rect l="l" t="t" r="r" b="b"/>
              <a:pathLst>
                <a:path w="2606434" h="5649087">
                  <a:moveTo>
                    <a:pt x="2363724" y="0"/>
                  </a:moveTo>
                  <a:lnTo>
                    <a:pt x="2048891" y="0"/>
                  </a:lnTo>
                  <a:lnTo>
                    <a:pt x="2048891" y="66167"/>
                  </a:lnTo>
                  <a:cubicBezTo>
                    <a:pt x="2048891" y="141224"/>
                    <a:pt x="1987169" y="202946"/>
                    <a:pt x="1912112" y="202946"/>
                  </a:cubicBezTo>
                  <a:lnTo>
                    <a:pt x="697230" y="202946"/>
                  </a:lnTo>
                  <a:cubicBezTo>
                    <a:pt x="622173" y="202946"/>
                    <a:pt x="560451" y="141097"/>
                    <a:pt x="560451" y="66167"/>
                  </a:cubicBezTo>
                  <a:lnTo>
                    <a:pt x="560451" y="0"/>
                  </a:lnTo>
                  <a:lnTo>
                    <a:pt x="242697" y="0"/>
                  </a:lnTo>
                  <a:cubicBezTo>
                    <a:pt x="108839" y="0"/>
                    <a:pt x="0" y="108839"/>
                    <a:pt x="0" y="242697"/>
                  </a:cubicBezTo>
                  <a:lnTo>
                    <a:pt x="0" y="5406390"/>
                  </a:lnTo>
                  <a:cubicBezTo>
                    <a:pt x="0" y="5540248"/>
                    <a:pt x="108839" y="5649087"/>
                    <a:pt x="242697" y="5649087"/>
                  </a:cubicBezTo>
                  <a:lnTo>
                    <a:pt x="2363724" y="5649087"/>
                  </a:lnTo>
                  <a:cubicBezTo>
                    <a:pt x="2497582" y="5649087"/>
                    <a:pt x="2606421" y="5540248"/>
                    <a:pt x="2606421" y="5406390"/>
                  </a:cubicBezTo>
                  <a:lnTo>
                    <a:pt x="2606421" y="242697"/>
                  </a:lnTo>
                  <a:cubicBezTo>
                    <a:pt x="2607818" y="108839"/>
                    <a:pt x="2498979" y="0"/>
                    <a:pt x="2363724" y="0"/>
                  </a:cubicBezTo>
                  <a:close/>
                </a:path>
              </a:pathLst>
            </a:custGeom>
            <a:blipFill>
              <a:blip r:embed="rId3"/>
              <a:stretch>
                <a:fillRect l="-17" r="-1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1" name="Group 21">
            <a:extLst>
              <a:ext uri="{FF2B5EF4-FFF2-40B4-BE49-F238E27FC236}">
                <a16:creationId xmlns:a16="http://schemas.microsoft.com/office/drawing/2014/main" id="{A02B10DB-C033-15EF-F45E-273A9015AC69}"/>
              </a:ext>
            </a:extLst>
          </p:cNvPr>
          <p:cNvGrpSpPr/>
          <p:nvPr/>
        </p:nvGrpSpPr>
        <p:grpSpPr>
          <a:xfrm>
            <a:off x="9848879" y="1200960"/>
            <a:ext cx="302038" cy="37081"/>
            <a:chOff x="0" y="0"/>
            <a:chExt cx="402717" cy="49441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DE41B784-5523-B09C-C722-D71EC7A004EC}"/>
                </a:ext>
              </a:extLst>
            </p:cNvPr>
            <p:cNvSpPr/>
            <p:nvPr/>
          </p:nvSpPr>
          <p:spPr>
            <a:xfrm>
              <a:off x="0" y="0"/>
              <a:ext cx="402717" cy="49403"/>
            </a:xfrm>
            <a:custGeom>
              <a:avLst/>
              <a:gdLst/>
              <a:ahLst/>
              <a:cxnLst/>
              <a:rect l="l" t="t" r="r" b="b"/>
              <a:pathLst>
                <a:path w="402717" h="49403">
                  <a:moveTo>
                    <a:pt x="377698" y="0"/>
                  </a:moveTo>
                  <a:lnTo>
                    <a:pt x="25019" y="0"/>
                  </a:lnTo>
                  <a:cubicBezTo>
                    <a:pt x="11811" y="0"/>
                    <a:pt x="0" y="10160"/>
                    <a:pt x="0" y="24765"/>
                  </a:cubicBezTo>
                  <a:cubicBezTo>
                    <a:pt x="0" y="39370"/>
                    <a:pt x="11811" y="49403"/>
                    <a:pt x="25019" y="49403"/>
                  </a:cubicBezTo>
                  <a:lnTo>
                    <a:pt x="377698" y="49403"/>
                  </a:lnTo>
                  <a:cubicBezTo>
                    <a:pt x="390906" y="49403"/>
                    <a:pt x="402717" y="39243"/>
                    <a:pt x="402717" y="24638"/>
                  </a:cubicBezTo>
                  <a:cubicBezTo>
                    <a:pt x="402717" y="10033"/>
                    <a:pt x="390906" y="0"/>
                    <a:pt x="377698" y="0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6CB91E1B-74E8-8BC6-280B-D41BF0E7DE13}"/>
              </a:ext>
            </a:extLst>
          </p:cNvPr>
          <p:cNvGrpSpPr/>
          <p:nvPr/>
        </p:nvGrpSpPr>
        <p:grpSpPr>
          <a:xfrm>
            <a:off x="10247043" y="1191958"/>
            <a:ext cx="55083" cy="54721"/>
            <a:chOff x="0" y="0"/>
            <a:chExt cx="73444" cy="72962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81ABD8E2-4E6A-557E-59DA-BD176EFE28B5}"/>
                </a:ext>
              </a:extLst>
            </p:cNvPr>
            <p:cNvSpPr/>
            <p:nvPr/>
          </p:nvSpPr>
          <p:spPr>
            <a:xfrm>
              <a:off x="48" y="0"/>
              <a:ext cx="73311" cy="72900"/>
            </a:xfrm>
            <a:custGeom>
              <a:avLst/>
              <a:gdLst/>
              <a:ahLst/>
              <a:cxnLst/>
              <a:rect l="l" t="t" r="r" b="b"/>
              <a:pathLst>
                <a:path w="73311" h="72900">
                  <a:moveTo>
                    <a:pt x="36655" y="0"/>
                  </a:moveTo>
                  <a:cubicBezTo>
                    <a:pt x="23574" y="0"/>
                    <a:pt x="11382" y="6858"/>
                    <a:pt x="4905" y="18161"/>
                  </a:cubicBezTo>
                  <a:cubicBezTo>
                    <a:pt x="-1572" y="29464"/>
                    <a:pt x="-1699" y="43434"/>
                    <a:pt x="4905" y="54737"/>
                  </a:cubicBezTo>
                  <a:cubicBezTo>
                    <a:pt x="11509" y="66040"/>
                    <a:pt x="23574" y="73025"/>
                    <a:pt x="36655" y="72898"/>
                  </a:cubicBezTo>
                  <a:cubicBezTo>
                    <a:pt x="49736" y="72771"/>
                    <a:pt x="61928" y="66040"/>
                    <a:pt x="68405" y="54737"/>
                  </a:cubicBezTo>
                  <a:cubicBezTo>
                    <a:pt x="74882" y="43434"/>
                    <a:pt x="75009" y="29464"/>
                    <a:pt x="68405" y="18161"/>
                  </a:cubicBezTo>
                  <a:cubicBezTo>
                    <a:pt x="61801" y="6858"/>
                    <a:pt x="49736" y="0"/>
                    <a:pt x="36655" y="0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B62B7107-BB38-2EBD-4AAA-C1AB2FD42119}"/>
              </a:ext>
            </a:extLst>
          </p:cNvPr>
          <p:cNvGrpSpPr/>
          <p:nvPr/>
        </p:nvGrpSpPr>
        <p:grpSpPr>
          <a:xfrm>
            <a:off x="8874719" y="1624679"/>
            <a:ext cx="23755" cy="185042"/>
            <a:chOff x="0" y="0"/>
            <a:chExt cx="31674" cy="246723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0DB202B-175E-2B8F-5343-596A0BE1F15F}"/>
                </a:ext>
              </a:extLst>
            </p:cNvPr>
            <p:cNvSpPr/>
            <p:nvPr/>
          </p:nvSpPr>
          <p:spPr>
            <a:xfrm>
              <a:off x="0" y="0"/>
              <a:ext cx="31623" cy="246634"/>
            </a:xfrm>
            <a:custGeom>
              <a:avLst/>
              <a:gdLst/>
              <a:ahLst/>
              <a:cxnLst/>
              <a:rect l="l" t="t" r="r" b="b"/>
              <a:pathLst>
                <a:path w="31623" h="246634">
                  <a:moveTo>
                    <a:pt x="0" y="30861"/>
                  </a:moveTo>
                  <a:lnTo>
                    <a:pt x="0" y="214376"/>
                  </a:lnTo>
                  <a:cubicBezTo>
                    <a:pt x="0" y="232029"/>
                    <a:pt x="14351" y="246634"/>
                    <a:pt x="31623" y="246634"/>
                  </a:cubicBezTo>
                  <a:lnTo>
                    <a:pt x="31623" y="0"/>
                  </a:lnTo>
                  <a:cubicBezTo>
                    <a:pt x="14351" y="0"/>
                    <a:pt x="0" y="13208"/>
                    <a:pt x="0" y="30861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818D4EA9-4953-2577-AF37-2EB1B09FF482}"/>
              </a:ext>
            </a:extLst>
          </p:cNvPr>
          <p:cNvGrpSpPr/>
          <p:nvPr/>
        </p:nvGrpSpPr>
        <p:grpSpPr>
          <a:xfrm>
            <a:off x="8874719" y="1947958"/>
            <a:ext cx="23755" cy="334080"/>
            <a:chOff x="0" y="0"/>
            <a:chExt cx="31674" cy="445440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146C0E82-8988-642D-D3F9-C127A1EBA006}"/>
                </a:ext>
              </a:extLst>
            </p:cNvPr>
            <p:cNvSpPr/>
            <p:nvPr/>
          </p:nvSpPr>
          <p:spPr>
            <a:xfrm>
              <a:off x="0" y="0"/>
              <a:ext cx="31623" cy="445516"/>
            </a:xfrm>
            <a:custGeom>
              <a:avLst/>
              <a:gdLst/>
              <a:ahLst/>
              <a:cxnLst/>
              <a:rect l="l" t="t" r="r" b="b"/>
              <a:pathLst>
                <a:path w="31623" h="445516">
                  <a:moveTo>
                    <a:pt x="0" y="30861"/>
                  </a:moveTo>
                  <a:lnTo>
                    <a:pt x="0" y="413131"/>
                  </a:lnTo>
                  <a:cubicBezTo>
                    <a:pt x="0" y="430784"/>
                    <a:pt x="14351" y="445516"/>
                    <a:pt x="31623" y="445516"/>
                  </a:cubicBezTo>
                  <a:lnTo>
                    <a:pt x="31623" y="0"/>
                  </a:lnTo>
                  <a:cubicBezTo>
                    <a:pt x="14351" y="0"/>
                    <a:pt x="0" y="13208"/>
                    <a:pt x="0" y="30861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29D17CA0-BFD7-3CF9-2C43-08701B87398C}"/>
              </a:ext>
            </a:extLst>
          </p:cNvPr>
          <p:cNvGrpSpPr/>
          <p:nvPr/>
        </p:nvGrpSpPr>
        <p:grpSpPr>
          <a:xfrm>
            <a:off x="8874719" y="2355123"/>
            <a:ext cx="23755" cy="335156"/>
            <a:chOff x="0" y="0"/>
            <a:chExt cx="31674" cy="446875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310638D8-33D4-B593-2C4B-7F87ECC13541}"/>
                </a:ext>
              </a:extLst>
            </p:cNvPr>
            <p:cNvSpPr/>
            <p:nvPr/>
          </p:nvSpPr>
          <p:spPr>
            <a:xfrm>
              <a:off x="0" y="0"/>
              <a:ext cx="31623" cy="446913"/>
            </a:xfrm>
            <a:custGeom>
              <a:avLst/>
              <a:gdLst/>
              <a:ahLst/>
              <a:cxnLst/>
              <a:rect l="l" t="t" r="r" b="b"/>
              <a:pathLst>
                <a:path w="31623" h="446913">
                  <a:moveTo>
                    <a:pt x="0" y="32385"/>
                  </a:moveTo>
                  <a:lnTo>
                    <a:pt x="0" y="414528"/>
                  </a:lnTo>
                  <a:cubicBezTo>
                    <a:pt x="0" y="432181"/>
                    <a:pt x="14351" y="446913"/>
                    <a:pt x="31623" y="446913"/>
                  </a:cubicBezTo>
                  <a:lnTo>
                    <a:pt x="31623" y="0"/>
                  </a:lnTo>
                  <a:cubicBezTo>
                    <a:pt x="14351" y="0"/>
                    <a:pt x="0" y="14732"/>
                    <a:pt x="0" y="32385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C649519-B4D2-2E45-A1D5-8C9F39119533}"/>
              </a:ext>
            </a:extLst>
          </p:cNvPr>
          <p:cNvGrpSpPr/>
          <p:nvPr/>
        </p:nvGrpSpPr>
        <p:grpSpPr>
          <a:xfrm>
            <a:off x="11126876" y="2058124"/>
            <a:ext cx="23755" cy="537124"/>
            <a:chOff x="0" y="0"/>
            <a:chExt cx="31674" cy="716166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CA13A2BC-1E01-4967-6878-A81DA4DD28C2}"/>
                </a:ext>
              </a:extLst>
            </p:cNvPr>
            <p:cNvSpPr/>
            <p:nvPr/>
          </p:nvSpPr>
          <p:spPr>
            <a:xfrm>
              <a:off x="0" y="0"/>
              <a:ext cx="31623" cy="716153"/>
            </a:xfrm>
            <a:custGeom>
              <a:avLst/>
              <a:gdLst/>
              <a:ahLst/>
              <a:cxnLst/>
              <a:rect l="l" t="t" r="r" b="b"/>
              <a:pathLst>
                <a:path w="31623" h="716153">
                  <a:moveTo>
                    <a:pt x="0" y="0"/>
                  </a:moveTo>
                  <a:lnTo>
                    <a:pt x="0" y="716153"/>
                  </a:lnTo>
                  <a:cubicBezTo>
                    <a:pt x="17272" y="716153"/>
                    <a:pt x="31623" y="701421"/>
                    <a:pt x="31623" y="683768"/>
                  </a:cubicBezTo>
                  <a:lnTo>
                    <a:pt x="31623" y="32385"/>
                  </a:lnTo>
                  <a:cubicBezTo>
                    <a:pt x="31623" y="14732"/>
                    <a:pt x="17272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3" name="Freeform 33">
            <a:extLst>
              <a:ext uri="{FF2B5EF4-FFF2-40B4-BE49-F238E27FC236}">
                <a16:creationId xmlns:a16="http://schemas.microsoft.com/office/drawing/2014/main" id="{FEEE4146-3880-E1F6-41B5-5B622C399D2B}"/>
              </a:ext>
            </a:extLst>
          </p:cNvPr>
          <p:cNvSpPr/>
          <p:nvPr/>
        </p:nvSpPr>
        <p:spPr>
          <a:xfrm>
            <a:off x="8898836" y="1028881"/>
            <a:ext cx="2227316" cy="4502877"/>
          </a:xfrm>
          <a:custGeom>
            <a:avLst/>
            <a:gdLst/>
            <a:ahLst/>
            <a:cxnLst/>
            <a:rect l="l" t="t" r="r" b="b"/>
            <a:pathLst>
              <a:path w="2227316" h="4502877">
                <a:moveTo>
                  <a:pt x="0" y="0"/>
                </a:moveTo>
                <a:lnTo>
                  <a:pt x="2227316" y="0"/>
                </a:lnTo>
                <a:lnTo>
                  <a:pt x="2227316" y="4502877"/>
                </a:lnTo>
                <a:lnTo>
                  <a:pt x="0" y="4502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4" name="Freeform 34">
            <a:extLst>
              <a:ext uri="{FF2B5EF4-FFF2-40B4-BE49-F238E27FC236}">
                <a16:creationId xmlns:a16="http://schemas.microsoft.com/office/drawing/2014/main" id="{D0574880-E5FC-4DFF-0BFA-3A411A725E30}"/>
              </a:ext>
            </a:extLst>
          </p:cNvPr>
          <p:cNvSpPr/>
          <p:nvPr/>
        </p:nvSpPr>
        <p:spPr>
          <a:xfrm>
            <a:off x="14714277" y="1050836"/>
            <a:ext cx="2183397" cy="4458595"/>
          </a:xfrm>
          <a:custGeom>
            <a:avLst/>
            <a:gdLst/>
            <a:ahLst/>
            <a:cxnLst/>
            <a:rect l="l" t="t" r="r" b="b"/>
            <a:pathLst>
              <a:path w="2183397" h="4458595">
                <a:moveTo>
                  <a:pt x="0" y="0"/>
                </a:moveTo>
                <a:lnTo>
                  <a:pt x="2183397" y="0"/>
                </a:lnTo>
                <a:lnTo>
                  <a:pt x="2183397" y="4458595"/>
                </a:lnTo>
                <a:lnTo>
                  <a:pt x="0" y="44585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98B7867B-1332-E0DE-95A7-971D07ED36E4}"/>
              </a:ext>
            </a:extLst>
          </p:cNvPr>
          <p:cNvGrpSpPr/>
          <p:nvPr/>
        </p:nvGrpSpPr>
        <p:grpSpPr>
          <a:xfrm>
            <a:off x="14828758" y="1164603"/>
            <a:ext cx="1954797" cy="4236844"/>
            <a:chOff x="0" y="0"/>
            <a:chExt cx="2606396" cy="5649125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465074E4-E9AC-2FA0-A71C-39CD383470CB}"/>
                </a:ext>
              </a:extLst>
            </p:cNvPr>
            <p:cNvSpPr/>
            <p:nvPr/>
          </p:nvSpPr>
          <p:spPr>
            <a:xfrm>
              <a:off x="0" y="0"/>
              <a:ext cx="2606434" cy="5649087"/>
            </a:xfrm>
            <a:custGeom>
              <a:avLst/>
              <a:gdLst/>
              <a:ahLst/>
              <a:cxnLst/>
              <a:rect l="l" t="t" r="r" b="b"/>
              <a:pathLst>
                <a:path w="2606434" h="5649087">
                  <a:moveTo>
                    <a:pt x="2363724" y="0"/>
                  </a:moveTo>
                  <a:lnTo>
                    <a:pt x="2048891" y="0"/>
                  </a:lnTo>
                  <a:lnTo>
                    <a:pt x="2048891" y="66167"/>
                  </a:lnTo>
                  <a:cubicBezTo>
                    <a:pt x="2048891" y="141224"/>
                    <a:pt x="1987169" y="202946"/>
                    <a:pt x="1912112" y="202946"/>
                  </a:cubicBezTo>
                  <a:lnTo>
                    <a:pt x="697230" y="202946"/>
                  </a:lnTo>
                  <a:cubicBezTo>
                    <a:pt x="622173" y="202946"/>
                    <a:pt x="560451" y="141097"/>
                    <a:pt x="560451" y="66167"/>
                  </a:cubicBezTo>
                  <a:lnTo>
                    <a:pt x="560451" y="0"/>
                  </a:lnTo>
                  <a:lnTo>
                    <a:pt x="242697" y="0"/>
                  </a:lnTo>
                  <a:cubicBezTo>
                    <a:pt x="108839" y="0"/>
                    <a:pt x="0" y="108839"/>
                    <a:pt x="0" y="242697"/>
                  </a:cubicBezTo>
                  <a:lnTo>
                    <a:pt x="0" y="5406390"/>
                  </a:lnTo>
                  <a:cubicBezTo>
                    <a:pt x="0" y="5540248"/>
                    <a:pt x="108839" y="5649087"/>
                    <a:pt x="242697" y="5649087"/>
                  </a:cubicBezTo>
                  <a:lnTo>
                    <a:pt x="2363724" y="5649087"/>
                  </a:lnTo>
                  <a:cubicBezTo>
                    <a:pt x="2497582" y="5649087"/>
                    <a:pt x="2606421" y="5540248"/>
                    <a:pt x="2606421" y="5406390"/>
                  </a:cubicBezTo>
                  <a:lnTo>
                    <a:pt x="2606421" y="242697"/>
                  </a:lnTo>
                  <a:cubicBezTo>
                    <a:pt x="2607818" y="108839"/>
                    <a:pt x="2498979" y="0"/>
                    <a:pt x="2363724" y="0"/>
                  </a:cubicBezTo>
                  <a:close/>
                </a:path>
              </a:pathLst>
            </a:custGeom>
            <a:blipFill>
              <a:blip r:embed="rId5"/>
              <a:stretch>
                <a:fillRect l="-17" r="-1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7" name="Group 37">
            <a:extLst>
              <a:ext uri="{FF2B5EF4-FFF2-40B4-BE49-F238E27FC236}">
                <a16:creationId xmlns:a16="http://schemas.microsoft.com/office/drawing/2014/main" id="{D24D0367-4AA3-8DCB-ED1A-E4EE2E25ABB2}"/>
              </a:ext>
            </a:extLst>
          </p:cNvPr>
          <p:cNvGrpSpPr/>
          <p:nvPr/>
        </p:nvGrpSpPr>
        <p:grpSpPr>
          <a:xfrm>
            <a:off x="15642003" y="1200960"/>
            <a:ext cx="302038" cy="37081"/>
            <a:chOff x="0" y="0"/>
            <a:chExt cx="402717" cy="49441"/>
          </a:xfrm>
        </p:grpSpPr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6DA9982E-68DC-7A4E-8836-75F7B9AE9E44}"/>
                </a:ext>
              </a:extLst>
            </p:cNvPr>
            <p:cNvSpPr/>
            <p:nvPr/>
          </p:nvSpPr>
          <p:spPr>
            <a:xfrm>
              <a:off x="0" y="0"/>
              <a:ext cx="402717" cy="49403"/>
            </a:xfrm>
            <a:custGeom>
              <a:avLst/>
              <a:gdLst/>
              <a:ahLst/>
              <a:cxnLst/>
              <a:rect l="l" t="t" r="r" b="b"/>
              <a:pathLst>
                <a:path w="402717" h="49403">
                  <a:moveTo>
                    <a:pt x="377698" y="0"/>
                  </a:moveTo>
                  <a:lnTo>
                    <a:pt x="25019" y="0"/>
                  </a:lnTo>
                  <a:cubicBezTo>
                    <a:pt x="11811" y="0"/>
                    <a:pt x="0" y="10160"/>
                    <a:pt x="0" y="24765"/>
                  </a:cubicBezTo>
                  <a:cubicBezTo>
                    <a:pt x="0" y="39370"/>
                    <a:pt x="11811" y="49403"/>
                    <a:pt x="25019" y="49403"/>
                  </a:cubicBezTo>
                  <a:lnTo>
                    <a:pt x="377698" y="49403"/>
                  </a:lnTo>
                  <a:cubicBezTo>
                    <a:pt x="390906" y="49403"/>
                    <a:pt x="402717" y="39243"/>
                    <a:pt x="402717" y="24638"/>
                  </a:cubicBezTo>
                  <a:cubicBezTo>
                    <a:pt x="402717" y="10033"/>
                    <a:pt x="390906" y="0"/>
                    <a:pt x="377698" y="0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9" name="Group 39">
            <a:extLst>
              <a:ext uri="{FF2B5EF4-FFF2-40B4-BE49-F238E27FC236}">
                <a16:creationId xmlns:a16="http://schemas.microsoft.com/office/drawing/2014/main" id="{6EBB69B4-A5A7-C78F-5CFC-05F97FDC0164}"/>
              </a:ext>
            </a:extLst>
          </p:cNvPr>
          <p:cNvGrpSpPr/>
          <p:nvPr/>
        </p:nvGrpSpPr>
        <p:grpSpPr>
          <a:xfrm>
            <a:off x="16040519" y="1191958"/>
            <a:ext cx="55083" cy="54721"/>
            <a:chOff x="0" y="0"/>
            <a:chExt cx="73444" cy="72962"/>
          </a:xfrm>
        </p:grpSpPr>
        <p:sp>
          <p:nvSpPr>
            <p:cNvPr id="40" name="Freeform 40">
              <a:extLst>
                <a:ext uri="{FF2B5EF4-FFF2-40B4-BE49-F238E27FC236}">
                  <a16:creationId xmlns:a16="http://schemas.microsoft.com/office/drawing/2014/main" id="{9BE3EB2C-0BF1-5479-7655-EAF5C8EE88A8}"/>
                </a:ext>
              </a:extLst>
            </p:cNvPr>
            <p:cNvSpPr/>
            <p:nvPr/>
          </p:nvSpPr>
          <p:spPr>
            <a:xfrm>
              <a:off x="48" y="0"/>
              <a:ext cx="73311" cy="72900"/>
            </a:xfrm>
            <a:custGeom>
              <a:avLst/>
              <a:gdLst/>
              <a:ahLst/>
              <a:cxnLst/>
              <a:rect l="l" t="t" r="r" b="b"/>
              <a:pathLst>
                <a:path w="73311" h="72900">
                  <a:moveTo>
                    <a:pt x="36655" y="0"/>
                  </a:moveTo>
                  <a:cubicBezTo>
                    <a:pt x="23574" y="0"/>
                    <a:pt x="11382" y="6858"/>
                    <a:pt x="4905" y="18161"/>
                  </a:cubicBezTo>
                  <a:cubicBezTo>
                    <a:pt x="-1572" y="29464"/>
                    <a:pt x="-1699" y="43434"/>
                    <a:pt x="4905" y="54737"/>
                  </a:cubicBezTo>
                  <a:cubicBezTo>
                    <a:pt x="11509" y="66040"/>
                    <a:pt x="23574" y="73025"/>
                    <a:pt x="36655" y="72898"/>
                  </a:cubicBezTo>
                  <a:cubicBezTo>
                    <a:pt x="49736" y="72771"/>
                    <a:pt x="61928" y="66040"/>
                    <a:pt x="68405" y="54737"/>
                  </a:cubicBezTo>
                  <a:cubicBezTo>
                    <a:pt x="74882" y="43434"/>
                    <a:pt x="75009" y="29464"/>
                    <a:pt x="68405" y="18161"/>
                  </a:cubicBezTo>
                  <a:cubicBezTo>
                    <a:pt x="61801" y="6858"/>
                    <a:pt x="49736" y="0"/>
                    <a:pt x="36655" y="0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1" name="Group 41">
            <a:extLst>
              <a:ext uri="{FF2B5EF4-FFF2-40B4-BE49-F238E27FC236}">
                <a16:creationId xmlns:a16="http://schemas.microsoft.com/office/drawing/2014/main" id="{B0F5C1C7-79E1-4184-19A4-3B7C53CB309D}"/>
              </a:ext>
            </a:extLst>
          </p:cNvPr>
          <p:cNvGrpSpPr/>
          <p:nvPr/>
        </p:nvGrpSpPr>
        <p:grpSpPr>
          <a:xfrm>
            <a:off x="14667843" y="1624679"/>
            <a:ext cx="23755" cy="185042"/>
            <a:chOff x="0" y="0"/>
            <a:chExt cx="31674" cy="246723"/>
          </a:xfrm>
        </p:grpSpPr>
        <p:sp>
          <p:nvSpPr>
            <p:cNvPr id="42" name="Freeform 42">
              <a:extLst>
                <a:ext uri="{FF2B5EF4-FFF2-40B4-BE49-F238E27FC236}">
                  <a16:creationId xmlns:a16="http://schemas.microsoft.com/office/drawing/2014/main" id="{3CF96950-18DC-CB7C-92B3-E2212730BA63}"/>
                </a:ext>
              </a:extLst>
            </p:cNvPr>
            <p:cNvSpPr/>
            <p:nvPr/>
          </p:nvSpPr>
          <p:spPr>
            <a:xfrm>
              <a:off x="0" y="0"/>
              <a:ext cx="31623" cy="246634"/>
            </a:xfrm>
            <a:custGeom>
              <a:avLst/>
              <a:gdLst/>
              <a:ahLst/>
              <a:cxnLst/>
              <a:rect l="l" t="t" r="r" b="b"/>
              <a:pathLst>
                <a:path w="31623" h="246634">
                  <a:moveTo>
                    <a:pt x="0" y="30861"/>
                  </a:moveTo>
                  <a:lnTo>
                    <a:pt x="0" y="214376"/>
                  </a:lnTo>
                  <a:cubicBezTo>
                    <a:pt x="0" y="232029"/>
                    <a:pt x="14351" y="246634"/>
                    <a:pt x="31623" y="246634"/>
                  </a:cubicBezTo>
                  <a:lnTo>
                    <a:pt x="31623" y="0"/>
                  </a:lnTo>
                  <a:cubicBezTo>
                    <a:pt x="14351" y="0"/>
                    <a:pt x="0" y="13208"/>
                    <a:pt x="0" y="30861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3" name="Group 43">
            <a:extLst>
              <a:ext uri="{FF2B5EF4-FFF2-40B4-BE49-F238E27FC236}">
                <a16:creationId xmlns:a16="http://schemas.microsoft.com/office/drawing/2014/main" id="{F5AD3E2E-BA87-CB32-BADB-352494B53616}"/>
              </a:ext>
            </a:extLst>
          </p:cNvPr>
          <p:cNvGrpSpPr/>
          <p:nvPr/>
        </p:nvGrpSpPr>
        <p:grpSpPr>
          <a:xfrm>
            <a:off x="14667843" y="1947958"/>
            <a:ext cx="23755" cy="334080"/>
            <a:chOff x="0" y="0"/>
            <a:chExt cx="31674" cy="445440"/>
          </a:xfrm>
        </p:grpSpPr>
        <p:sp>
          <p:nvSpPr>
            <p:cNvPr id="44" name="Freeform 44">
              <a:extLst>
                <a:ext uri="{FF2B5EF4-FFF2-40B4-BE49-F238E27FC236}">
                  <a16:creationId xmlns:a16="http://schemas.microsoft.com/office/drawing/2014/main" id="{2323F3F4-B29A-71EA-E576-FC9C0EB4F0DB}"/>
                </a:ext>
              </a:extLst>
            </p:cNvPr>
            <p:cNvSpPr/>
            <p:nvPr/>
          </p:nvSpPr>
          <p:spPr>
            <a:xfrm>
              <a:off x="0" y="0"/>
              <a:ext cx="31623" cy="445516"/>
            </a:xfrm>
            <a:custGeom>
              <a:avLst/>
              <a:gdLst/>
              <a:ahLst/>
              <a:cxnLst/>
              <a:rect l="l" t="t" r="r" b="b"/>
              <a:pathLst>
                <a:path w="31623" h="445516">
                  <a:moveTo>
                    <a:pt x="0" y="30861"/>
                  </a:moveTo>
                  <a:lnTo>
                    <a:pt x="0" y="413131"/>
                  </a:lnTo>
                  <a:cubicBezTo>
                    <a:pt x="0" y="430784"/>
                    <a:pt x="14351" y="445516"/>
                    <a:pt x="31623" y="445516"/>
                  </a:cubicBezTo>
                  <a:lnTo>
                    <a:pt x="31623" y="0"/>
                  </a:lnTo>
                  <a:cubicBezTo>
                    <a:pt x="14351" y="0"/>
                    <a:pt x="0" y="13208"/>
                    <a:pt x="0" y="30861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5" name="Group 45">
            <a:extLst>
              <a:ext uri="{FF2B5EF4-FFF2-40B4-BE49-F238E27FC236}">
                <a16:creationId xmlns:a16="http://schemas.microsoft.com/office/drawing/2014/main" id="{6F0B446B-FC05-5F94-B1A8-269371F2FBF6}"/>
              </a:ext>
            </a:extLst>
          </p:cNvPr>
          <p:cNvGrpSpPr/>
          <p:nvPr/>
        </p:nvGrpSpPr>
        <p:grpSpPr>
          <a:xfrm>
            <a:off x="14667843" y="2355123"/>
            <a:ext cx="23755" cy="335156"/>
            <a:chOff x="0" y="0"/>
            <a:chExt cx="31674" cy="446875"/>
          </a:xfrm>
        </p:grpSpPr>
        <p:sp>
          <p:nvSpPr>
            <p:cNvPr id="46" name="Freeform 46">
              <a:extLst>
                <a:ext uri="{FF2B5EF4-FFF2-40B4-BE49-F238E27FC236}">
                  <a16:creationId xmlns:a16="http://schemas.microsoft.com/office/drawing/2014/main" id="{8A9F0FEA-E59C-C5DA-D9CE-A6E46249D736}"/>
                </a:ext>
              </a:extLst>
            </p:cNvPr>
            <p:cNvSpPr/>
            <p:nvPr/>
          </p:nvSpPr>
          <p:spPr>
            <a:xfrm>
              <a:off x="0" y="0"/>
              <a:ext cx="31623" cy="446913"/>
            </a:xfrm>
            <a:custGeom>
              <a:avLst/>
              <a:gdLst/>
              <a:ahLst/>
              <a:cxnLst/>
              <a:rect l="l" t="t" r="r" b="b"/>
              <a:pathLst>
                <a:path w="31623" h="446913">
                  <a:moveTo>
                    <a:pt x="0" y="32385"/>
                  </a:moveTo>
                  <a:lnTo>
                    <a:pt x="0" y="414528"/>
                  </a:lnTo>
                  <a:cubicBezTo>
                    <a:pt x="0" y="432181"/>
                    <a:pt x="14351" y="446913"/>
                    <a:pt x="31623" y="446913"/>
                  </a:cubicBezTo>
                  <a:lnTo>
                    <a:pt x="31623" y="0"/>
                  </a:lnTo>
                  <a:cubicBezTo>
                    <a:pt x="14351" y="0"/>
                    <a:pt x="0" y="14732"/>
                    <a:pt x="0" y="32385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7" name="Group 47">
            <a:extLst>
              <a:ext uri="{FF2B5EF4-FFF2-40B4-BE49-F238E27FC236}">
                <a16:creationId xmlns:a16="http://schemas.microsoft.com/office/drawing/2014/main" id="{DB643320-4B74-E49D-74C0-B103A490676C}"/>
              </a:ext>
            </a:extLst>
          </p:cNvPr>
          <p:cNvGrpSpPr/>
          <p:nvPr/>
        </p:nvGrpSpPr>
        <p:grpSpPr>
          <a:xfrm>
            <a:off x="16920000" y="2058124"/>
            <a:ext cx="23755" cy="537124"/>
            <a:chOff x="0" y="0"/>
            <a:chExt cx="31674" cy="716166"/>
          </a:xfrm>
        </p:grpSpPr>
        <p:sp>
          <p:nvSpPr>
            <p:cNvPr id="48" name="Freeform 48">
              <a:extLst>
                <a:ext uri="{FF2B5EF4-FFF2-40B4-BE49-F238E27FC236}">
                  <a16:creationId xmlns:a16="http://schemas.microsoft.com/office/drawing/2014/main" id="{9111311F-1568-B46C-B729-76E4FB622A10}"/>
                </a:ext>
              </a:extLst>
            </p:cNvPr>
            <p:cNvSpPr/>
            <p:nvPr/>
          </p:nvSpPr>
          <p:spPr>
            <a:xfrm>
              <a:off x="0" y="0"/>
              <a:ext cx="31623" cy="716153"/>
            </a:xfrm>
            <a:custGeom>
              <a:avLst/>
              <a:gdLst/>
              <a:ahLst/>
              <a:cxnLst/>
              <a:rect l="l" t="t" r="r" b="b"/>
              <a:pathLst>
                <a:path w="31623" h="716153">
                  <a:moveTo>
                    <a:pt x="0" y="0"/>
                  </a:moveTo>
                  <a:lnTo>
                    <a:pt x="0" y="716153"/>
                  </a:lnTo>
                  <a:cubicBezTo>
                    <a:pt x="17272" y="716153"/>
                    <a:pt x="31623" y="701421"/>
                    <a:pt x="31623" y="683768"/>
                  </a:cubicBezTo>
                  <a:lnTo>
                    <a:pt x="31623" y="32385"/>
                  </a:lnTo>
                  <a:cubicBezTo>
                    <a:pt x="31623" y="14732"/>
                    <a:pt x="17272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9" name="Freeform 49">
            <a:extLst>
              <a:ext uri="{FF2B5EF4-FFF2-40B4-BE49-F238E27FC236}">
                <a16:creationId xmlns:a16="http://schemas.microsoft.com/office/drawing/2014/main" id="{A6AA18EB-255B-846D-DFB4-62CF13F30756}"/>
              </a:ext>
            </a:extLst>
          </p:cNvPr>
          <p:cNvSpPr/>
          <p:nvPr/>
        </p:nvSpPr>
        <p:spPr>
          <a:xfrm>
            <a:off x="14691960" y="1028881"/>
            <a:ext cx="2227316" cy="4502877"/>
          </a:xfrm>
          <a:custGeom>
            <a:avLst/>
            <a:gdLst/>
            <a:ahLst/>
            <a:cxnLst/>
            <a:rect l="l" t="t" r="r" b="b"/>
            <a:pathLst>
              <a:path w="2227316" h="4502877">
                <a:moveTo>
                  <a:pt x="0" y="0"/>
                </a:moveTo>
                <a:lnTo>
                  <a:pt x="2227317" y="0"/>
                </a:lnTo>
                <a:lnTo>
                  <a:pt x="2227317" y="4502877"/>
                </a:lnTo>
                <a:lnTo>
                  <a:pt x="0" y="4502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0" name="Freeform 50">
            <a:extLst>
              <a:ext uri="{FF2B5EF4-FFF2-40B4-BE49-F238E27FC236}">
                <a16:creationId xmlns:a16="http://schemas.microsoft.com/office/drawing/2014/main" id="{BDA9BB6A-4A70-0908-37E8-EDB39AD41641}"/>
              </a:ext>
            </a:extLst>
          </p:cNvPr>
          <p:cNvSpPr/>
          <p:nvPr/>
        </p:nvSpPr>
        <p:spPr>
          <a:xfrm>
            <a:off x="8919000" y="5745604"/>
            <a:ext cx="2183397" cy="4458595"/>
          </a:xfrm>
          <a:custGeom>
            <a:avLst/>
            <a:gdLst/>
            <a:ahLst/>
            <a:cxnLst/>
            <a:rect l="l" t="t" r="r" b="b"/>
            <a:pathLst>
              <a:path w="2183397" h="4458595">
                <a:moveTo>
                  <a:pt x="0" y="0"/>
                </a:moveTo>
                <a:lnTo>
                  <a:pt x="2183397" y="0"/>
                </a:lnTo>
                <a:lnTo>
                  <a:pt x="2183397" y="4458595"/>
                </a:lnTo>
                <a:lnTo>
                  <a:pt x="0" y="44585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1" name="Group 51">
            <a:extLst>
              <a:ext uri="{FF2B5EF4-FFF2-40B4-BE49-F238E27FC236}">
                <a16:creationId xmlns:a16="http://schemas.microsoft.com/office/drawing/2014/main" id="{81D3CAB2-6F91-6AE4-1E55-C288DC43914C}"/>
              </a:ext>
            </a:extLst>
          </p:cNvPr>
          <p:cNvGrpSpPr/>
          <p:nvPr/>
        </p:nvGrpSpPr>
        <p:grpSpPr>
          <a:xfrm>
            <a:off x="9033843" y="5859361"/>
            <a:ext cx="1954797" cy="4236844"/>
            <a:chOff x="0" y="0"/>
            <a:chExt cx="2606396" cy="5649125"/>
          </a:xfrm>
        </p:grpSpPr>
        <p:sp>
          <p:nvSpPr>
            <p:cNvPr id="52" name="Freeform 52">
              <a:extLst>
                <a:ext uri="{FF2B5EF4-FFF2-40B4-BE49-F238E27FC236}">
                  <a16:creationId xmlns:a16="http://schemas.microsoft.com/office/drawing/2014/main" id="{E1995049-1D2E-9A1E-D9ED-570A8EB9F16E}"/>
                </a:ext>
              </a:extLst>
            </p:cNvPr>
            <p:cNvSpPr/>
            <p:nvPr/>
          </p:nvSpPr>
          <p:spPr>
            <a:xfrm>
              <a:off x="0" y="0"/>
              <a:ext cx="2606434" cy="5649087"/>
            </a:xfrm>
            <a:custGeom>
              <a:avLst/>
              <a:gdLst/>
              <a:ahLst/>
              <a:cxnLst/>
              <a:rect l="l" t="t" r="r" b="b"/>
              <a:pathLst>
                <a:path w="2606434" h="5649087">
                  <a:moveTo>
                    <a:pt x="2363724" y="0"/>
                  </a:moveTo>
                  <a:lnTo>
                    <a:pt x="2048891" y="0"/>
                  </a:lnTo>
                  <a:lnTo>
                    <a:pt x="2048891" y="66167"/>
                  </a:lnTo>
                  <a:cubicBezTo>
                    <a:pt x="2048891" y="141224"/>
                    <a:pt x="1987169" y="202946"/>
                    <a:pt x="1912112" y="202946"/>
                  </a:cubicBezTo>
                  <a:lnTo>
                    <a:pt x="697230" y="202946"/>
                  </a:lnTo>
                  <a:cubicBezTo>
                    <a:pt x="622173" y="202946"/>
                    <a:pt x="560451" y="141097"/>
                    <a:pt x="560451" y="66167"/>
                  </a:cubicBezTo>
                  <a:lnTo>
                    <a:pt x="560451" y="0"/>
                  </a:lnTo>
                  <a:lnTo>
                    <a:pt x="242697" y="0"/>
                  </a:lnTo>
                  <a:cubicBezTo>
                    <a:pt x="108839" y="0"/>
                    <a:pt x="0" y="108839"/>
                    <a:pt x="0" y="242697"/>
                  </a:cubicBezTo>
                  <a:lnTo>
                    <a:pt x="0" y="5406390"/>
                  </a:lnTo>
                  <a:cubicBezTo>
                    <a:pt x="0" y="5540248"/>
                    <a:pt x="108839" y="5649087"/>
                    <a:pt x="242697" y="5649087"/>
                  </a:cubicBezTo>
                  <a:lnTo>
                    <a:pt x="2363724" y="5649087"/>
                  </a:lnTo>
                  <a:cubicBezTo>
                    <a:pt x="2497582" y="5649087"/>
                    <a:pt x="2606421" y="5540248"/>
                    <a:pt x="2606421" y="5406390"/>
                  </a:cubicBezTo>
                  <a:lnTo>
                    <a:pt x="2606421" y="242697"/>
                  </a:lnTo>
                  <a:cubicBezTo>
                    <a:pt x="2607818" y="108839"/>
                    <a:pt x="2498979" y="0"/>
                    <a:pt x="2363724" y="0"/>
                  </a:cubicBezTo>
                  <a:close/>
                </a:path>
              </a:pathLst>
            </a:custGeom>
            <a:blipFill>
              <a:blip r:embed="rId6"/>
              <a:stretch>
                <a:fillRect l="-17" r="-1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3" name="Group 53">
            <a:extLst>
              <a:ext uri="{FF2B5EF4-FFF2-40B4-BE49-F238E27FC236}">
                <a16:creationId xmlns:a16="http://schemas.microsoft.com/office/drawing/2014/main" id="{3053DAB1-98C7-276E-01F3-CCE587DA7909}"/>
              </a:ext>
            </a:extLst>
          </p:cNvPr>
          <p:cNvGrpSpPr/>
          <p:nvPr/>
        </p:nvGrpSpPr>
        <p:grpSpPr>
          <a:xfrm>
            <a:off x="9847078" y="5895718"/>
            <a:ext cx="302038" cy="37081"/>
            <a:chOff x="0" y="0"/>
            <a:chExt cx="402717" cy="49441"/>
          </a:xfrm>
        </p:grpSpPr>
        <p:sp>
          <p:nvSpPr>
            <p:cNvPr id="54" name="Freeform 54">
              <a:extLst>
                <a:ext uri="{FF2B5EF4-FFF2-40B4-BE49-F238E27FC236}">
                  <a16:creationId xmlns:a16="http://schemas.microsoft.com/office/drawing/2014/main" id="{17E5F3DA-8FA8-657D-3600-BA051F899279}"/>
                </a:ext>
              </a:extLst>
            </p:cNvPr>
            <p:cNvSpPr/>
            <p:nvPr/>
          </p:nvSpPr>
          <p:spPr>
            <a:xfrm>
              <a:off x="0" y="0"/>
              <a:ext cx="402717" cy="49403"/>
            </a:xfrm>
            <a:custGeom>
              <a:avLst/>
              <a:gdLst/>
              <a:ahLst/>
              <a:cxnLst/>
              <a:rect l="l" t="t" r="r" b="b"/>
              <a:pathLst>
                <a:path w="402717" h="49403">
                  <a:moveTo>
                    <a:pt x="377698" y="0"/>
                  </a:moveTo>
                  <a:lnTo>
                    <a:pt x="25019" y="0"/>
                  </a:lnTo>
                  <a:cubicBezTo>
                    <a:pt x="11811" y="0"/>
                    <a:pt x="0" y="10160"/>
                    <a:pt x="0" y="24765"/>
                  </a:cubicBezTo>
                  <a:cubicBezTo>
                    <a:pt x="0" y="39370"/>
                    <a:pt x="11811" y="49403"/>
                    <a:pt x="25019" y="49403"/>
                  </a:cubicBezTo>
                  <a:lnTo>
                    <a:pt x="377698" y="49403"/>
                  </a:lnTo>
                  <a:cubicBezTo>
                    <a:pt x="390906" y="49403"/>
                    <a:pt x="402717" y="39243"/>
                    <a:pt x="402717" y="24638"/>
                  </a:cubicBezTo>
                  <a:cubicBezTo>
                    <a:pt x="402717" y="10033"/>
                    <a:pt x="390906" y="0"/>
                    <a:pt x="377698" y="0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5" name="Group 55">
            <a:extLst>
              <a:ext uri="{FF2B5EF4-FFF2-40B4-BE49-F238E27FC236}">
                <a16:creationId xmlns:a16="http://schemas.microsoft.com/office/drawing/2014/main" id="{88EC358A-C082-7998-2FAC-08959CA4851F}"/>
              </a:ext>
            </a:extLst>
          </p:cNvPr>
          <p:cNvGrpSpPr/>
          <p:nvPr/>
        </p:nvGrpSpPr>
        <p:grpSpPr>
          <a:xfrm>
            <a:off x="10245242" y="5886717"/>
            <a:ext cx="55083" cy="54721"/>
            <a:chOff x="0" y="0"/>
            <a:chExt cx="73444" cy="72962"/>
          </a:xfrm>
        </p:grpSpPr>
        <p:sp>
          <p:nvSpPr>
            <p:cNvPr id="56" name="Freeform 56">
              <a:extLst>
                <a:ext uri="{FF2B5EF4-FFF2-40B4-BE49-F238E27FC236}">
                  <a16:creationId xmlns:a16="http://schemas.microsoft.com/office/drawing/2014/main" id="{83094285-743D-447C-D8C5-68B0D5FA7579}"/>
                </a:ext>
              </a:extLst>
            </p:cNvPr>
            <p:cNvSpPr/>
            <p:nvPr/>
          </p:nvSpPr>
          <p:spPr>
            <a:xfrm>
              <a:off x="48" y="0"/>
              <a:ext cx="73311" cy="72900"/>
            </a:xfrm>
            <a:custGeom>
              <a:avLst/>
              <a:gdLst/>
              <a:ahLst/>
              <a:cxnLst/>
              <a:rect l="l" t="t" r="r" b="b"/>
              <a:pathLst>
                <a:path w="73311" h="72900">
                  <a:moveTo>
                    <a:pt x="36655" y="0"/>
                  </a:moveTo>
                  <a:cubicBezTo>
                    <a:pt x="23574" y="0"/>
                    <a:pt x="11382" y="6858"/>
                    <a:pt x="4905" y="18161"/>
                  </a:cubicBezTo>
                  <a:cubicBezTo>
                    <a:pt x="-1572" y="29464"/>
                    <a:pt x="-1699" y="43434"/>
                    <a:pt x="4905" y="54737"/>
                  </a:cubicBezTo>
                  <a:cubicBezTo>
                    <a:pt x="11509" y="66040"/>
                    <a:pt x="23574" y="73025"/>
                    <a:pt x="36655" y="72898"/>
                  </a:cubicBezTo>
                  <a:cubicBezTo>
                    <a:pt x="49736" y="72771"/>
                    <a:pt x="61928" y="66040"/>
                    <a:pt x="68405" y="54737"/>
                  </a:cubicBezTo>
                  <a:cubicBezTo>
                    <a:pt x="74882" y="43434"/>
                    <a:pt x="75009" y="29464"/>
                    <a:pt x="68405" y="18161"/>
                  </a:cubicBezTo>
                  <a:cubicBezTo>
                    <a:pt x="61801" y="6858"/>
                    <a:pt x="49736" y="0"/>
                    <a:pt x="36655" y="0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7" name="Group 57">
            <a:extLst>
              <a:ext uri="{FF2B5EF4-FFF2-40B4-BE49-F238E27FC236}">
                <a16:creationId xmlns:a16="http://schemas.microsoft.com/office/drawing/2014/main" id="{79410D01-0AEE-A0D3-F22B-97CBFFBF185F}"/>
              </a:ext>
            </a:extLst>
          </p:cNvPr>
          <p:cNvGrpSpPr/>
          <p:nvPr/>
        </p:nvGrpSpPr>
        <p:grpSpPr>
          <a:xfrm>
            <a:off x="8872918" y="6319437"/>
            <a:ext cx="23755" cy="185042"/>
            <a:chOff x="0" y="0"/>
            <a:chExt cx="31674" cy="246723"/>
          </a:xfrm>
        </p:grpSpPr>
        <p:sp>
          <p:nvSpPr>
            <p:cNvPr id="58" name="Freeform 58">
              <a:extLst>
                <a:ext uri="{FF2B5EF4-FFF2-40B4-BE49-F238E27FC236}">
                  <a16:creationId xmlns:a16="http://schemas.microsoft.com/office/drawing/2014/main" id="{C4D08B6B-DC63-B385-F32E-07968DA4790B}"/>
                </a:ext>
              </a:extLst>
            </p:cNvPr>
            <p:cNvSpPr/>
            <p:nvPr/>
          </p:nvSpPr>
          <p:spPr>
            <a:xfrm>
              <a:off x="0" y="0"/>
              <a:ext cx="31623" cy="246634"/>
            </a:xfrm>
            <a:custGeom>
              <a:avLst/>
              <a:gdLst/>
              <a:ahLst/>
              <a:cxnLst/>
              <a:rect l="l" t="t" r="r" b="b"/>
              <a:pathLst>
                <a:path w="31623" h="246634">
                  <a:moveTo>
                    <a:pt x="0" y="30861"/>
                  </a:moveTo>
                  <a:lnTo>
                    <a:pt x="0" y="214376"/>
                  </a:lnTo>
                  <a:cubicBezTo>
                    <a:pt x="0" y="232029"/>
                    <a:pt x="14351" y="246634"/>
                    <a:pt x="31623" y="246634"/>
                  </a:cubicBezTo>
                  <a:lnTo>
                    <a:pt x="31623" y="0"/>
                  </a:lnTo>
                  <a:cubicBezTo>
                    <a:pt x="14351" y="0"/>
                    <a:pt x="0" y="13208"/>
                    <a:pt x="0" y="30861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9" name="Group 59">
            <a:extLst>
              <a:ext uri="{FF2B5EF4-FFF2-40B4-BE49-F238E27FC236}">
                <a16:creationId xmlns:a16="http://schemas.microsoft.com/office/drawing/2014/main" id="{24EFB819-AD29-8148-2AE4-AA59076BA4AB}"/>
              </a:ext>
            </a:extLst>
          </p:cNvPr>
          <p:cNvGrpSpPr/>
          <p:nvPr/>
        </p:nvGrpSpPr>
        <p:grpSpPr>
          <a:xfrm>
            <a:off x="8872918" y="6642716"/>
            <a:ext cx="23755" cy="334080"/>
            <a:chOff x="0" y="0"/>
            <a:chExt cx="31674" cy="445440"/>
          </a:xfrm>
        </p:grpSpPr>
        <p:sp>
          <p:nvSpPr>
            <p:cNvPr id="60" name="Freeform 60">
              <a:extLst>
                <a:ext uri="{FF2B5EF4-FFF2-40B4-BE49-F238E27FC236}">
                  <a16:creationId xmlns:a16="http://schemas.microsoft.com/office/drawing/2014/main" id="{872E9674-C461-508D-C137-3AD027028776}"/>
                </a:ext>
              </a:extLst>
            </p:cNvPr>
            <p:cNvSpPr/>
            <p:nvPr/>
          </p:nvSpPr>
          <p:spPr>
            <a:xfrm>
              <a:off x="0" y="0"/>
              <a:ext cx="31623" cy="445516"/>
            </a:xfrm>
            <a:custGeom>
              <a:avLst/>
              <a:gdLst/>
              <a:ahLst/>
              <a:cxnLst/>
              <a:rect l="l" t="t" r="r" b="b"/>
              <a:pathLst>
                <a:path w="31623" h="445516">
                  <a:moveTo>
                    <a:pt x="0" y="30861"/>
                  </a:moveTo>
                  <a:lnTo>
                    <a:pt x="0" y="413131"/>
                  </a:lnTo>
                  <a:cubicBezTo>
                    <a:pt x="0" y="430784"/>
                    <a:pt x="14351" y="445516"/>
                    <a:pt x="31623" y="445516"/>
                  </a:cubicBezTo>
                  <a:lnTo>
                    <a:pt x="31623" y="0"/>
                  </a:lnTo>
                  <a:cubicBezTo>
                    <a:pt x="14351" y="0"/>
                    <a:pt x="0" y="13208"/>
                    <a:pt x="0" y="30861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1" name="Group 61">
            <a:extLst>
              <a:ext uri="{FF2B5EF4-FFF2-40B4-BE49-F238E27FC236}">
                <a16:creationId xmlns:a16="http://schemas.microsoft.com/office/drawing/2014/main" id="{2BB44C1A-47FF-D5DE-4992-CF215C8CE5AE}"/>
              </a:ext>
            </a:extLst>
          </p:cNvPr>
          <p:cNvGrpSpPr/>
          <p:nvPr/>
        </p:nvGrpSpPr>
        <p:grpSpPr>
          <a:xfrm>
            <a:off x="8872918" y="7049881"/>
            <a:ext cx="23755" cy="335156"/>
            <a:chOff x="0" y="0"/>
            <a:chExt cx="31674" cy="446875"/>
          </a:xfrm>
        </p:grpSpPr>
        <p:sp>
          <p:nvSpPr>
            <p:cNvPr id="62" name="Freeform 62">
              <a:extLst>
                <a:ext uri="{FF2B5EF4-FFF2-40B4-BE49-F238E27FC236}">
                  <a16:creationId xmlns:a16="http://schemas.microsoft.com/office/drawing/2014/main" id="{031553FC-E383-544A-11A1-EEF48400733E}"/>
                </a:ext>
              </a:extLst>
            </p:cNvPr>
            <p:cNvSpPr/>
            <p:nvPr/>
          </p:nvSpPr>
          <p:spPr>
            <a:xfrm>
              <a:off x="0" y="0"/>
              <a:ext cx="31623" cy="446913"/>
            </a:xfrm>
            <a:custGeom>
              <a:avLst/>
              <a:gdLst/>
              <a:ahLst/>
              <a:cxnLst/>
              <a:rect l="l" t="t" r="r" b="b"/>
              <a:pathLst>
                <a:path w="31623" h="446913">
                  <a:moveTo>
                    <a:pt x="0" y="32385"/>
                  </a:moveTo>
                  <a:lnTo>
                    <a:pt x="0" y="414528"/>
                  </a:lnTo>
                  <a:cubicBezTo>
                    <a:pt x="0" y="432181"/>
                    <a:pt x="14351" y="446913"/>
                    <a:pt x="31623" y="446913"/>
                  </a:cubicBezTo>
                  <a:lnTo>
                    <a:pt x="31623" y="0"/>
                  </a:lnTo>
                  <a:cubicBezTo>
                    <a:pt x="14351" y="0"/>
                    <a:pt x="0" y="14732"/>
                    <a:pt x="0" y="32385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3" name="Group 63">
            <a:extLst>
              <a:ext uri="{FF2B5EF4-FFF2-40B4-BE49-F238E27FC236}">
                <a16:creationId xmlns:a16="http://schemas.microsoft.com/office/drawing/2014/main" id="{7F9A254E-DC10-A1A5-AC33-149B4DCFECED}"/>
              </a:ext>
            </a:extLst>
          </p:cNvPr>
          <p:cNvGrpSpPr/>
          <p:nvPr/>
        </p:nvGrpSpPr>
        <p:grpSpPr>
          <a:xfrm>
            <a:off x="11125076" y="6752882"/>
            <a:ext cx="23755" cy="537124"/>
            <a:chOff x="0" y="0"/>
            <a:chExt cx="31674" cy="716166"/>
          </a:xfrm>
        </p:grpSpPr>
        <p:sp>
          <p:nvSpPr>
            <p:cNvPr id="64" name="Freeform 64">
              <a:extLst>
                <a:ext uri="{FF2B5EF4-FFF2-40B4-BE49-F238E27FC236}">
                  <a16:creationId xmlns:a16="http://schemas.microsoft.com/office/drawing/2014/main" id="{DFFF194C-69EB-99C7-4E2B-FBFD5817CFBB}"/>
                </a:ext>
              </a:extLst>
            </p:cNvPr>
            <p:cNvSpPr/>
            <p:nvPr/>
          </p:nvSpPr>
          <p:spPr>
            <a:xfrm>
              <a:off x="0" y="0"/>
              <a:ext cx="31623" cy="716153"/>
            </a:xfrm>
            <a:custGeom>
              <a:avLst/>
              <a:gdLst/>
              <a:ahLst/>
              <a:cxnLst/>
              <a:rect l="l" t="t" r="r" b="b"/>
              <a:pathLst>
                <a:path w="31623" h="716153">
                  <a:moveTo>
                    <a:pt x="0" y="0"/>
                  </a:moveTo>
                  <a:lnTo>
                    <a:pt x="0" y="716153"/>
                  </a:lnTo>
                  <a:cubicBezTo>
                    <a:pt x="17272" y="716153"/>
                    <a:pt x="31623" y="701421"/>
                    <a:pt x="31623" y="683768"/>
                  </a:cubicBezTo>
                  <a:lnTo>
                    <a:pt x="31623" y="32385"/>
                  </a:lnTo>
                  <a:cubicBezTo>
                    <a:pt x="31623" y="14732"/>
                    <a:pt x="17272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5" name="Freeform 65">
            <a:extLst>
              <a:ext uri="{FF2B5EF4-FFF2-40B4-BE49-F238E27FC236}">
                <a16:creationId xmlns:a16="http://schemas.microsoft.com/office/drawing/2014/main" id="{15992784-29F9-BD2E-5E01-ABDD22DD416D}"/>
              </a:ext>
            </a:extLst>
          </p:cNvPr>
          <p:cNvSpPr/>
          <p:nvPr/>
        </p:nvSpPr>
        <p:spPr>
          <a:xfrm>
            <a:off x="8897036" y="5723639"/>
            <a:ext cx="2227316" cy="4502877"/>
          </a:xfrm>
          <a:custGeom>
            <a:avLst/>
            <a:gdLst/>
            <a:ahLst/>
            <a:cxnLst/>
            <a:rect l="l" t="t" r="r" b="b"/>
            <a:pathLst>
              <a:path w="2227316" h="4502877">
                <a:moveTo>
                  <a:pt x="0" y="0"/>
                </a:moveTo>
                <a:lnTo>
                  <a:pt x="2227316" y="0"/>
                </a:lnTo>
                <a:lnTo>
                  <a:pt x="2227316" y="4502877"/>
                </a:lnTo>
                <a:lnTo>
                  <a:pt x="0" y="4502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6" name="Freeform 66">
            <a:extLst>
              <a:ext uri="{FF2B5EF4-FFF2-40B4-BE49-F238E27FC236}">
                <a16:creationId xmlns:a16="http://schemas.microsoft.com/office/drawing/2014/main" id="{FC57636E-54E6-F185-D89E-054F58526F26}"/>
              </a:ext>
            </a:extLst>
          </p:cNvPr>
          <p:cNvSpPr/>
          <p:nvPr/>
        </p:nvSpPr>
        <p:spPr>
          <a:xfrm>
            <a:off x="11818801" y="1050836"/>
            <a:ext cx="2183397" cy="4458595"/>
          </a:xfrm>
          <a:custGeom>
            <a:avLst/>
            <a:gdLst/>
            <a:ahLst/>
            <a:cxnLst/>
            <a:rect l="l" t="t" r="r" b="b"/>
            <a:pathLst>
              <a:path w="2183397" h="4458595">
                <a:moveTo>
                  <a:pt x="0" y="0"/>
                </a:moveTo>
                <a:lnTo>
                  <a:pt x="2183397" y="0"/>
                </a:lnTo>
                <a:lnTo>
                  <a:pt x="2183397" y="4458595"/>
                </a:lnTo>
                <a:lnTo>
                  <a:pt x="0" y="44585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67" name="Group 67">
            <a:extLst>
              <a:ext uri="{FF2B5EF4-FFF2-40B4-BE49-F238E27FC236}">
                <a16:creationId xmlns:a16="http://schemas.microsoft.com/office/drawing/2014/main" id="{63C03E24-ABD1-A8F1-E0D0-CF735714A555}"/>
              </a:ext>
            </a:extLst>
          </p:cNvPr>
          <p:cNvGrpSpPr/>
          <p:nvPr/>
        </p:nvGrpSpPr>
        <p:grpSpPr>
          <a:xfrm>
            <a:off x="11933282" y="1164603"/>
            <a:ext cx="1954797" cy="4236844"/>
            <a:chOff x="0" y="0"/>
            <a:chExt cx="2606396" cy="5649125"/>
          </a:xfrm>
        </p:grpSpPr>
        <p:sp>
          <p:nvSpPr>
            <p:cNvPr id="68" name="Freeform 68">
              <a:extLst>
                <a:ext uri="{FF2B5EF4-FFF2-40B4-BE49-F238E27FC236}">
                  <a16:creationId xmlns:a16="http://schemas.microsoft.com/office/drawing/2014/main" id="{136FF807-70CF-B9AD-AC43-76C8D9FA7700}"/>
                </a:ext>
              </a:extLst>
            </p:cNvPr>
            <p:cNvSpPr/>
            <p:nvPr/>
          </p:nvSpPr>
          <p:spPr>
            <a:xfrm>
              <a:off x="0" y="0"/>
              <a:ext cx="2606434" cy="5649087"/>
            </a:xfrm>
            <a:custGeom>
              <a:avLst/>
              <a:gdLst/>
              <a:ahLst/>
              <a:cxnLst/>
              <a:rect l="l" t="t" r="r" b="b"/>
              <a:pathLst>
                <a:path w="2606434" h="5649087">
                  <a:moveTo>
                    <a:pt x="2363724" y="0"/>
                  </a:moveTo>
                  <a:lnTo>
                    <a:pt x="2048891" y="0"/>
                  </a:lnTo>
                  <a:lnTo>
                    <a:pt x="2048891" y="66167"/>
                  </a:lnTo>
                  <a:cubicBezTo>
                    <a:pt x="2048891" y="141224"/>
                    <a:pt x="1987169" y="202946"/>
                    <a:pt x="1912112" y="202946"/>
                  </a:cubicBezTo>
                  <a:lnTo>
                    <a:pt x="697230" y="202946"/>
                  </a:lnTo>
                  <a:cubicBezTo>
                    <a:pt x="622173" y="202946"/>
                    <a:pt x="560451" y="141097"/>
                    <a:pt x="560451" y="66167"/>
                  </a:cubicBezTo>
                  <a:lnTo>
                    <a:pt x="560451" y="0"/>
                  </a:lnTo>
                  <a:lnTo>
                    <a:pt x="242697" y="0"/>
                  </a:lnTo>
                  <a:cubicBezTo>
                    <a:pt x="108839" y="0"/>
                    <a:pt x="0" y="108839"/>
                    <a:pt x="0" y="242697"/>
                  </a:cubicBezTo>
                  <a:lnTo>
                    <a:pt x="0" y="5406390"/>
                  </a:lnTo>
                  <a:cubicBezTo>
                    <a:pt x="0" y="5540248"/>
                    <a:pt x="108839" y="5649087"/>
                    <a:pt x="242697" y="5649087"/>
                  </a:cubicBezTo>
                  <a:lnTo>
                    <a:pt x="2363724" y="5649087"/>
                  </a:lnTo>
                  <a:cubicBezTo>
                    <a:pt x="2497582" y="5649087"/>
                    <a:pt x="2606421" y="5540248"/>
                    <a:pt x="2606421" y="5406390"/>
                  </a:cubicBezTo>
                  <a:lnTo>
                    <a:pt x="2606421" y="242697"/>
                  </a:lnTo>
                  <a:cubicBezTo>
                    <a:pt x="2607818" y="108839"/>
                    <a:pt x="2498979" y="0"/>
                    <a:pt x="2363724" y="0"/>
                  </a:cubicBezTo>
                  <a:close/>
                </a:path>
              </a:pathLst>
            </a:custGeom>
            <a:blipFill>
              <a:blip r:embed="rId7"/>
              <a:stretch>
                <a:fillRect l="-17" r="-1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9" name="Group 69">
            <a:extLst>
              <a:ext uri="{FF2B5EF4-FFF2-40B4-BE49-F238E27FC236}">
                <a16:creationId xmlns:a16="http://schemas.microsoft.com/office/drawing/2014/main" id="{BF9F5BE3-9EAA-5354-3ADE-C9FD34D0CCB1}"/>
              </a:ext>
            </a:extLst>
          </p:cNvPr>
          <p:cNvGrpSpPr/>
          <p:nvPr/>
        </p:nvGrpSpPr>
        <p:grpSpPr>
          <a:xfrm>
            <a:off x="12746517" y="1200960"/>
            <a:ext cx="302038" cy="37081"/>
            <a:chOff x="0" y="0"/>
            <a:chExt cx="402717" cy="49441"/>
          </a:xfrm>
        </p:grpSpPr>
        <p:sp>
          <p:nvSpPr>
            <p:cNvPr id="70" name="Freeform 70">
              <a:extLst>
                <a:ext uri="{FF2B5EF4-FFF2-40B4-BE49-F238E27FC236}">
                  <a16:creationId xmlns:a16="http://schemas.microsoft.com/office/drawing/2014/main" id="{0E4613BF-2F18-8759-134E-810BA84BE12E}"/>
                </a:ext>
              </a:extLst>
            </p:cNvPr>
            <p:cNvSpPr/>
            <p:nvPr/>
          </p:nvSpPr>
          <p:spPr>
            <a:xfrm>
              <a:off x="0" y="0"/>
              <a:ext cx="402717" cy="49403"/>
            </a:xfrm>
            <a:custGeom>
              <a:avLst/>
              <a:gdLst/>
              <a:ahLst/>
              <a:cxnLst/>
              <a:rect l="l" t="t" r="r" b="b"/>
              <a:pathLst>
                <a:path w="402717" h="49403">
                  <a:moveTo>
                    <a:pt x="377698" y="0"/>
                  </a:moveTo>
                  <a:lnTo>
                    <a:pt x="25019" y="0"/>
                  </a:lnTo>
                  <a:cubicBezTo>
                    <a:pt x="11811" y="0"/>
                    <a:pt x="0" y="10160"/>
                    <a:pt x="0" y="24765"/>
                  </a:cubicBezTo>
                  <a:cubicBezTo>
                    <a:pt x="0" y="39370"/>
                    <a:pt x="11811" y="49403"/>
                    <a:pt x="25019" y="49403"/>
                  </a:cubicBezTo>
                  <a:lnTo>
                    <a:pt x="377698" y="49403"/>
                  </a:lnTo>
                  <a:cubicBezTo>
                    <a:pt x="390906" y="49403"/>
                    <a:pt x="402717" y="39243"/>
                    <a:pt x="402717" y="24638"/>
                  </a:cubicBezTo>
                  <a:cubicBezTo>
                    <a:pt x="402717" y="10033"/>
                    <a:pt x="390906" y="0"/>
                    <a:pt x="377698" y="0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1" name="Group 71">
            <a:extLst>
              <a:ext uri="{FF2B5EF4-FFF2-40B4-BE49-F238E27FC236}">
                <a16:creationId xmlns:a16="http://schemas.microsoft.com/office/drawing/2014/main" id="{26CBFEF7-6902-2C98-EC7E-D4DDFB084CD7}"/>
              </a:ext>
            </a:extLst>
          </p:cNvPr>
          <p:cNvGrpSpPr/>
          <p:nvPr/>
        </p:nvGrpSpPr>
        <p:grpSpPr>
          <a:xfrm>
            <a:off x="13144681" y="1191958"/>
            <a:ext cx="55083" cy="54721"/>
            <a:chOff x="0" y="0"/>
            <a:chExt cx="73444" cy="72962"/>
          </a:xfrm>
        </p:grpSpPr>
        <p:sp>
          <p:nvSpPr>
            <p:cNvPr id="72" name="Freeform 72">
              <a:extLst>
                <a:ext uri="{FF2B5EF4-FFF2-40B4-BE49-F238E27FC236}">
                  <a16:creationId xmlns:a16="http://schemas.microsoft.com/office/drawing/2014/main" id="{DC4B3395-960D-DC5E-A06A-B883D3718177}"/>
                </a:ext>
              </a:extLst>
            </p:cNvPr>
            <p:cNvSpPr/>
            <p:nvPr/>
          </p:nvSpPr>
          <p:spPr>
            <a:xfrm>
              <a:off x="48" y="0"/>
              <a:ext cx="73311" cy="72900"/>
            </a:xfrm>
            <a:custGeom>
              <a:avLst/>
              <a:gdLst/>
              <a:ahLst/>
              <a:cxnLst/>
              <a:rect l="l" t="t" r="r" b="b"/>
              <a:pathLst>
                <a:path w="73311" h="72900">
                  <a:moveTo>
                    <a:pt x="36655" y="0"/>
                  </a:moveTo>
                  <a:cubicBezTo>
                    <a:pt x="23574" y="0"/>
                    <a:pt x="11382" y="6858"/>
                    <a:pt x="4905" y="18161"/>
                  </a:cubicBezTo>
                  <a:cubicBezTo>
                    <a:pt x="-1572" y="29464"/>
                    <a:pt x="-1699" y="43434"/>
                    <a:pt x="4905" y="54737"/>
                  </a:cubicBezTo>
                  <a:cubicBezTo>
                    <a:pt x="11509" y="66040"/>
                    <a:pt x="23574" y="73025"/>
                    <a:pt x="36655" y="72898"/>
                  </a:cubicBezTo>
                  <a:cubicBezTo>
                    <a:pt x="49736" y="72771"/>
                    <a:pt x="61928" y="66040"/>
                    <a:pt x="68405" y="54737"/>
                  </a:cubicBezTo>
                  <a:cubicBezTo>
                    <a:pt x="74882" y="43434"/>
                    <a:pt x="75009" y="29464"/>
                    <a:pt x="68405" y="18161"/>
                  </a:cubicBezTo>
                  <a:cubicBezTo>
                    <a:pt x="61801" y="6858"/>
                    <a:pt x="49736" y="0"/>
                    <a:pt x="36655" y="0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3" name="Group 73">
            <a:extLst>
              <a:ext uri="{FF2B5EF4-FFF2-40B4-BE49-F238E27FC236}">
                <a16:creationId xmlns:a16="http://schemas.microsoft.com/office/drawing/2014/main" id="{D757C102-8B64-290E-F3E8-DA22789C8B0B}"/>
              </a:ext>
            </a:extLst>
          </p:cNvPr>
          <p:cNvGrpSpPr/>
          <p:nvPr/>
        </p:nvGrpSpPr>
        <p:grpSpPr>
          <a:xfrm>
            <a:off x="11772357" y="1624679"/>
            <a:ext cx="23755" cy="185042"/>
            <a:chOff x="0" y="0"/>
            <a:chExt cx="31674" cy="246723"/>
          </a:xfrm>
        </p:grpSpPr>
        <p:sp>
          <p:nvSpPr>
            <p:cNvPr id="74" name="Freeform 74">
              <a:extLst>
                <a:ext uri="{FF2B5EF4-FFF2-40B4-BE49-F238E27FC236}">
                  <a16:creationId xmlns:a16="http://schemas.microsoft.com/office/drawing/2014/main" id="{B1C34AA2-F341-4DAF-17DA-C71689D66BAA}"/>
                </a:ext>
              </a:extLst>
            </p:cNvPr>
            <p:cNvSpPr/>
            <p:nvPr/>
          </p:nvSpPr>
          <p:spPr>
            <a:xfrm>
              <a:off x="0" y="0"/>
              <a:ext cx="31623" cy="246634"/>
            </a:xfrm>
            <a:custGeom>
              <a:avLst/>
              <a:gdLst/>
              <a:ahLst/>
              <a:cxnLst/>
              <a:rect l="l" t="t" r="r" b="b"/>
              <a:pathLst>
                <a:path w="31623" h="246634">
                  <a:moveTo>
                    <a:pt x="0" y="30861"/>
                  </a:moveTo>
                  <a:lnTo>
                    <a:pt x="0" y="214376"/>
                  </a:lnTo>
                  <a:cubicBezTo>
                    <a:pt x="0" y="232029"/>
                    <a:pt x="14351" y="246634"/>
                    <a:pt x="31623" y="246634"/>
                  </a:cubicBezTo>
                  <a:lnTo>
                    <a:pt x="31623" y="0"/>
                  </a:lnTo>
                  <a:cubicBezTo>
                    <a:pt x="14351" y="0"/>
                    <a:pt x="0" y="13208"/>
                    <a:pt x="0" y="30861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5" name="Group 75">
            <a:extLst>
              <a:ext uri="{FF2B5EF4-FFF2-40B4-BE49-F238E27FC236}">
                <a16:creationId xmlns:a16="http://schemas.microsoft.com/office/drawing/2014/main" id="{836B195B-7696-6AE7-A575-92A50E5114A2}"/>
              </a:ext>
            </a:extLst>
          </p:cNvPr>
          <p:cNvGrpSpPr/>
          <p:nvPr/>
        </p:nvGrpSpPr>
        <p:grpSpPr>
          <a:xfrm>
            <a:off x="11772357" y="1947958"/>
            <a:ext cx="23755" cy="334080"/>
            <a:chOff x="0" y="0"/>
            <a:chExt cx="31674" cy="445440"/>
          </a:xfrm>
        </p:grpSpPr>
        <p:sp>
          <p:nvSpPr>
            <p:cNvPr id="76" name="Freeform 76">
              <a:extLst>
                <a:ext uri="{FF2B5EF4-FFF2-40B4-BE49-F238E27FC236}">
                  <a16:creationId xmlns:a16="http://schemas.microsoft.com/office/drawing/2014/main" id="{640AE772-C848-F762-C011-C4FC0AAE82E1}"/>
                </a:ext>
              </a:extLst>
            </p:cNvPr>
            <p:cNvSpPr/>
            <p:nvPr/>
          </p:nvSpPr>
          <p:spPr>
            <a:xfrm>
              <a:off x="0" y="0"/>
              <a:ext cx="31623" cy="445516"/>
            </a:xfrm>
            <a:custGeom>
              <a:avLst/>
              <a:gdLst/>
              <a:ahLst/>
              <a:cxnLst/>
              <a:rect l="l" t="t" r="r" b="b"/>
              <a:pathLst>
                <a:path w="31623" h="445516">
                  <a:moveTo>
                    <a:pt x="0" y="30861"/>
                  </a:moveTo>
                  <a:lnTo>
                    <a:pt x="0" y="413131"/>
                  </a:lnTo>
                  <a:cubicBezTo>
                    <a:pt x="0" y="430784"/>
                    <a:pt x="14351" y="445516"/>
                    <a:pt x="31623" y="445516"/>
                  </a:cubicBezTo>
                  <a:lnTo>
                    <a:pt x="31623" y="0"/>
                  </a:lnTo>
                  <a:cubicBezTo>
                    <a:pt x="14351" y="0"/>
                    <a:pt x="0" y="13208"/>
                    <a:pt x="0" y="30861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7" name="Group 77">
            <a:extLst>
              <a:ext uri="{FF2B5EF4-FFF2-40B4-BE49-F238E27FC236}">
                <a16:creationId xmlns:a16="http://schemas.microsoft.com/office/drawing/2014/main" id="{2181DE72-E6F4-32DE-EC82-7E9A7BC02EA1}"/>
              </a:ext>
            </a:extLst>
          </p:cNvPr>
          <p:cNvGrpSpPr/>
          <p:nvPr/>
        </p:nvGrpSpPr>
        <p:grpSpPr>
          <a:xfrm>
            <a:off x="11772357" y="2355123"/>
            <a:ext cx="23755" cy="335156"/>
            <a:chOff x="0" y="0"/>
            <a:chExt cx="31674" cy="446875"/>
          </a:xfrm>
        </p:grpSpPr>
        <p:sp>
          <p:nvSpPr>
            <p:cNvPr id="78" name="Freeform 78">
              <a:extLst>
                <a:ext uri="{FF2B5EF4-FFF2-40B4-BE49-F238E27FC236}">
                  <a16:creationId xmlns:a16="http://schemas.microsoft.com/office/drawing/2014/main" id="{C6FBD38D-289E-4736-ADF5-19B8CB386631}"/>
                </a:ext>
              </a:extLst>
            </p:cNvPr>
            <p:cNvSpPr/>
            <p:nvPr/>
          </p:nvSpPr>
          <p:spPr>
            <a:xfrm>
              <a:off x="0" y="0"/>
              <a:ext cx="31623" cy="446913"/>
            </a:xfrm>
            <a:custGeom>
              <a:avLst/>
              <a:gdLst/>
              <a:ahLst/>
              <a:cxnLst/>
              <a:rect l="l" t="t" r="r" b="b"/>
              <a:pathLst>
                <a:path w="31623" h="446913">
                  <a:moveTo>
                    <a:pt x="0" y="32385"/>
                  </a:moveTo>
                  <a:lnTo>
                    <a:pt x="0" y="414528"/>
                  </a:lnTo>
                  <a:cubicBezTo>
                    <a:pt x="0" y="432181"/>
                    <a:pt x="14351" y="446913"/>
                    <a:pt x="31623" y="446913"/>
                  </a:cubicBezTo>
                  <a:lnTo>
                    <a:pt x="31623" y="0"/>
                  </a:lnTo>
                  <a:cubicBezTo>
                    <a:pt x="14351" y="0"/>
                    <a:pt x="0" y="14732"/>
                    <a:pt x="0" y="32385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9" name="Group 79">
            <a:extLst>
              <a:ext uri="{FF2B5EF4-FFF2-40B4-BE49-F238E27FC236}">
                <a16:creationId xmlns:a16="http://schemas.microsoft.com/office/drawing/2014/main" id="{E795575E-8CCC-280B-48CF-8A84E775D828}"/>
              </a:ext>
            </a:extLst>
          </p:cNvPr>
          <p:cNvGrpSpPr/>
          <p:nvPr/>
        </p:nvGrpSpPr>
        <p:grpSpPr>
          <a:xfrm>
            <a:off x="14024524" y="2058124"/>
            <a:ext cx="23755" cy="537124"/>
            <a:chOff x="0" y="0"/>
            <a:chExt cx="31674" cy="716166"/>
          </a:xfrm>
        </p:grpSpPr>
        <p:sp>
          <p:nvSpPr>
            <p:cNvPr id="80" name="Freeform 80">
              <a:extLst>
                <a:ext uri="{FF2B5EF4-FFF2-40B4-BE49-F238E27FC236}">
                  <a16:creationId xmlns:a16="http://schemas.microsoft.com/office/drawing/2014/main" id="{FE644FC9-14FD-9F7E-530F-DE759BA4271E}"/>
                </a:ext>
              </a:extLst>
            </p:cNvPr>
            <p:cNvSpPr/>
            <p:nvPr/>
          </p:nvSpPr>
          <p:spPr>
            <a:xfrm>
              <a:off x="0" y="0"/>
              <a:ext cx="31623" cy="716153"/>
            </a:xfrm>
            <a:custGeom>
              <a:avLst/>
              <a:gdLst/>
              <a:ahLst/>
              <a:cxnLst/>
              <a:rect l="l" t="t" r="r" b="b"/>
              <a:pathLst>
                <a:path w="31623" h="716153">
                  <a:moveTo>
                    <a:pt x="0" y="0"/>
                  </a:moveTo>
                  <a:lnTo>
                    <a:pt x="0" y="716153"/>
                  </a:lnTo>
                  <a:cubicBezTo>
                    <a:pt x="17272" y="716153"/>
                    <a:pt x="31623" y="701421"/>
                    <a:pt x="31623" y="683768"/>
                  </a:cubicBezTo>
                  <a:lnTo>
                    <a:pt x="31623" y="32385"/>
                  </a:lnTo>
                  <a:cubicBezTo>
                    <a:pt x="31623" y="14732"/>
                    <a:pt x="17272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1" name="Freeform 81">
            <a:extLst>
              <a:ext uri="{FF2B5EF4-FFF2-40B4-BE49-F238E27FC236}">
                <a16:creationId xmlns:a16="http://schemas.microsoft.com/office/drawing/2014/main" id="{EE1E062C-4495-F4E9-4A7B-E1C29093E5CA}"/>
              </a:ext>
            </a:extLst>
          </p:cNvPr>
          <p:cNvSpPr/>
          <p:nvPr/>
        </p:nvSpPr>
        <p:spPr>
          <a:xfrm>
            <a:off x="11796484" y="1028881"/>
            <a:ext cx="2227316" cy="4502877"/>
          </a:xfrm>
          <a:custGeom>
            <a:avLst/>
            <a:gdLst/>
            <a:ahLst/>
            <a:cxnLst/>
            <a:rect l="l" t="t" r="r" b="b"/>
            <a:pathLst>
              <a:path w="2227316" h="4502877">
                <a:moveTo>
                  <a:pt x="0" y="0"/>
                </a:moveTo>
                <a:lnTo>
                  <a:pt x="2227316" y="0"/>
                </a:lnTo>
                <a:lnTo>
                  <a:pt x="2227316" y="4502877"/>
                </a:lnTo>
                <a:lnTo>
                  <a:pt x="0" y="4502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86" name="Group 86">
            <a:extLst>
              <a:ext uri="{FF2B5EF4-FFF2-40B4-BE49-F238E27FC236}">
                <a16:creationId xmlns:a16="http://schemas.microsoft.com/office/drawing/2014/main" id="{B0B73639-360C-42DD-185C-65E73DF6E22F}"/>
              </a:ext>
            </a:extLst>
          </p:cNvPr>
          <p:cNvGrpSpPr/>
          <p:nvPr/>
        </p:nvGrpSpPr>
        <p:grpSpPr>
          <a:xfrm>
            <a:off x="11184150" y="3242910"/>
            <a:ext cx="578101" cy="50702"/>
            <a:chOff x="0" y="0"/>
            <a:chExt cx="770801" cy="67602"/>
          </a:xfrm>
        </p:grpSpPr>
        <p:sp>
          <p:nvSpPr>
            <p:cNvPr id="87" name="Freeform 87">
              <a:extLst>
                <a:ext uri="{FF2B5EF4-FFF2-40B4-BE49-F238E27FC236}">
                  <a16:creationId xmlns:a16="http://schemas.microsoft.com/office/drawing/2014/main" id="{0CF78087-2BDB-87AA-8A33-2A4A4FC8791F}"/>
                </a:ext>
              </a:extLst>
            </p:cNvPr>
            <p:cNvSpPr/>
            <p:nvPr/>
          </p:nvSpPr>
          <p:spPr>
            <a:xfrm>
              <a:off x="0" y="0"/>
              <a:ext cx="770763" cy="67564"/>
            </a:xfrm>
            <a:custGeom>
              <a:avLst/>
              <a:gdLst/>
              <a:ahLst/>
              <a:cxnLst/>
              <a:rect l="l" t="t" r="r" b="b"/>
              <a:pathLst>
                <a:path w="770763" h="67564">
                  <a:moveTo>
                    <a:pt x="0" y="67564"/>
                  </a:moveTo>
                  <a:lnTo>
                    <a:pt x="0" y="33782"/>
                  </a:lnTo>
                  <a:cubicBezTo>
                    <a:pt x="0" y="24892"/>
                    <a:pt x="1016" y="16256"/>
                    <a:pt x="2667" y="9906"/>
                  </a:cubicBezTo>
                  <a:cubicBezTo>
                    <a:pt x="4318" y="3556"/>
                    <a:pt x="6731" y="0"/>
                    <a:pt x="9144" y="0"/>
                  </a:cubicBezTo>
                  <a:lnTo>
                    <a:pt x="770763" y="0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t="-172266" r="-4" b="-172322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8" name="Group 88">
            <a:extLst>
              <a:ext uri="{FF2B5EF4-FFF2-40B4-BE49-F238E27FC236}">
                <a16:creationId xmlns:a16="http://schemas.microsoft.com/office/drawing/2014/main" id="{BA64AFAD-D3B9-3102-51F4-1B14FB318D73}"/>
              </a:ext>
            </a:extLst>
          </p:cNvPr>
          <p:cNvGrpSpPr/>
          <p:nvPr/>
        </p:nvGrpSpPr>
        <p:grpSpPr>
          <a:xfrm>
            <a:off x="14077112" y="3274590"/>
            <a:ext cx="578101" cy="50702"/>
            <a:chOff x="0" y="0"/>
            <a:chExt cx="770801" cy="67602"/>
          </a:xfrm>
        </p:grpSpPr>
        <p:sp>
          <p:nvSpPr>
            <p:cNvPr id="89" name="Freeform 89">
              <a:extLst>
                <a:ext uri="{FF2B5EF4-FFF2-40B4-BE49-F238E27FC236}">
                  <a16:creationId xmlns:a16="http://schemas.microsoft.com/office/drawing/2014/main" id="{1193D82B-6E93-1B64-05E2-0833CACA7E37}"/>
                </a:ext>
              </a:extLst>
            </p:cNvPr>
            <p:cNvSpPr/>
            <p:nvPr/>
          </p:nvSpPr>
          <p:spPr>
            <a:xfrm>
              <a:off x="0" y="0"/>
              <a:ext cx="770763" cy="67564"/>
            </a:xfrm>
            <a:custGeom>
              <a:avLst/>
              <a:gdLst/>
              <a:ahLst/>
              <a:cxnLst/>
              <a:rect l="l" t="t" r="r" b="b"/>
              <a:pathLst>
                <a:path w="770763" h="67564">
                  <a:moveTo>
                    <a:pt x="0" y="67564"/>
                  </a:moveTo>
                  <a:lnTo>
                    <a:pt x="0" y="33782"/>
                  </a:lnTo>
                  <a:cubicBezTo>
                    <a:pt x="0" y="24892"/>
                    <a:pt x="1016" y="16256"/>
                    <a:pt x="2667" y="9906"/>
                  </a:cubicBezTo>
                  <a:cubicBezTo>
                    <a:pt x="4318" y="3556"/>
                    <a:pt x="6731" y="0"/>
                    <a:pt x="9144" y="0"/>
                  </a:cubicBezTo>
                  <a:lnTo>
                    <a:pt x="770763" y="0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t="-172266" r="-4" b="-172322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0" name="TextBox 90">
            <a:extLst>
              <a:ext uri="{FF2B5EF4-FFF2-40B4-BE49-F238E27FC236}">
                <a16:creationId xmlns:a16="http://schemas.microsoft.com/office/drawing/2014/main" id="{12E897CA-7AC2-EAA7-DB53-52C987A93FD6}"/>
              </a:ext>
            </a:extLst>
          </p:cNvPr>
          <p:cNvSpPr txBox="1"/>
          <p:nvPr/>
        </p:nvSpPr>
        <p:spPr>
          <a:xfrm>
            <a:off x="5800677" y="-164144"/>
            <a:ext cx="6205680" cy="1232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34"/>
              </a:lnSpc>
            </a:pPr>
            <a:r>
              <a:rPr lang="en-US" sz="6239" b="1" spc="0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Immunisation</a:t>
            </a:r>
            <a:endParaRPr lang="en-US" sz="6239" b="1" spc="0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ACA585-0D18-701F-F14F-4765DA81B8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00428" y="1045617"/>
            <a:ext cx="5064164" cy="8849325"/>
          </a:xfrm>
          <a:prstGeom prst="rect">
            <a:avLst/>
          </a:prstGeom>
        </p:spPr>
      </p:pic>
      <p:grpSp>
        <p:nvGrpSpPr>
          <p:cNvPr id="82" name="Group 82">
            <a:extLst>
              <a:ext uri="{FF2B5EF4-FFF2-40B4-BE49-F238E27FC236}">
                <a16:creationId xmlns:a16="http://schemas.microsoft.com/office/drawing/2014/main" id="{7088BCB9-3CF6-674B-418D-884C357B2F28}"/>
              </a:ext>
            </a:extLst>
          </p:cNvPr>
          <p:cNvGrpSpPr/>
          <p:nvPr/>
        </p:nvGrpSpPr>
        <p:grpSpPr>
          <a:xfrm>
            <a:off x="5217871" y="3261627"/>
            <a:ext cx="3699662" cy="2686622"/>
            <a:chOff x="0" y="0"/>
            <a:chExt cx="4932883" cy="3582162"/>
          </a:xfrm>
        </p:grpSpPr>
        <p:sp>
          <p:nvSpPr>
            <p:cNvPr id="83" name="Freeform 83">
              <a:extLst>
                <a:ext uri="{FF2B5EF4-FFF2-40B4-BE49-F238E27FC236}">
                  <a16:creationId xmlns:a16="http://schemas.microsoft.com/office/drawing/2014/main" id="{E41B9B67-840F-C474-1495-31D1301AF03D}"/>
                </a:ext>
              </a:extLst>
            </p:cNvPr>
            <p:cNvSpPr/>
            <p:nvPr/>
          </p:nvSpPr>
          <p:spPr>
            <a:xfrm>
              <a:off x="0" y="0"/>
              <a:ext cx="4932807" cy="3582162"/>
            </a:xfrm>
            <a:custGeom>
              <a:avLst/>
              <a:gdLst/>
              <a:ahLst/>
              <a:cxnLst/>
              <a:rect l="l" t="t" r="r" b="b"/>
              <a:pathLst>
                <a:path w="4932807" h="3582162">
                  <a:moveTo>
                    <a:pt x="0" y="3582162"/>
                  </a:moveTo>
                  <a:lnTo>
                    <a:pt x="2324354" y="3582162"/>
                  </a:lnTo>
                  <a:cubicBezTo>
                    <a:pt x="2494407" y="3582162"/>
                    <a:pt x="2632329" y="3443732"/>
                    <a:pt x="2632329" y="3273044"/>
                  </a:cubicBezTo>
                  <a:lnTo>
                    <a:pt x="2632329" y="309118"/>
                  </a:lnTo>
                  <a:cubicBezTo>
                    <a:pt x="2632329" y="138430"/>
                    <a:pt x="2770124" y="0"/>
                    <a:pt x="2940177" y="0"/>
                  </a:cubicBezTo>
                  <a:lnTo>
                    <a:pt x="4932807" y="0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l="-43172" r="-43173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4" name="Group 84">
            <a:extLst>
              <a:ext uri="{FF2B5EF4-FFF2-40B4-BE49-F238E27FC236}">
                <a16:creationId xmlns:a16="http://schemas.microsoft.com/office/drawing/2014/main" id="{C9395B6E-B9FE-7028-C004-2C930432E116}"/>
              </a:ext>
            </a:extLst>
          </p:cNvPr>
          <p:cNvGrpSpPr/>
          <p:nvPr/>
        </p:nvGrpSpPr>
        <p:grpSpPr>
          <a:xfrm>
            <a:off x="5260038" y="6805470"/>
            <a:ext cx="3699605" cy="1127465"/>
            <a:chOff x="0" y="0"/>
            <a:chExt cx="4237355" cy="1503286"/>
          </a:xfrm>
        </p:grpSpPr>
        <p:sp>
          <p:nvSpPr>
            <p:cNvPr id="85" name="Freeform 85">
              <a:extLst>
                <a:ext uri="{FF2B5EF4-FFF2-40B4-BE49-F238E27FC236}">
                  <a16:creationId xmlns:a16="http://schemas.microsoft.com/office/drawing/2014/main" id="{A33D113D-9E24-C105-E015-CDFB56898D3E}"/>
                </a:ext>
              </a:extLst>
            </p:cNvPr>
            <p:cNvSpPr/>
            <p:nvPr/>
          </p:nvSpPr>
          <p:spPr>
            <a:xfrm>
              <a:off x="0" y="0"/>
              <a:ext cx="4237355" cy="1503299"/>
            </a:xfrm>
            <a:custGeom>
              <a:avLst/>
              <a:gdLst/>
              <a:ahLst/>
              <a:cxnLst/>
              <a:rect l="l" t="t" r="r" b="b"/>
              <a:pathLst>
                <a:path w="4237355" h="1503299">
                  <a:moveTo>
                    <a:pt x="0" y="0"/>
                  </a:moveTo>
                  <a:lnTo>
                    <a:pt x="1567434" y="0"/>
                  </a:lnTo>
                  <a:cubicBezTo>
                    <a:pt x="1737741" y="0"/>
                    <a:pt x="1875917" y="141224"/>
                    <a:pt x="1875917" y="315341"/>
                  </a:cubicBezTo>
                  <a:lnTo>
                    <a:pt x="1875917" y="1187958"/>
                  </a:lnTo>
                  <a:cubicBezTo>
                    <a:pt x="1875917" y="1362075"/>
                    <a:pt x="2013966" y="1503299"/>
                    <a:pt x="2184400" y="1503299"/>
                  </a:cubicBezTo>
                  <a:lnTo>
                    <a:pt x="4237355" y="1503299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t="-4922" b="-4922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815989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83544-FA34-8B53-07FA-ECE8EBD8E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8">
            <a:extLst>
              <a:ext uri="{FF2B5EF4-FFF2-40B4-BE49-F238E27FC236}">
                <a16:creationId xmlns:a16="http://schemas.microsoft.com/office/drawing/2014/main" id="{B256306B-7F68-003D-0D3D-6B053C9C97FD}"/>
              </a:ext>
            </a:extLst>
          </p:cNvPr>
          <p:cNvSpPr/>
          <p:nvPr/>
        </p:nvSpPr>
        <p:spPr>
          <a:xfrm>
            <a:off x="8920801" y="1050836"/>
            <a:ext cx="2183397" cy="4458595"/>
          </a:xfrm>
          <a:custGeom>
            <a:avLst/>
            <a:gdLst/>
            <a:ahLst/>
            <a:cxnLst/>
            <a:rect l="l" t="t" r="r" b="b"/>
            <a:pathLst>
              <a:path w="2183397" h="4458595">
                <a:moveTo>
                  <a:pt x="0" y="0"/>
                </a:moveTo>
                <a:lnTo>
                  <a:pt x="2183396" y="0"/>
                </a:lnTo>
                <a:lnTo>
                  <a:pt x="2183396" y="4458595"/>
                </a:lnTo>
                <a:lnTo>
                  <a:pt x="0" y="44585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1A80A8BF-7E23-54F1-3D7C-43E0CF35D147}"/>
              </a:ext>
            </a:extLst>
          </p:cNvPr>
          <p:cNvGrpSpPr/>
          <p:nvPr/>
        </p:nvGrpSpPr>
        <p:grpSpPr>
          <a:xfrm>
            <a:off x="9035644" y="1164603"/>
            <a:ext cx="1954797" cy="4236844"/>
            <a:chOff x="0" y="0"/>
            <a:chExt cx="2606396" cy="5649125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FBC68E2F-4A35-7CB5-FEA7-2C4E8ECA6BC3}"/>
                </a:ext>
              </a:extLst>
            </p:cNvPr>
            <p:cNvSpPr/>
            <p:nvPr/>
          </p:nvSpPr>
          <p:spPr>
            <a:xfrm>
              <a:off x="0" y="0"/>
              <a:ext cx="2606434" cy="5649087"/>
            </a:xfrm>
            <a:custGeom>
              <a:avLst/>
              <a:gdLst/>
              <a:ahLst/>
              <a:cxnLst/>
              <a:rect l="l" t="t" r="r" b="b"/>
              <a:pathLst>
                <a:path w="2606434" h="5649087">
                  <a:moveTo>
                    <a:pt x="2363724" y="0"/>
                  </a:moveTo>
                  <a:lnTo>
                    <a:pt x="2048891" y="0"/>
                  </a:lnTo>
                  <a:lnTo>
                    <a:pt x="2048891" y="66167"/>
                  </a:lnTo>
                  <a:cubicBezTo>
                    <a:pt x="2048891" y="141224"/>
                    <a:pt x="1987169" y="202946"/>
                    <a:pt x="1912112" y="202946"/>
                  </a:cubicBezTo>
                  <a:lnTo>
                    <a:pt x="697230" y="202946"/>
                  </a:lnTo>
                  <a:cubicBezTo>
                    <a:pt x="622173" y="202946"/>
                    <a:pt x="560451" y="141097"/>
                    <a:pt x="560451" y="66167"/>
                  </a:cubicBezTo>
                  <a:lnTo>
                    <a:pt x="560451" y="0"/>
                  </a:lnTo>
                  <a:lnTo>
                    <a:pt x="242697" y="0"/>
                  </a:lnTo>
                  <a:cubicBezTo>
                    <a:pt x="108839" y="0"/>
                    <a:pt x="0" y="108839"/>
                    <a:pt x="0" y="242697"/>
                  </a:cubicBezTo>
                  <a:lnTo>
                    <a:pt x="0" y="5406390"/>
                  </a:lnTo>
                  <a:cubicBezTo>
                    <a:pt x="0" y="5540248"/>
                    <a:pt x="108839" y="5649087"/>
                    <a:pt x="242697" y="5649087"/>
                  </a:cubicBezTo>
                  <a:lnTo>
                    <a:pt x="2363724" y="5649087"/>
                  </a:lnTo>
                  <a:cubicBezTo>
                    <a:pt x="2497582" y="5649087"/>
                    <a:pt x="2606421" y="5540248"/>
                    <a:pt x="2606421" y="5406390"/>
                  </a:cubicBezTo>
                  <a:lnTo>
                    <a:pt x="2606421" y="242697"/>
                  </a:lnTo>
                  <a:cubicBezTo>
                    <a:pt x="2607818" y="108839"/>
                    <a:pt x="2498979" y="0"/>
                    <a:pt x="2363724" y="0"/>
                  </a:cubicBezTo>
                  <a:close/>
                </a:path>
              </a:pathLst>
            </a:custGeom>
            <a:blipFill>
              <a:blip r:embed="rId3"/>
              <a:stretch>
                <a:fillRect l="-17" r="-1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1" name="Group 21">
            <a:extLst>
              <a:ext uri="{FF2B5EF4-FFF2-40B4-BE49-F238E27FC236}">
                <a16:creationId xmlns:a16="http://schemas.microsoft.com/office/drawing/2014/main" id="{A77D7EA3-9B27-6044-764A-3B768E24E493}"/>
              </a:ext>
            </a:extLst>
          </p:cNvPr>
          <p:cNvGrpSpPr/>
          <p:nvPr/>
        </p:nvGrpSpPr>
        <p:grpSpPr>
          <a:xfrm>
            <a:off x="9848879" y="1200960"/>
            <a:ext cx="302038" cy="37081"/>
            <a:chOff x="0" y="0"/>
            <a:chExt cx="402717" cy="49441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67A743BC-7679-EA0F-8540-608C64C5E8CB}"/>
                </a:ext>
              </a:extLst>
            </p:cNvPr>
            <p:cNvSpPr/>
            <p:nvPr/>
          </p:nvSpPr>
          <p:spPr>
            <a:xfrm>
              <a:off x="0" y="0"/>
              <a:ext cx="402717" cy="49403"/>
            </a:xfrm>
            <a:custGeom>
              <a:avLst/>
              <a:gdLst/>
              <a:ahLst/>
              <a:cxnLst/>
              <a:rect l="l" t="t" r="r" b="b"/>
              <a:pathLst>
                <a:path w="402717" h="49403">
                  <a:moveTo>
                    <a:pt x="377698" y="0"/>
                  </a:moveTo>
                  <a:lnTo>
                    <a:pt x="25019" y="0"/>
                  </a:lnTo>
                  <a:cubicBezTo>
                    <a:pt x="11811" y="0"/>
                    <a:pt x="0" y="10160"/>
                    <a:pt x="0" y="24765"/>
                  </a:cubicBezTo>
                  <a:cubicBezTo>
                    <a:pt x="0" y="39370"/>
                    <a:pt x="11811" y="49403"/>
                    <a:pt x="25019" y="49403"/>
                  </a:cubicBezTo>
                  <a:lnTo>
                    <a:pt x="377698" y="49403"/>
                  </a:lnTo>
                  <a:cubicBezTo>
                    <a:pt x="390906" y="49403"/>
                    <a:pt x="402717" y="39243"/>
                    <a:pt x="402717" y="24638"/>
                  </a:cubicBezTo>
                  <a:cubicBezTo>
                    <a:pt x="402717" y="10033"/>
                    <a:pt x="390906" y="0"/>
                    <a:pt x="377698" y="0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6B5BD4E3-4158-380B-09E2-3FDC8DF73AB0}"/>
              </a:ext>
            </a:extLst>
          </p:cNvPr>
          <p:cNvGrpSpPr/>
          <p:nvPr/>
        </p:nvGrpSpPr>
        <p:grpSpPr>
          <a:xfrm>
            <a:off x="10247043" y="1191958"/>
            <a:ext cx="55083" cy="54721"/>
            <a:chOff x="0" y="0"/>
            <a:chExt cx="73444" cy="72962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58B5B6B6-E1C0-3B8F-E979-7A003A492457}"/>
                </a:ext>
              </a:extLst>
            </p:cNvPr>
            <p:cNvSpPr/>
            <p:nvPr/>
          </p:nvSpPr>
          <p:spPr>
            <a:xfrm>
              <a:off x="48" y="0"/>
              <a:ext cx="73311" cy="72900"/>
            </a:xfrm>
            <a:custGeom>
              <a:avLst/>
              <a:gdLst/>
              <a:ahLst/>
              <a:cxnLst/>
              <a:rect l="l" t="t" r="r" b="b"/>
              <a:pathLst>
                <a:path w="73311" h="72900">
                  <a:moveTo>
                    <a:pt x="36655" y="0"/>
                  </a:moveTo>
                  <a:cubicBezTo>
                    <a:pt x="23574" y="0"/>
                    <a:pt x="11382" y="6858"/>
                    <a:pt x="4905" y="18161"/>
                  </a:cubicBezTo>
                  <a:cubicBezTo>
                    <a:pt x="-1572" y="29464"/>
                    <a:pt x="-1699" y="43434"/>
                    <a:pt x="4905" y="54737"/>
                  </a:cubicBezTo>
                  <a:cubicBezTo>
                    <a:pt x="11509" y="66040"/>
                    <a:pt x="23574" y="73025"/>
                    <a:pt x="36655" y="72898"/>
                  </a:cubicBezTo>
                  <a:cubicBezTo>
                    <a:pt x="49736" y="72771"/>
                    <a:pt x="61928" y="66040"/>
                    <a:pt x="68405" y="54737"/>
                  </a:cubicBezTo>
                  <a:cubicBezTo>
                    <a:pt x="74882" y="43434"/>
                    <a:pt x="75009" y="29464"/>
                    <a:pt x="68405" y="18161"/>
                  </a:cubicBezTo>
                  <a:cubicBezTo>
                    <a:pt x="61801" y="6858"/>
                    <a:pt x="49736" y="0"/>
                    <a:pt x="36655" y="0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76FA02A2-F05D-2D59-97AE-92BC79FE2DE8}"/>
              </a:ext>
            </a:extLst>
          </p:cNvPr>
          <p:cNvGrpSpPr/>
          <p:nvPr/>
        </p:nvGrpSpPr>
        <p:grpSpPr>
          <a:xfrm>
            <a:off x="8874719" y="1624679"/>
            <a:ext cx="23755" cy="185042"/>
            <a:chOff x="0" y="0"/>
            <a:chExt cx="31674" cy="246723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ECABA27-B843-CCDE-A9E1-16702DA93E4F}"/>
                </a:ext>
              </a:extLst>
            </p:cNvPr>
            <p:cNvSpPr/>
            <p:nvPr/>
          </p:nvSpPr>
          <p:spPr>
            <a:xfrm>
              <a:off x="0" y="0"/>
              <a:ext cx="31623" cy="246634"/>
            </a:xfrm>
            <a:custGeom>
              <a:avLst/>
              <a:gdLst/>
              <a:ahLst/>
              <a:cxnLst/>
              <a:rect l="l" t="t" r="r" b="b"/>
              <a:pathLst>
                <a:path w="31623" h="246634">
                  <a:moveTo>
                    <a:pt x="0" y="30861"/>
                  </a:moveTo>
                  <a:lnTo>
                    <a:pt x="0" y="214376"/>
                  </a:lnTo>
                  <a:cubicBezTo>
                    <a:pt x="0" y="232029"/>
                    <a:pt x="14351" y="246634"/>
                    <a:pt x="31623" y="246634"/>
                  </a:cubicBezTo>
                  <a:lnTo>
                    <a:pt x="31623" y="0"/>
                  </a:lnTo>
                  <a:cubicBezTo>
                    <a:pt x="14351" y="0"/>
                    <a:pt x="0" y="13208"/>
                    <a:pt x="0" y="30861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C305B858-2243-E04B-78A8-1ACD96336238}"/>
              </a:ext>
            </a:extLst>
          </p:cNvPr>
          <p:cNvGrpSpPr/>
          <p:nvPr/>
        </p:nvGrpSpPr>
        <p:grpSpPr>
          <a:xfrm>
            <a:off x="8874719" y="1947958"/>
            <a:ext cx="23755" cy="334080"/>
            <a:chOff x="0" y="0"/>
            <a:chExt cx="31674" cy="445440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7DA3608F-E5DD-69E7-B3FF-089DCD33DB31}"/>
                </a:ext>
              </a:extLst>
            </p:cNvPr>
            <p:cNvSpPr/>
            <p:nvPr/>
          </p:nvSpPr>
          <p:spPr>
            <a:xfrm>
              <a:off x="0" y="0"/>
              <a:ext cx="31623" cy="445516"/>
            </a:xfrm>
            <a:custGeom>
              <a:avLst/>
              <a:gdLst/>
              <a:ahLst/>
              <a:cxnLst/>
              <a:rect l="l" t="t" r="r" b="b"/>
              <a:pathLst>
                <a:path w="31623" h="445516">
                  <a:moveTo>
                    <a:pt x="0" y="30861"/>
                  </a:moveTo>
                  <a:lnTo>
                    <a:pt x="0" y="413131"/>
                  </a:lnTo>
                  <a:cubicBezTo>
                    <a:pt x="0" y="430784"/>
                    <a:pt x="14351" y="445516"/>
                    <a:pt x="31623" y="445516"/>
                  </a:cubicBezTo>
                  <a:lnTo>
                    <a:pt x="31623" y="0"/>
                  </a:lnTo>
                  <a:cubicBezTo>
                    <a:pt x="14351" y="0"/>
                    <a:pt x="0" y="13208"/>
                    <a:pt x="0" y="30861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BBB71B4D-C767-B579-A828-CF65E74BE23C}"/>
              </a:ext>
            </a:extLst>
          </p:cNvPr>
          <p:cNvGrpSpPr/>
          <p:nvPr/>
        </p:nvGrpSpPr>
        <p:grpSpPr>
          <a:xfrm>
            <a:off x="8874719" y="2355123"/>
            <a:ext cx="23755" cy="335156"/>
            <a:chOff x="0" y="0"/>
            <a:chExt cx="31674" cy="446875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5E886161-5040-AA40-350B-444A2F670E60}"/>
                </a:ext>
              </a:extLst>
            </p:cNvPr>
            <p:cNvSpPr/>
            <p:nvPr/>
          </p:nvSpPr>
          <p:spPr>
            <a:xfrm>
              <a:off x="0" y="0"/>
              <a:ext cx="31623" cy="446913"/>
            </a:xfrm>
            <a:custGeom>
              <a:avLst/>
              <a:gdLst/>
              <a:ahLst/>
              <a:cxnLst/>
              <a:rect l="l" t="t" r="r" b="b"/>
              <a:pathLst>
                <a:path w="31623" h="446913">
                  <a:moveTo>
                    <a:pt x="0" y="32385"/>
                  </a:moveTo>
                  <a:lnTo>
                    <a:pt x="0" y="414528"/>
                  </a:lnTo>
                  <a:cubicBezTo>
                    <a:pt x="0" y="432181"/>
                    <a:pt x="14351" y="446913"/>
                    <a:pt x="31623" y="446913"/>
                  </a:cubicBezTo>
                  <a:lnTo>
                    <a:pt x="31623" y="0"/>
                  </a:lnTo>
                  <a:cubicBezTo>
                    <a:pt x="14351" y="0"/>
                    <a:pt x="0" y="14732"/>
                    <a:pt x="0" y="32385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08CFA7FC-8C44-62DC-89C2-C5DB320CB02A}"/>
              </a:ext>
            </a:extLst>
          </p:cNvPr>
          <p:cNvGrpSpPr/>
          <p:nvPr/>
        </p:nvGrpSpPr>
        <p:grpSpPr>
          <a:xfrm>
            <a:off x="11126876" y="2058124"/>
            <a:ext cx="23755" cy="537124"/>
            <a:chOff x="0" y="0"/>
            <a:chExt cx="31674" cy="716166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D380CB60-DA29-B608-6C8F-CCC4170F6F1A}"/>
                </a:ext>
              </a:extLst>
            </p:cNvPr>
            <p:cNvSpPr/>
            <p:nvPr/>
          </p:nvSpPr>
          <p:spPr>
            <a:xfrm>
              <a:off x="0" y="0"/>
              <a:ext cx="31623" cy="716153"/>
            </a:xfrm>
            <a:custGeom>
              <a:avLst/>
              <a:gdLst/>
              <a:ahLst/>
              <a:cxnLst/>
              <a:rect l="l" t="t" r="r" b="b"/>
              <a:pathLst>
                <a:path w="31623" h="716153">
                  <a:moveTo>
                    <a:pt x="0" y="0"/>
                  </a:moveTo>
                  <a:lnTo>
                    <a:pt x="0" y="716153"/>
                  </a:lnTo>
                  <a:cubicBezTo>
                    <a:pt x="17272" y="716153"/>
                    <a:pt x="31623" y="701421"/>
                    <a:pt x="31623" y="683768"/>
                  </a:cubicBezTo>
                  <a:lnTo>
                    <a:pt x="31623" y="32385"/>
                  </a:lnTo>
                  <a:cubicBezTo>
                    <a:pt x="31623" y="14732"/>
                    <a:pt x="17272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3" name="Freeform 33">
            <a:extLst>
              <a:ext uri="{FF2B5EF4-FFF2-40B4-BE49-F238E27FC236}">
                <a16:creationId xmlns:a16="http://schemas.microsoft.com/office/drawing/2014/main" id="{2CFE01E9-D636-FE24-F846-70BCF05B3181}"/>
              </a:ext>
            </a:extLst>
          </p:cNvPr>
          <p:cNvSpPr/>
          <p:nvPr/>
        </p:nvSpPr>
        <p:spPr>
          <a:xfrm>
            <a:off x="8898836" y="1028881"/>
            <a:ext cx="2227316" cy="4502877"/>
          </a:xfrm>
          <a:custGeom>
            <a:avLst/>
            <a:gdLst/>
            <a:ahLst/>
            <a:cxnLst/>
            <a:rect l="l" t="t" r="r" b="b"/>
            <a:pathLst>
              <a:path w="2227316" h="4502877">
                <a:moveTo>
                  <a:pt x="0" y="0"/>
                </a:moveTo>
                <a:lnTo>
                  <a:pt x="2227316" y="0"/>
                </a:lnTo>
                <a:lnTo>
                  <a:pt x="2227316" y="4502877"/>
                </a:lnTo>
                <a:lnTo>
                  <a:pt x="0" y="4502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4" name="Freeform 34">
            <a:extLst>
              <a:ext uri="{FF2B5EF4-FFF2-40B4-BE49-F238E27FC236}">
                <a16:creationId xmlns:a16="http://schemas.microsoft.com/office/drawing/2014/main" id="{BCE919E9-A729-D829-413B-7ED16B8803F2}"/>
              </a:ext>
            </a:extLst>
          </p:cNvPr>
          <p:cNvSpPr/>
          <p:nvPr/>
        </p:nvSpPr>
        <p:spPr>
          <a:xfrm>
            <a:off x="14714277" y="1050836"/>
            <a:ext cx="2183397" cy="4458595"/>
          </a:xfrm>
          <a:custGeom>
            <a:avLst/>
            <a:gdLst/>
            <a:ahLst/>
            <a:cxnLst/>
            <a:rect l="l" t="t" r="r" b="b"/>
            <a:pathLst>
              <a:path w="2183397" h="4458595">
                <a:moveTo>
                  <a:pt x="0" y="0"/>
                </a:moveTo>
                <a:lnTo>
                  <a:pt x="2183397" y="0"/>
                </a:lnTo>
                <a:lnTo>
                  <a:pt x="2183397" y="4458595"/>
                </a:lnTo>
                <a:lnTo>
                  <a:pt x="0" y="44585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9EB4B3E0-95BB-CEE7-D770-A07FF688794F}"/>
              </a:ext>
            </a:extLst>
          </p:cNvPr>
          <p:cNvGrpSpPr/>
          <p:nvPr/>
        </p:nvGrpSpPr>
        <p:grpSpPr>
          <a:xfrm>
            <a:off x="14828758" y="1164603"/>
            <a:ext cx="1954797" cy="4236844"/>
            <a:chOff x="0" y="0"/>
            <a:chExt cx="2606396" cy="5649125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1BA9B296-D61D-5B78-7C69-9094702BAF62}"/>
                </a:ext>
              </a:extLst>
            </p:cNvPr>
            <p:cNvSpPr/>
            <p:nvPr/>
          </p:nvSpPr>
          <p:spPr>
            <a:xfrm>
              <a:off x="0" y="0"/>
              <a:ext cx="2606434" cy="5649087"/>
            </a:xfrm>
            <a:custGeom>
              <a:avLst/>
              <a:gdLst/>
              <a:ahLst/>
              <a:cxnLst/>
              <a:rect l="l" t="t" r="r" b="b"/>
              <a:pathLst>
                <a:path w="2606434" h="5649087">
                  <a:moveTo>
                    <a:pt x="2363724" y="0"/>
                  </a:moveTo>
                  <a:lnTo>
                    <a:pt x="2048891" y="0"/>
                  </a:lnTo>
                  <a:lnTo>
                    <a:pt x="2048891" y="66167"/>
                  </a:lnTo>
                  <a:cubicBezTo>
                    <a:pt x="2048891" y="141224"/>
                    <a:pt x="1987169" y="202946"/>
                    <a:pt x="1912112" y="202946"/>
                  </a:cubicBezTo>
                  <a:lnTo>
                    <a:pt x="697230" y="202946"/>
                  </a:lnTo>
                  <a:cubicBezTo>
                    <a:pt x="622173" y="202946"/>
                    <a:pt x="560451" y="141097"/>
                    <a:pt x="560451" y="66167"/>
                  </a:cubicBezTo>
                  <a:lnTo>
                    <a:pt x="560451" y="0"/>
                  </a:lnTo>
                  <a:lnTo>
                    <a:pt x="242697" y="0"/>
                  </a:lnTo>
                  <a:cubicBezTo>
                    <a:pt x="108839" y="0"/>
                    <a:pt x="0" y="108839"/>
                    <a:pt x="0" y="242697"/>
                  </a:cubicBezTo>
                  <a:lnTo>
                    <a:pt x="0" y="5406390"/>
                  </a:lnTo>
                  <a:cubicBezTo>
                    <a:pt x="0" y="5540248"/>
                    <a:pt x="108839" y="5649087"/>
                    <a:pt x="242697" y="5649087"/>
                  </a:cubicBezTo>
                  <a:lnTo>
                    <a:pt x="2363724" y="5649087"/>
                  </a:lnTo>
                  <a:cubicBezTo>
                    <a:pt x="2497582" y="5649087"/>
                    <a:pt x="2606421" y="5540248"/>
                    <a:pt x="2606421" y="5406390"/>
                  </a:cubicBezTo>
                  <a:lnTo>
                    <a:pt x="2606421" y="242697"/>
                  </a:lnTo>
                  <a:cubicBezTo>
                    <a:pt x="2607818" y="108839"/>
                    <a:pt x="2498979" y="0"/>
                    <a:pt x="2363724" y="0"/>
                  </a:cubicBezTo>
                  <a:close/>
                </a:path>
              </a:pathLst>
            </a:custGeom>
            <a:blipFill>
              <a:blip r:embed="rId5"/>
              <a:stretch>
                <a:fillRect l="-17" r="-1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7" name="Group 37">
            <a:extLst>
              <a:ext uri="{FF2B5EF4-FFF2-40B4-BE49-F238E27FC236}">
                <a16:creationId xmlns:a16="http://schemas.microsoft.com/office/drawing/2014/main" id="{806F870F-958B-593D-8762-F145628BAC28}"/>
              </a:ext>
            </a:extLst>
          </p:cNvPr>
          <p:cNvGrpSpPr/>
          <p:nvPr/>
        </p:nvGrpSpPr>
        <p:grpSpPr>
          <a:xfrm>
            <a:off x="15642003" y="1200960"/>
            <a:ext cx="302038" cy="37081"/>
            <a:chOff x="0" y="0"/>
            <a:chExt cx="402717" cy="49441"/>
          </a:xfrm>
        </p:grpSpPr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77CD0923-23CE-E9E5-B03D-C9804BBE8672}"/>
                </a:ext>
              </a:extLst>
            </p:cNvPr>
            <p:cNvSpPr/>
            <p:nvPr/>
          </p:nvSpPr>
          <p:spPr>
            <a:xfrm>
              <a:off x="0" y="0"/>
              <a:ext cx="402717" cy="49403"/>
            </a:xfrm>
            <a:custGeom>
              <a:avLst/>
              <a:gdLst/>
              <a:ahLst/>
              <a:cxnLst/>
              <a:rect l="l" t="t" r="r" b="b"/>
              <a:pathLst>
                <a:path w="402717" h="49403">
                  <a:moveTo>
                    <a:pt x="377698" y="0"/>
                  </a:moveTo>
                  <a:lnTo>
                    <a:pt x="25019" y="0"/>
                  </a:lnTo>
                  <a:cubicBezTo>
                    <a:pt x="11811" y="0"/>
                    <a:pt x="0" y="10160"/>
                    <a:pt x="0" y="24765"/>
                  </a:cubicBezTo>
                  <a:cubicBezTo>
                    <a:pt x="0" y="39370"/>
                    <a:pt x="11811" y="49403"/>
                    <a:pt x="25019" y="49403"/>
                  </a:cubicBezTo>
                  <a:lnTo>
                    <a:pt x="377698" y="49403"/>
                  </a:lnTo>
                  <a:cubicBezTo>
                    <a:pt x="390906" y="49403"/>
                    <a:pt x="402717" y="39243"/>
                    <a:pt x="402717" y="24638"/>
                  </a:cubicBezTo>
                  <a:cubicBezTo>
                    <a:pt x="402717" y="10033"/>
                    <a:pt x="390906" y="0"/>
                    <a:pt x="377698" y="0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9" name="Group 39">
            <a:extLst>
              <a:ext uri="{FF2B5EF4-FFF2-40B4-BE49-F238E27FC236}">
                <a16:creationId xmlns:a16="http://schemas.microsoft.com/office/drawing/2014/main" id="{21425689-AEBE-DEC8-D6F2-AD26E55BBD5F}"/>
              </a:ext>
            </a:extLst>
          </p:cNvPr>
          <p:cNvGrpSpPr/>
          <p:nvPr/>
        </p:nvGrpSpPr>
        <p:grpSpPr>
          <a:xfrm>
            <a:off x="16040519" y="1191958"/>
            <a:ext cx="55083" cy="54721"/>
            <a:chOff x="0" y="0"/>
            <a:chExt cx="73444" cy="72962"/>
          </a:xfrm>
        </p:grpSpPr>
        <p:sp>
          <p:nvSpPr>
            <p:cNvPr id="40" name="Freeform 40">
              <a:extLst>
                <a:ext uri="{FF2B5EF4-FFF2-40B4-BE49-F238E27FC236}">
                  <a16:creationId xmlns:a16="http://schemas.microsoft.com/office/drawing/2014/main" id="{7F831FEC-8522-06EB-66F2-AF97120DE949}"/>
                </a:ext>
              </a:extLst>
            </p:cNvPr>
            <p:cNvSpPr/>
            <p:nvPr/>
          </p:nvSpPr>
          <p:spPr>
            <a:xfrm>
              <a:off x="48" y="0"/>
              <a:ext cx="73311" cy="72900"/>
            </a:xfrm>
            <a:custGeom>
              <a:avLst/>
              <a:gdLst/>
              <a:ahLst/>
              <a:cxnLst/>
              <a:rect l="l" t="t" r="r" b="b"/>
              <a:pathLst>
                <a:path w="73311" h="72900">
                  <a:moveTo>
                    <a:pt x="36655" y="0"/>
                  </a:moveTo>
                  <a:cubicBezTo>
                    <a:pt x="23574" y="0"/>
                    <a:pt x="11382" y="6858"/>
                    <a:pt x="4905" y="18161"/>
                  </a:cubicBezTo>
                  <a:cubicBezTo>
                    <a:pt x="-1572" y="29464"/>
                    <a:pt x="-1699" y="43434"/>
                    <a:pt x="4905" y="54737"/>
                  </a:cubicBezTo>
                  <a:cubicBezTo>
                    <a:pt x="11509" y="66040"/>
                    <a:pt x="23574" y="73025"/>
                    <a:pt x="36655" y="72898"/>
                  </a:cubicBezTo>
                  <a:cubicBezTo>
                    <a:pt x="49736" y="72771"/>
                    <a:pt x="61928" y="66040"/>
                    <a:pt x="68405" y="54737"/>
                  </a:cubicBezTo>
                  <a:cubicBezTo>
                    <a:pt x="74882" y="43434"/>
                    <a:pt x="75009" y="29464"/>
                    <a:pt x="68405" y="18161"/>
                  </a:cubicBezTo>
                  <a:cubicBezTo>
                    <a:pt x="61801" y="6858"/>
                    <a:pt x="49736" y="0"/>
                    <a:pt x="36655" y="0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1" name="Group 41">
            <a:extLst>
              <a:ext uri="{FF2B5EF4-FFF2-40B4-BE49-F238E27FC236}">
                <a16:creationId xmlns:a16="http://schemas.microsoft.com/office/drawing/2014/main" id="{87E1EEE6-8A05-1AE6-BE29-32EF450F6147}"/>
              </a:ext>
            </a:extLst>
          </p:cNvPr>
          <p:cNvGrpSpPr/>
          <p:nvPr/>
        </p:nvGrpSpPr>
        <p:grpSpPr>
          <a:xfrm>
            <a:off x="14667843" y="1624679"/>
            <a:ext cx="23755" cy="185042"/>
            <a:chOff x="0" y="0"/>
            <a:chExt cx="31674" cy="246723"/>
          </a:xfrm>
        </p:grpSpPr>
        <p:sp>
          <p:nvSpPr>
            <p:cNvPr id="42" name="Freeform 42">
              <a:extLst>
                <a:ext uri="{FF2B5EF4-FFF2-40B4-BE49-F238E27FC236}">
                  <a16:creationId xmlns:a16="http://schemas.microsoft.com/office/drawing/2014/main" id="{B4DEDC8E-B2C3-184E-1888-B7F79E64E9F9}"/>
                </a:ext>
              </a:extLst>
            </p:cNvPr>
            <p:cNvSpPr/>
            <p:nvPr/>
          </p:nvSpPr>
          <p:spPr>
            <a:xfrm>
              <a:off x="0" y="0"/>
              <a:ext cx="31623" cy="246634"/>
            </a:xfrm>
            <a:custGeom>
              <a:avLst/>
              <a:gdLst/>
              <a:ahLst/>
              <a:cxnLst/>
              <a:rect l="l" t="t" r="r" b="b"/>
              <a:pathLst>
                <a:path w="31623" h="246634">
                  <a:moveTo>
                    <a:pt x="0" y="30861"/>
                  </a:moveTo>
                  <a:lnTo>
                    <a:pt x="0" y="214376"/>
                  </a:lnTo>
                  <a:cubicBezTo>
                    <a:pt x="0" y="232029"/>
                    <a:pt x="14351" y="246634"/>
                    <a:pt x="31623" y="246634"/>
                  </a:cubicBezTo>
                  <a:lnTo>
                    <a:pt x="31623" y="0"/>
                  </a:lnTo>
                  <a:cubicBezTo>
                    <a:pt x="14351" y="0"/>
                    <a:pt x="0" y="13208"/>
                    <a:pt x="0" y="30861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3" name="Group 43">
            <a:extLst>
              <a:ext uri="{FF2B5EF4-FFF2-40B4-BE49-F238E27FC236}">
                <a16:creationId xmlns:a16="http://schemas.microsoft.com/office/drawing/2014/main" id="{50251221-23D7-D504-EDAB-E6A040E1752D}"/>
              </a:ext>
            </a:extLst>
          </p:cNvPr>
          <p:cNvGrpSpPr/>
          <p:nvPr/>
        </p:nvGrpSpPr>
        <p:grpSpPr>
          <a:xfrm>
            <a:off x="14667843" y="1947958"/>
            <a:ext cx="23755" cy="334080"/>
            <a:chOff x="0" y="0"/>
            <a:chExt cx="31674" cy="445440"/>
          </a:xfrm>
        </p:grpSpPr>
        <p:sp>
          <p:nvSpPr>
            <p:cNvPr id="44" name="Freeform 44">
              <a:extLst>
                <a:ext uri="{FF2B5EF4-FFF2-40B4-BE49-F238E27FC236}">
                  <a16:creationId xmlns:a16="http://schemas.microsoft.com/office/drawing/2014/main" id="{E7B8DE24-07F6-36D9-87F6-9D2214DA6EC7}"/>
                </a:ext>
              </a:extLst>
            </p:cNvPr>
            <p:cNvSpPr/>
            <p:nvPr/>
          </p:nvSpPr>
          <p:spPr>
            <a:xfrm>
              <a:off x="0" y="0"/>
              <a:ext cx="31623" cy="445516"/>
            </a:xfrm>
            <a:custGeom>
              <a:avLst/>
              <a:gdLst/>
              <a:ahLst/>
              <a:cxnLst/>
              <a:rect l="l" t="t" r="r" b="b"/>
              <a:pathLst>
                <a:path w="31623" h="445516">
                  <a:moveTo>
                    <a:pt x="0" y="30861"/>
                  </a:moveTo>
                  <a:lnTo>
                    <a:pt x="0" y="413131"/>
                  </a:lnTo>
                  <a:cubicBezTo>
                    <a:pt x="0" y="430784"/>
                    <a:pt x="14351" y="445516"/>
                    <a:pt x="31623" y="445516"/>
                  </a:cubicBezTo>
                  <a:lnTo>
                    <a:pt x="31623" y="0"/>
                  </a:lnTo>
                  <a:cubicBezTo>
                    <a:pt x="14351" y="0"/>
                    <a:pt x="0" y="13208"/>
                    <a:pt x="0" y="30861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5" name="Group 45">
            <a:extLst>
              <a:ext uri="{FF2B5EF4-FFF2-40B4-BE49-F238E27FC236}">
                <a16:creationId xmlns:a16="http://schemas.microsoft.com/office/drawing/2014/main" id="{8CDDCAED-2338-932B-F42A-AA591BAE41E4}"/>
              </a:ext>
            </a:extLst>
          </p:cNvPr>
          <p:cNvGrpSpPr/>
          <p:nvPr/>
        </p:nvGrpSpPr>
        <p:grpSpPr>
          <a:xfrm>
            <a:off x="14667843" y="2355123"/>
            <a:ext cx="23755" cy="335156"/>
            <a:chOff x="0" y="0"/>
            <a:chExt cx="31674" cy="446875"/>
          </a:xfrm>
        </p:grpSpPr>
        <p:sp>
          <p:nvSpPr>
            <p:cNvPr id="46" name="Freeform 46">
              <a:extLst>
                <a:ext uri="{FF2B5EF4-FFF2-40B4-BE49-F238E27FC236}">
                  <a16:creationId xmlns:a16="http://schemas.microsoft.com/office/drawing/2014/main" id="{17DB45E7-1FDF-C1EE-102D-6D3AE8302235}"/>
                </a:ext>
              </a:extLst>
            </p:cNvPr>
            <p:cNvSpPr/>
            <p:nvPr/>
          </p:nvSpPr>
          <p:spPr>
            <a:xfrm>
              <a:off x="0" y="0"/>
              <a:ext cx="31623" cy="446913"/>
            </a:xfrm>
            <a:custGeom>
              <a:avLst/>
              <a:gdLst/>
              <a:ahLst/>
              <a:cxnLst/>
              <a:rect l="l" t="t" r="r" b="b"/>
              <a:pathLst>
                <a:path w="31623" h="446913">
                  <a:moveTo>
                    <a:pt x="0" y="32385"/>
                  </a:moveTo>
                  <a:lnTo>
                    <a:pt x="0" y="414528"/>
                  </a:lnTo>
                  <a:cubicBezTo>
                    <a:pt x="0" y="432181"/>
                    <a:pt x="14351" y="446913"/>
                    <a:pt x="31623" y="446913"/>
                  </a:cubicBezTo>
                  <a:lnTo>
                    <a:pt x="31623" y="0"/>
                  </a:lnTo>
                  <a:cubicBezTo>
                    <a:pt x="14351" y="0"/>
                    <a:pt x="0" y="14732"/>
                    <a:pt x="0" y="32385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7" name="Group 47">
            <a:extLst>
              <a:ext uri="{FF2B5EF4-FFF2-40B4-BE49-F238E27FC236}">
                <a16:creationId xmlns:a16="http://schemas.microsoft.com/office/drawing/2014/main" id="{8E0E95D4-CD8D-2FB1-1909-737A3D1E6844}"/>
              </a:ext>
            </a:extLst>
          </p:cNvPr>
          <p:cNvGrpSpPr/>
          <p:nvPr/>
        </p:nvGrpSpPr>
        <p:grpSpPr>
          <a:xfrm>
            <a:off x="16920000" y="2058124"/>
            <a:ext cx="23755" cy="537124"/>
            <a:chOff x="0" y="0"/>
            <a:chExt cx="31674" cy="716166"/>
          </a:xfrm>
        </p:grpSpPr>
        <p:sp>
          <p:nvSpPr>
            <p:cNvPr id="48" name="Freeform 48">
              <a:extLst>
                <a:ext uri="{FF2B5EF4-FFF2-40B4-BE49-F238E27FC236}">
                  <a16:creationId xmlns:a16="http://schemas.microsoft.com/office/drawing/2014/main" id="{C821E1B5-5223-0ABA-D91C-39D748164655}"/>
                </a:ext>
              </a:extLst>
            </p:cNvPr>
            <p:cNvSpPr/>
            <p:nvPr/>
          </p:nvSpPr>
          <p:spPr>
            <a:xfrm>
              <a:off x="0" y="0"/>
              <a:ext cx="31623" cy="716153"/>
            </a:xfrm>
            <a:custGeom>
              <a:avLst/>
              <a:gdLst/>
              <a:ahLst/>
              <a:cxnLst/>
              <a:rect l="l" t="t" r="r" b="b"/>
              <a:pathLst>
                <a:path w="31623" h="716153">
                  <a:moveTo>
                    <a:pt x="0" y="0"/>
                  </a:moveTo>
                  <a:lnTo>
                    <a:pt x="0" y="716153"/>
                  </a:lnTo>
                  <a:cubicBezTo>
                    <a:pt x="17272" y="716153"/>
                    <a:pt x="31623" y="701421"/>
                    <a:pt x="31623" y="683768"/>
                  </a:cubicBezTo>
                  <a:lnTo>
                    <a:pt x="31623" y="32385"/>
                  </a:lnTo>
                  <a:cubicBezTo>
                    <a:pt x="31623" y="14732"/>
                    <a:pt x="17272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9" name="Freeform 49">
            <a:extLst>
              <a:ext uri="{FF2B5EF4-FFF2-40B4-BE49-F238E27FC236}">
                <a16:creationId xmlns:a16="http://schemas.microsoft.com/office/drawing/2014/main" id="{DC2489EC-EA50-F117-E7AB-49AEF7064F8D}"/>
              </a:ext>
            </a:extLst>
          </p:cNvPr>
          <p:cNvSpPr/>
          <p:nvPr/>
        </p:nvSpPr>
        <p:spPr>
          <a:xfrm>
            <a:off x="14691960" y="1028881"/>
            <a:ext cx="2227316" cy="4502877"/>
          </a:xfrm>
          <a:custGeom>
            <a:avLst/>
            <a:gdLst/>
            <a:ahLst/>
            <a:cxnLst/>
            <a:rect l="l" t="t" r="r" b="b"/>
            <a:pathLst>
              <a:path w="2227316" h="4502877">
                <a:moveTo>
                  <a:pt x="0" y="0"/>
                </a:moveTo>
                <a:lnTo>
                  <a:pt x="2227317" y="0"/>
                </a:lnTo>
                <a:lnTo>
                  <a:pt x="2227317" y="4502877"/>
                </a:lnTo>
                <a:lnTo>
                  <a:pt x="0" y="4502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0" name="Freeform 50">
            <a:extLst>
              <a:ext uri="{FF2B5EF4-FFF2-40B4-BE49-F238E27FC236}">
                <a16:creationId xmlns:a16="http://schemas.microsoft.com/office/drawing/2014/main" id="{45C93F73-B809-B6F4-3ECF-42F3E7B07D6C}"/>
              </a:ext>
            </a:extLst>
          </p:cNvPr>
          <p:cNvSpPr/>
          <p:nvPr/>
        </p:nvSpPr>
        <p:spPr>
          <a:xfrm>
            <a:off x="8919000" y="5745604"/>
            <a:ext cx="2183397" cy="4458595"/>
          </a:xfrm>
          <a:custGeom>
            <a:avLst/>
            <a:gdLst/>
            <a:ahLst/>
            <a:cxnLst/>
            <a:rect l="l" t="t" r="r" b="b"/>
            <a:pathLst>
              <a:path w="2183397" h="4458595">
                <a:moveTo>
                  <a:pt x="0" y="0"/>
                </a:moveTo>
                <a:lnTo>
                  <a:pt x="2183397" y="0"/>
                </a:lnTo>
                <a:lnTo>
                  <a:pt x="2183397" y="4458595"/>
                </a:lnTo>
                <a:lnTo>
                  <a:pt x="0" y="44585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1" name="Group 51">
            <a:extLst>
              <a:ext uri="{FF2B5EF4-FFF2-40B4-BE49-F238E27FC236}">
                <a16:creationId xmlns:a16="http://schemas.microsoft.com/office/drawing/2014/main" id="{72F21035-28E7-93D4-48AF-71AAC4F756E8}"/>
              </a:ext>
            </a:extLst>
          </p:cNvPr>
          <p:cNvGrpSpPr/>
          <p:nvPr/>
        </p:nvGrpSpPr>
        <p:grpSpPr>
          <a:xfrm>
            <a:off x="9033843" y="5859361"/>
            <a:ext cx="1954797" cy="4236844"/>
            <a:chOff x="0" y="0"/>
            <a:chExt cx="2606396" cy="5649125"/>
          </a:xfrm>
        </p:grpSpPr>
        <p:sp>
          <p:nvSpPr>
            <p:cNvPr id="52" name="Freeform 52">
              <a:extLst>
                <a:ext uri="{FF2B5EF4-FFF2-40B4-BE49-F238E27FC236}">
                  <a16:creationId xmlns:a16="http://schemas.microsoft.com/office/drawing/2014/main" id="{3D97ACC1-600E-4124-2129-70A8C0777899}"/>
                </a:ext>
              </a:extLst>
            </p:cNvPr>
            <p:cNvSpPr/>
            <p:nvPr/>
          </p:nvSpPr>
          <p:spPr>
            <a:xfrm>
              <a:off x="0" y="0"/>
              <a:ext cx="2606434" cy="5649087"/>
            </a:xfrm>
            <a:custGeom>
              <a:avLst/>
              <a:gdLst/>
              <a:ahLst/>
              <a:cxnLst/>
              <a:rect l="l" t="t" r="r" b="b"/>
              <a:pathLst>
                <a:path w="2606434" h="5649087">
                  <a:moveTo>
                    <a:pt x="2363724" y="0"/>
                  </a:moveTo>
                  <a:lnTo>
                    <a:pt x="2048891" y="0"/>
                  </a:lnTo>
                  <a:lnTo>
                    <a:pt x="2048891" y="66167"/>
                  </a:lnTo>
                  <a:cubicBezTo>
                    <a:pt x="2048891" y="141224"/>
                    <a:pt x="1987169" y="202946"/>
                    <a:pt x="1912112" y="202946"/>
                  </a:cubicBezTo>
                  <a:lnTo>
                    <a:pt x="697230" y="202946"/>
                  </a:lnTo>
                  <a:cubicBezTo>
                    <a:pt x="622173" y="202946"/>
                    <a:pt x="560451" y="141097"/>
                    <a:pt x="560451" y="66167"/>
                  </a:cubicBezTo>
                  <a:lnTo>
                    <a:pt x="560451" y="0"/>
                  </a:lnTo>
                  <a:lnTo>
                    <a:pt x="242697" y="0"/>
                  </a:lnTo>
                  <a:cubicBezTo>
                    <a:pt x="108839" y="0"/>
                    <a:pt x="0" y="108839"/>
                    <a:pt x="0" y="242697"/>
                  </a:cubicBezTo>
                  <a:lnTo>
                    <a:pt x="0" y="5406390"/>
                  </a:lnTo>
                  <a:cubicBezTo>
                    <a:pt x="0" y="5540248"/>
                    <a:pt x="108839" y="5649087"/>
                    <a:pt x="242697" y="5649087"/>
                  </a:cubicBezTo>
                  <a:lnTo>
                    <a:pt x="2363724" y="5649087"/>
                  </a:lnTo>
                  <a:cubicBezTo>
                    <a:pt x="2497582" y="5649087"/>
                    <a:pt x="2606421" y="5540248"/>
                    <a:pt x="2606421" y="5406390"/>
                  </a:cubicBezTo>
                  <a:lnTo>
                    <a:pt x="2606421" y="242697"/>
                  </a:lnTo>
                  <a:cubicBezTo>
                    <a:pt x="2607818" y="108839"/>
                    <a:pt x="2498979" y="0"/>
                    <a:pt x="2363724" y="0"/>
                  </a:cubicBezTo>
                  <a:close/>
                </a:path>
              </a:pathLst>
            </a:custGeom>
            <a:blipFill>
              <a:blip r:embed="rId6"/>
              <a:stretch>
                <a:fillRect l="-17" r="-1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3" name="Group 53">
            <a:extLst>
              <a:ext uri="{FF2B5EF4-FFF2-40B4-BE49-F238E27FC236}">
                <a16:creationId xmlns:a16="http://schemas.microsoft.com/office/drawing/2014/main" id="{84D134C5-6B2C-B6AE-55D7-91E17819D5A8}"/>
              </a:ext>
            </a:extLst>
          </p:cNvPr>
          <p:cNvGrpSpPr/>
          <p:nvPr/>
        </p:nvGrpSpPr>
        <p:grpSpPr>
          <a:xfrm>
            <a:off x="9847078" y="5895718"/>
            <a:ext cx="302038" cy="37081"/>
            <a:chOff x="0" y="0"/>
            <a:chExt cx="402717" cy="49441"/>
          </a:xfrm>
        </p:grpSpPr>
        <p:sp>
          <p:nvSpPr>
            <p:cNvPr id="54" name="Freeform 54">
              <a:extLst>
                <a:ext uri="{FF2B5EF4-FFF2-40B4-BE49-F238E27FC236}">
                  <a16:creationId xmlns:a16="http://schemas.microsoft.com/office/drawing/2014/main" id="{FCDB62E4-37D4-2CDC-07ED-8492EA56CF50}"/>
                </a:ext>
              </a:extLst>
            </p:cNvPr>
            <p:cNvSpPr/>
            <p:nvPr/>
          </p:nvSpPr>
          <p:spPr>
            <a:xfrm>
              <a:off x="0" y="0"/>
              <a:ext cx="402717" cy="49403"/>
            </a:xfrm>
            <a:custGeom>
              <a:avLst/>
              <a:gdLst/>
              <a:ahLst/>
              <a:cxnLst/>
              <a:rect l="l" t="t" r="r" b="b"/>
              <a:pathLst>
                <a:path w="402717" h="49403">
                  <a:moveTo>
                    <a:pt x="377698" y="0"/>
                  </a:moveTo>
                  <a:lnTo>
                    <a:pt x="25019" y="0"/>
                  </a:lnTo>
                  <a:cubicBezTo>
                    <a:pt x="11811" y="0"/>
                    <a:pt x="0" y="10160"/>
                    <a:pt x="0" y="24765"/>
                  </a:cubicBezTo>
                  <a:cubicBezTo>
                    <a:pt x="0" y="39370"/>
                    <a:pt x="11811" y="49403"/>
                    <a:pt x="25019" y="49403"/>
                  </a:cubicBezTo>
                  <a:lnTo>
                    <a:pt x="377698" y="49403"/>
                  </a:lnTo>
                  <a:cubicBezTo>
                    <a:pt x="390906" y="49403"/>
                    <a:pt x="402717" y="39243"/>
                    <a:pt x="402717" y="24638"/>
                  </a:cubicBezTo>
                  <a:cubicBezTo>
                    <a:pt x="402717" y="10033"/>
                    <a:pt x="390906" y="0"/>
                    <a:pt x="377698" y="0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5" name="Group 55">
            <a:extLst>
              <a:ext uri="{FF2B5EF4-FFF2-40B4-BE49-F238E27FC236}">
                <a16:creationId xmlns:a16="http://schemas.microsoft.com/office/drawing/2014/main" id="{D228AFF6-CE9E-A652-C3CA-2FD1542F1AC7}"/>
              </a:ext>
            </a:extLst>
          </p:cNvPr>
          <p:cNvGrpSpPr/>
          <p:nvPr/>
        </p:nvGrpSpPr>
        <p:grpSpPr>
          <a:xfrm>
            <a:off x="10245242" y="5886717"/>
            <a:ext cx="55083" cy="54721"/>
            <a:chOff x="0" y="0"/>
            <a:chExt cx="73444" cy="72962"/>
          </a:xfrm>
        </p:grpSpPr>
        <p:sp>
          <p:nvSpPr>
            <p:cNvPr id="56" name="Freeform 56">
              <a:extLst>
                <a:ext uri="{FF2B5EF4-FFF2-40B4-BE49-F238E27FC236}">
                  <a16:creationId xmlns:a16="http://schemas.microsoft.com/office/drawing/2014/main" id="{C1E32BDD-1A95-C434-697B-6D4034941795}"/>
                </a:ext>
              </a:extLst>
            </p:cNvPr>
            <p:cNvSpPr/>
            <p:nvPr/>
          </p:nvSpPr>
          <p:spPr>
            <a:xfrm>
              <a:off x="48" y="0"/>
              <a:ext cx="73311" cy="72900"/>
            </a:xfrm>
            <a:custGeom>
              <a:avLst/>
              <a:gdLst/>
              <a:ahLst/>
              <a:cxnLst/>
              <a:rect l="l" t="t" r="r" b="b"/>
              <a:pathLst>
                <a:path w="73311" h="72900">
                  <a:moveTo>
                    <a:pt x="36655" y="0"/>
                  </a:moveTo>
                  <a:cubicBezTo>
                    <a:pt x="23574" y="0"/>
                    <a:pt x="11382" y="6858"/>
                    <a:pt x="4905" y="18161"/>
                  </a:cubicBezTo>
                  <a:cubicBezTo>
                    <a:pt x="-1572" y="29464"/>
                    <a:pt x="-1699" y="43434"/>
                    <a:pt x="4905" y="54737"/>
                  </a:cubicBezTo>
                  <a:cubicBezTo>
                    <a:pt x="11509" y="66040"/>
                    <a:pt x="23574" y="73025"/>
                    <a:pt x="36655" y="72898"/>
                  </a:cubicBezTo>
                  <a:cubicBezTo>
                    <a:pt x="49736" y="72771"/>
                    <a:pt x="61928" y="66040"/>
                    <a:pt x="68405" y="54737"/>
                  </a:cubicBezTo>
                  <a:cubicBezTo>
                    <a:pt x="74882" y="43434"/>
                    <a:pt x="75009" y="29464"/>
                    <a:pt x="68405" y="18161"/>
                  </a:cubicBezTo>
                  <a:cubicBezTo>
                    <a:pt x="61801" y="6858"/>
                    <a:pt x="49736" y="0"/>
                    <a:pt x="36655" y="0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7" name="Group 57">
            <a:extLst>
              <a:ext uri="{FF2B5EF4-FFF2-40B4-BE49-F238E27FC236}">
                <a16:creationId xmlns:a16="http://schemas.microsoft.com/office/drawing/2014/main" id="{0D98B9DF-442B-5B96-26D2-E286468372D9}"/>
              </a:ext>
            </a:extLst>
          </p:cNvPr>
          <p:cNvGrpSpPr/>
          <p:nvPr/>
        </p:nvGrpSpPr>
        <p:grpSpPr>
          <a:xfrm>
            <a:off x="8872918" y="6319437"/>
            <a:ext cx="23755" cy="185042"/>
            <a:chOff x="0" y="0"/>
            <a:chExt cx="31674" cy="246723"/>
          </a:xfrm>
        </p:grpSpPr>
        <p:sp>
          <p:nvSpPr>
            <p:cNvPr id="58" name="Freeform 58">
              <a:extLst>
                <a:ext uri="{FF2B5EF4-FFF2-40B4-BE49-F238E27FC236}">
                  <a16:creationId xmlns:a16="http://schemas.microsoft.com/office/drawing/2014/main" id="{DDE04ADD-8B85-564C-41D7-569394CC8C00}"/>
                </a:ext>
              </a:extLst>
            </p:cNvPr>
            <p:cNvSpPr/>
            <p:nvPr/>
          </p:nvSpPr>
          <p:spPr>
            <a:xfrm>
              <a:off x="0" y="0"/>
              <a:ext cx="31623" cy="246634"/>
            </a:xfrm>
            <a:custGeom>
              <a:avLst/>
              <a:gdLst/>
              <a:ahLst/>
              <a:cxnLst/>
              <a:rect l="l" t="t" r="r" b="b"/>
              <a:pathLst>
                <a:path w="31623" h="246634">
                  <a:moveTo>
                    <a:pt x="0" y="30861"/>
                  </a:moveTo>
                  <a:lnTo>
                    <a:pt x="0" y="214376"/>
                  </a:lnTo>
                  <a:cubicBezTo>
                    <a:pt x="0" y="232029"/>
                    <a:pt x="14351" y="246634"/>
                    <a:pt x="31623" y="246634"/>
                  </a:cubicBezTo>
                  <a:lnTo>
                    <a:pt x="31623" y="0"/>
                  </a:lnTo>
                  <a:cubicBezTo>
                    <a:pt x="14351" y="0"/>
                    <a:pt x="0" y="13208"/>
                    <a:pt x="0" y="30861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9" name="Group 59">
            <a:extLst>
              <a:ext uri="{FF2B5EF4-FFF2-40B4-BE49-F238E27FC236}">
                <a16:creationId xmlns:a16="http://schemas.microsoft.com/office/drawing/2014/main" id="{4A82F71E-6B33-EE63-3519-1D8A788404EA}"/>
              </a:ext>
            </a:extLst>
          </p:cNvPr>
          <p:cNvGrpSpPr/>
          <p:nvPr/>
        </p:nvGrpSpPr>
        <p:grpSpPr>
          <a:xfrm>
            <a:off x="8872918" y="6642716"/>
            <a:ext cx="23755" cy="334080"/>
            <a:chOff x="0" y="0"/>
            <a:chExt cx="31674" cy="445440"/>
          </a:xfrm>
        </p:grpSpPr>
        <p:sp>
          <p:nvSpPr>
            <p:cNvPr id="60" name="Freeform 60">
              <a:extLst>
                <a:ext uri="{FF2B5EF4-FFF2-40B4-BE49-F238E27FC236}">
                  <a16:creationId xmlns:a16="http://schemas.microsoft.com/office/drawing/2014/main" id="{112DFE9A-C990-9C9E-EBAB-53EC31BD7037}"/>
                </a:ext>
              </a:extLst>
            </p:cNvPr>
            <p:cNvSpPr/>
            <p:nvPr/>
          </p:nvSpPr>
          <p:spPr>
            <a:xfrm>
              <a:off x="0" y="0"/>
              <a:ext cx="31623" cy="445516"/>
            </a:xfrm>
            <a:custGeom>
              <a:avLst/>
              <a:gdLst/>
              <a:ahLst/>
              <a:cxnLst/>
              <a:rect l="l" t="t" r="r" b="b"/>
              <a:pathLst>
                <a:path w="31623" h="445516">
                  <a:moveTo>
                    <a:pt x="0" y="30861"/>
                  </a:moveTo>
                  <a:lnTo>
                    <a:pt x="0" y="413131"/>
                  </a:lnTo>
                  <a:cubicBezTo>
                    <a:pt x="0" y="430784"/>
                    <a:pt x="14351" y="445516"/>
                    <a:pt x="31623" y="445516"/>
                  </a:cubicBezTo>
                  <a:lnTo>
                    <a:pt x="31623" y="0"/>
                  </a:lnTo>
                  <a:cubicBezTo>
                    <a:pt x="14351" y="0"/>
                    <a:pt x="0" y="13208"/>
                    <a:pt x="0" y="30861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1" name="Group 61">
            <a:extLst>
              <a:ext uri="{FF2B5EF4-FFF2-40B4-BE49-F238E27FC236}">
                <a16:creationId xmlns:a16="http://schemas.microsoft.com/office/drawing/2014/main" id="{44C89074-DB99-C0F8-60B0-8139D9AE4928}"/>
              </a:ext>
            </a:extLst>
          </p:cNvPr>
          <p:cNvGrpSpPr/>
          <p:nvPr/>
        </p:nvGrpSpPr>
        <p:grpSpPr>
          <a:xfrm>
            <a:off x="8872918" y="7049881"/>
            <a:ext cx="23755" cy="335156"/>
            <a:chOff x="0" y="0"/>
            <a:chExt cx="31674" cy="446875"/>
          </a:xfrm>
        </p:grpSpPr>
        <p:sp>
          <p:nvSpPr>
            <p:cNvPr id="62" name="Freeform 62">
              <a:extLst>
                <a:ext uri="{FF2B5EF4-FFF2-40B4-BE49-F238E27FC236}">
                  <a16:creationId xmlns:a16="http://schemas.microsoft.com/office/drawing/2014/main" id="{4CFB259A-5BAC-A545-8CBB-AADCADCA644F}"/>
                </a:ext>
              </a:extLst>
            </p:cNvPr>
            <p:cNvSpPr/>
            <p:nvPr/>
          </p:nvSpPr>
          <p:spPr>
            <a:xfrm>
              <a:off x="0" y="0"/>
              <a:ext cx="31623" cy="446913"/>
            </a:xfrm>
            <a:custGeom>
              <a:avLst/>
              <a:gdLst/>
              <a:ahLst/>
              <a:cxnLst/>
              <a:rect l="l" t="t" r="r" b="b"/>
              <a:pathLst>
                <a:path w="31623" h="446913">
                  <a:moveTo>
                    <a:pt x="0" y="32385"/>
                  </a:moveTo>
                  <a:lnTo>
                    <a:pt x="0" y="414528"/>
                  </a:lnTo>
                  <a:cubicBezTo>
                    <a:pt x="0" y="432181"/>
                    <a:pt x="14351" y="446913"/>
                    <a:pt x="31623" y="446913"/>
                  </a:cubicBezTo>
                  <a:lnTo>
                    <a:pt x="31623" y="0"/>
                  </a:lnTo>
                  <a:cubicBezTo>
                    <a:pt x="14351" y="0"/>
                    <a:pt x="0" y="14732"/>
                    <a:pt x="0" y="32385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3" name="Group 63">
            <a:extLst>
              <a:ext uri="{FF2B5EF4-FFF2-40B4-BE49-F238E27FC236}">
                <a16:creationId xmlns:a16="http://schemas.microsoft.com/office/drawing/2014/main" id="{FF024536-3219-EBC2-598F-2AF1091D70FA}"/>
              </a:ext>
            </a:extLst>
          </p:cNvPr>
          <p:cNvGrpSpPr/>
          <p:nvPr/>
        </p:nvGrpSpPr>
        <p:grpSpPr>
          <a:xfrm>
            <a:off x="11125076" y="6752882"/>
            <a:ext cx="23755" cy="537124"/>
            <a:chOff x="0" y="0"/>
            <a:chExt cx="31674" cy="716166"/>
          </a:xfrm>
        </p:grpSpPr>
        <p:sp>
          <p:nvSpPr>
            <p:cNvPr id="64" name="Freeform 64">
              <a:extLst>
                <a:ext uri="{FF2B5EF4-FFF2-40B4-BE49-F238E27FC236}">
                  <a16:creationId xmlns:a16="http://schemas.microsoft.com/office/drawing/2014/main" id="{AD43DBBF-C7CA-F4B5-6C09-2E2EF81882AF}"/>
                </a:ext>
              </a:extLst>
            </p:cNvPr>
            <p:cNvSpPr/>
            <p:nvPr/>
          </p:nvSpPr>
          <p:spPr>
            <a:xfrm>
              <a:off x="0" y="0"/>
              <a:ext cx="31623" cy="716153"/>
            </a:xfrm>
            <a:custGeom>
              <a:avLst/>
              <a:gdLst/>
              <a:ahLst/>
              <a:cxnLst/>
              <a:rect l="l" t="t" r="r" b="b"/>
              <a:pathLst>
                <a:path w="31623" h="716153">
                  <a:moveTo>
                    <a:pt x="0" y="0"/>
                  </a:moveTo>
                  <a:lnTo>
                    <a:pt x="0" y="716153"/>
                  </a:lnTo>
                  <a:cubicBezTo>
                    <a:pt x="17272" y="716153"/>
                    <a:pt x="31623" y="701421"/>
                    <a:pt x="31623" y="683768"/>
                  </a:cubicBezTo>
                  <a:lnTo>
                    <a:pt x="31623" y="32385"/>
                  </a:lnTo>
                  <a:cubicBezTo>
                    <a:pt x="31623" y="14732"/>
                    <a:pt x="17272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5" name="Freeform 65">
            <a:extLst>
              <a:ext uri="{FF2B5EF4-FFF2-40B4-BE49-F238E27FC236}">
                <a16:creationId xmlns:a16="http://schemas.microsoft.com/office/drawing/2014/main" id="{EDBEBB62-6CBE-E457-CDD0-436AA64E3539}"/>
              </a:ext>
            </a:extLst>
          </p:cNvPr>
          <p:cNvSpPr/>
          <p:nvPr/>
        </p:nvSpPr>
        <p:spPr>
          <a:xfrm>
            <a:off x="8897036" y="5723639"/>
            <a:ext cx="2227316" cy="4502877"/>
          </a:xfrm>
          <a:custGeom>
            <a:avLst/>
            <a:gdLst/>
            <a:ahLst/>
            <a:cxnLst/>
            <a:rect l="l" t="t" r="r" b="b"/>
            <a:pathLst>
              <a:path w="2227316" h="4502877">
                <a:moveTo>
                  <a:pt x="0" y="0"/>
                </a:moveTo>
                <a:lnTo>
                  <a:pt x="2227316" y="0"/>
                </a:lnTo>
                <a:lnTo>
                  <a:pt x="2227316" y="4502877"/>
                </a:lnTo>
                <a:lnTo>
                  <a:pt x="0" y="4502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6" name="Freeform 66">
            <a:extLst>
              <a:ext uri="{FF2B5EF4-FFF2-40B4-BE49-F238E27FC236}">
                <a16:creationId xmlns:a16="http://schemas.microsoft.com/office/drawing/2014/main" id="{E7C6C2A8-8E19-3E42-2F02-B6FE40E1944E}"/>
              </a:ext>
            </a:extLst>
          </p:cNvPr>
          <p:cNvSpPr/>
          <p:nvPr/>
        </p:nvSpPr>
        <p:spPr>
          <a:xfrm>
            <a:off x="11818801" y="1050836"/>
            <a:ext cx="2183397" cy="4458595"/>
          </a:xfrm>
          <a:custGeom>
            <a:avLst/>
            <a:gdLst/>
            <a:ahLst/>
            <a:cxnLst/>
            <a:rect l="l" t="t" r="r" b="b"/>
            <a:pathLst>
              <a:path w="2183397" h="4458595">
                <a:moveTo>
                  <a:pt x="0" y="0"/>
                </a:moveTo>
                <a:lnTo>
                  <a:pt x="2183397" y="0"/>
                </a:lnTo>
                <a:lnTo>
                  <a:pt x="2183397" y="4458595"/>
                </a:lnTo>
                <a:lnTo>
                  <a:pt x="0" y="44585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67" name="Group 67">
            <a:extLst>
              <a:ext uri="{FF2B5EF4-FFF2-40B4-BE49-F238E27FC236}">
                <a16:creationId xmlns:a16="http://schemas.microsoft.com/office/drawing/2014/main" id="{76600ECB-D090-1BCC-57BF-364D162EA717}"/>
              </a:ext>
            </a:extLst>
          </p:cNvPr>
          <p:cNvGrpSpPr/>
          <p:nvPr/>
        </p:nvGrpSpPr>
        <p:grpSpPr>
          <a:xfrm>
            <a:off x="11933282" y="1164603"/>
            <a:ext cx="1954797" cy="4236844"/>
            <a:chOff x="0" y="0"/>
            <a:chExt cx="2606396" cy="5649125"/>
          </a:xfrm>
        </p:grpSpPr>
        <p:sp>
          <p:nvSpPr>
            <p:cNvPr id="68" name="Freeform 68">
              <a:extLst>
                <a:ext uri="{FF2B5EF4-FFF2-40B4-BE49-F238E27FC236}">
                  <a16:creationId xmlns:a16="http://schemas.microsoft.com/office/drawing/2014/main" id="{7EA3C5A9-DEED-4D47-EDCF-706582677EF7}"/>
                </a:ext>
              </a:extLst>
            </p:cNvPr>
            <p:cNvSpPr/>
            <p:nvPr/>
          </p:nvSpPr>
          <p:spPr>
            <a:xfrm>
              <a:off x="0" y="0"/>
              <a:ext cx="2606434" cy="5649087"/>
            </a:xfrm>
            <a:custGeom>
              <a:avLst/>
              <a:gdLst/>
              <a:ahLst/>
              <a:cxnLst/>
              <a:rect l="l" t="t" r="r" b="b"/>
              <a:pathLst>
                <a:path w="2606434" h="5649087">
                  <a:moveTo>
                    <a:pt x="2363724" y="0"/>
                  </a:moveTo>
                  <a:lnTo>
                    <a:pt x="2048891" y="0"/>
                  </a:lnTo>
                  <a:lnTo>
                    <a:pt x="2048891" y="66167"/>
                  </a:lnTo>
                  <a:cubicBezTo>
                    <a:pt x="2048891" y="141224"/>
                    <a:pt x="1987169" y="202946"/>
                    <a:pt x="1912112" y="202946"/>
                  </a:cubicBezTo>
                  <a:lnTo>
                    <a:pt x="697230" y="202946"/>
                  </a:lnTo>
                  <a:cubicBezTo>
                    <a:pt x="622173" y="202946"/>
                    <a:pt x="560451" y="141097"/>
                    <a:pt x="560451" y="66167"/>
                  </a:cubicBezTo>
                  <a:lnTo>
                    <a:pt x="560451" y="0"/>
                  </a:lnTo>
                  <a:lnTo>
                    <a:pt x="242697" y="0"/>
                  </a:lnTo>
                  <a:cubicBezTo>
                    <a:pt x="108839" y="0"/>
                    <a:pt x="0" y="108839"/>
                    <a:pt x="0" y="242697"/>
                  </a:cubicBezTo>
                  <a:lnTo>
                    <a:pt x="0" y="5406390"/>
                  </a:lnTo>
                  <a:cubicBezTo>
                    <a:pt x="0" y="5540248"/>
                    <a:pt x="108839" y="5649087"/>
                    <a:pt x="242697" y="5649087"/>
                  </a:cubicBezTo>
                  <a:lnTo>
                    <a:pt x="2363724" y="5649087"/>
                  </a:lnTo>
                  <a:cubicBezTo>
                    <a:pt x="2497582" y="5649087"/>
                    <a:pt x="2606421" y="5540248"/>
                    <a:pt x="2606421" y="5406390"/>
                  </a:cubicBezTo>
                  <a:lnTo>
                    <a:pt x="2606421" y="242697"/>
                  </a:lnTo>
                  <a:cubicBezTo>
                    <a:pt x="2607818" y="108839"/>
                    <a:pt x="2498979" y="0"/>
                    <a:pt x="2363724" y="0"/>
                  </a:cubicBezTo>
                  <a:close/>
                </a:path>
              </a:pathLst>
            </a:custGeom>
            <a:blipFill>
              <a:blip r:embed="rId7"/>
              <a:stretch>
                <a:fillRect l="-17" r="-1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9" name="Group 69">
            <a:extLst>
              <a:ext uri="{FF2B5EF4-FFF2-40B4-BE49-F238E27FC236}">
                <a16:creationId xmlns:a16="http://schemas.microsoft.com/office/drawing/2014/main" id="{5F08C140-9834-E0F3-BC14-3F234AF0F859}"/>
              </a:ext>
            </a:extLst>
          </p:cNvPr>
          <p:cNvGrpSpPr/>
          <p:nvPr/>
        </p:nvGrpSpPr>
        <p:grpSpPr>
          <a:xfrm>
            <a:off x="12746517" y="1200960"/>
            <a:ext cx="302038" cy="37081"/>
            <a:chOff x="0" y="0"/>
            <a:chExt cx="402717" cy="49441"/>
          </a:xfrm>
        </p:grpSpPr>
        <p:sp>
          <p:nvSpPr>
            <p:cNvPr id="70" name="Freeform 70">
              <a:extLst>
                <a:ext uri="{FF2B5EF4-FFF2-40B4-BE49-F238E27FC236}">
                  <a16:creationId xmlns:a16="http://schemas.microsoft.com/office/drawing/2014/main" id="{9A080648-EFD3-7F92-0AE7-DE9C7E72CD0B}"/>
                </a:ext>
              </a:extLst>
            </p:cNvPr>
            <p:cNvSpPr/>
            <p:nvPr/>
          </p:nvSpPr>
          <p:spPr>
            <a:xfrm>
              <a:off x="0" y="0"/>
              <a:ext cx="402717" cy="49403"/>
            </a:xfrm>
            <a:custGeom>
              <a:avLst/>
              <a:gdLst/>
              <a:ahLst/>
              <a:cxnLst/>
              <a:rect l="l" t="t" r="r" b="b"/>
              <a:pathLst>
                <a:path w="402717" h="49403">
                  <a:moveTo>
                    <a:pt x="377698" y="0"/>
                  </a:moveTo>
                  <a:lnTo>
                    <a:pt x="25019" y="0"/>
                  </a:lnTo>
                  <a:cubicBezTo>
                    <a:pt x="11811" y="0"/>
                    <a:pt x="0" y="10160"/>
                    <a:pt x="0" y="24765"/>
                  </a:cubicBezTo>
                  <a:cubicBezTo>
                    <a:pt x="0" y="39370"/>
                    <a:pt x="11811" y="49403"/>
                    <a:pt x="25019" y="49403"/>
                  </a:cubicBezTo>
                  <a:lnTo>
                    <a:pt x="377698" y="49403"/>
                  </a:lnTo>
                  <a:cubicBezTo>
                    <a:pt x="390906" y="49403"/>
                    <a:pt x="402717" y="39243"/>
                    <a:pt x="402717" y="24638"/>
                  </a:cubicBezTo>
                  <a:cubicBezTo>
                    <a:pt x="402717" y="10033"/>
                    <a:pt x="390906" y="0"/>
                    <a:pt x="377698" y="0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1" name="Group 71">
            <a:extLst>
              <a:ext uri="{FF2B5EF4-FFF2-40B4-BE49-F238E27FC236}">
                <a16:creationId xmlns:a16="http://schemas.microsoft.com/office/drawing/2014/main" id="{116EEA5F-2404-3993-3F35-A9F0C2BC634D}"/>
              </a:ext>
            </a:extLst>
          </p:cNvPr>
          <p:cNvGrpSpPr/>
          <p:nvPr/>
        </p:nvGrpSpPr>
        <p:grpSpPr>
          <a:xfrm>
            <a:off x="13144681" y="1191958"/>
            <a:ext cx="55083" cy="54721"/>
            <a:chOff x="0" y="0"/>
            <a:chExt cx="73444" cy="72962"/>
          </a:xfrm>
        </p:grpSpPr>
        <p:sp>
          <p:nvSpPr>
            <p:cNvPr id="72" name="Freeform 72">
              <a:extLst>
                <a:ext uri="{FF2B5EF4-FFF2-40B4-BE49-F238E27FC236}">
                  <a16:creationId xmlns:a16="http://schemas.microsoft.com/office/drawing/2014/main" id="{AB8B041B-2DF0-0177-D592-91343D2E6BD7}"/>
                </a:ext>
              </a:extLst>
            </p:cNvPr>
            <p:cNvSpPr/>
            <p:nvPr/>
          </p:nvSpPr>
          <p:spPr>
            <a:xfrm>
              <a:off x="48" y="0"/>
              <a:ext cx="73311" cy="72900"/>
            </a:xfrm>
            <a:custGeom>
              <a:avLst/>
              <a:gdLst/>
              <a:ahLst/>
              <a:cxnLst/>
              <a:rect l="l" t="t" r="r" b="b"/>
              <a:pathLst>
                <a:path w="73311" h="72900">
                  <a:moveTo>
                    <a:pt x="36655" y="0"/>
                  </a:moveTo>
                  <a:cubicBezTo>
                    <a:pt x="23574" y="0"/>
                    <a:pt x="11382" y="6858"/>
                    <a:pt x="4905" y="18161"/>
                  </a:cubicBezTo>
                  <a:cubicBezTo>
                    <a:pt x="-1572" y="29464"/>
                    <a:pt x="-1699" y="43434"/>
                    <a:pt x="4905" y="54737"/>
                  </a:cubicBezTo>
                  <a:cubicBezTo>
                    <a:pt x="11509" y="66040"/>
                    <a:pt x="23574" y="73025"/>
                    <a:pt x="36655" y="72898"/>
                  </a:cubicBezTo>
                  <a:cubicBezTo>
                    <a:pt x="49736" y="72771"/>
                    <a:pt x="61928" y="66040"/>
                    <a:pt x="68405" y="54737"/>
                  </a:cubicBezTo>
                  <a:cubicBezTo>
                    <a:pt x="74882" y="43434"/>
                    <a:pt x="75009" y="29464"/>
                    <a:pt x="68405" y="18161"/>
                  </a:cubicBezTo>
                  <a:cubicBezTo>
                    <a:pt x="61801" y="6858"/>
                    <a:pt x="49736" y="0"/>
                    <a:pt x="36655" y="0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3" name="Group 73">
            <a:extLst>
              <a:ext uri="{FF2B5EF4-FFF2-40B4-BE49-F238E27FC236}">
                <a16:creationId xmlns:a16="http://schemas.microsoft.com/office/drawing/2014/main" id="{C1AE8C80-3C51-7259-FF8A-ACF6C3B46DA9}"/>
              </a:ext>
            </a:extLst>
          </p:cNvPr>
          <p:cNvGrpSpPr/>
          <p:nvPr/>
        </p:nvGrpSpPr>
        <p:grpSpPr>
          <a:xfrm>
            <a:off x="11772357" y="1624679"/>
            <a:ext cx="23755" cy="185042"/>
            <a:chOff x="0" y="0"/>
            <a:chExt cx="31674" cy="246723"/>
          </a:xfrm>
        </p:grpSpPr>
        <p:sp>
          <p:nvSpPr>
            <p:cNvPr id="74" name="Freeform 74">
              <a:extLst>
                <a:ext uri="{FF2B5EF4-FFF2-40B4-BE49-F238E27FC236}">
                  <a16:creationId xmlns:a16="http://schemas.microsoft.com/office/drawing/2014/main" id="{C0CFB5A1-B627-3036-5762-848504C1D594}"/>
                </a:ext>
              </a:extLst>
            </p:cNvPr>
            <p:cNvSpPr/>
            <p:nvPr/>
          </p:nvSpPr>
          <p:spPr>
            <a:xfrm>
              <a:off x="0" y="0"/>
              <a:ext cx="31623" cy="246634"/>
            </a:xfrm>
            <a:custGeom>
              <a:avLst/>
              <a:gdLst/>
              <a:ahLst/>
              <a:cxnLst/>
              <a:rect l="l" t="t" r="r" b="b"/>
              <a:pathLst>
                <a:path w="31623" h="246634">
                  <a:moveTo>
                    <a:pt x="0" y="30861"/>
                  </a:moveTo>
                  <a:lnTo>
                    <a:pt x="0" y="214376"/>
                  </a:lnTo>
                  <a:cubicBezTo>
                    <a:pt x="0" y="232029"/>
                    <a:pt x="14351" y="246634"/>
                    <a:pt x="31623" y="246634"/>
                  </a:cubicBezTo>
                  <a:lnTo>
                    <a:pt x="31623" y="0"/>
                  </a:lnTo>
                  <a:cubicBezTo>
                    <a:pt x="14351" y="0"/>
                    <a:pt x="0" y="13208"/>
                    <a:pt x="0" y="30861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5" name="Group 75">
            <a:extLst>
              <a:ext uri="{FF2B5EF4-FFF2-40B4-BE49-F238E27FC236}">
                <a16:creationId xmlns:a16="http://schemas.microsoft.com/office/drawing/2014/main" id="{EDCF9D6F-D68D-1CCA-84C7-8EA383F42230}"/>
              </a:ext>
            </a:extLst>
          </p:cNvPr>
          <p:cNvGrpSpPr/>
          <p:nvPr/>
        </p:nvGrpSpPr>
        <p:grpSpPr>
          <a:xfrm>
            <a:off x="11772357" y="1947958"/>
            <a:ext cx="23755" cy="334080"/>
            <a:chOff x="0" y="0"/>
            <a:chExt cx="31674" cy="445440"/>
          </a:xfrm>
        </p:grpSpPr>
        <p:sp>
          <p:nvSpPr>
            <p:cNvPr id="76" name="Freeform 76">
              <a:extLst>
                <a:ext uri="{FF2B5EF4-FFF2-40B4-BE49-F238E27FC236}">
                  <a16:creationId xmlns:a16="http://schemas.microsoft.com/office/drawing/2014/main" id="{5733ACF4-D32B-FDD5-4115-9EDB86A46346}"/>
                </a:ext>
              </a:extLst>
            </p:cNvPr>
            <p:cNvSpPr/>
            <p:nvPr/>
          </p:nvSpPr>
          <p:spPr>
            <a:xfrm>
              <a:off x="0" y="0"/>
              <a:ext cx="31623" cy="445516"/>
            </a:xfrm>
            <a:custGeom>
              <a:avLst/>
              <a:gdLst/>
              <a:ahLst/>
              <a:cxnLst/>
              <a:rect l="l" t="t" r="r" b="b"/>
              <a:pathLst>
                <a:path w="31623" h="445516">
                  <a:moveTo>
                    <a:pt x="0" y="30861"/>
                  </a:moveTo>
                  <a:lnTo>
                    <a:pt x="0" y="413131"/>
                  </a:lnTo>
                  <a:cubicBezTo>
                    <a:pt x="0" y="430784"/>
                    <a:pt x="14351" y="445516"/>
                    <a:pt x="31623" y="445516"/>
                  </a:cubicBezTo>
                  <a:lnTo>
                    <a:pt x="31623" y="0"/>
                  </a:lnTo>
                  <a:cubicBezTo>
                    <a:pt x="14351" y="0"/>
                    <a:pt x="0" y="13208"/>
                    <a:pt x="0" y="30861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7" name="Group 77">
            <a:extLst>
              <a:ext uri="{FF2B5EF4-FFF2-40B4-BE49-F238E27FC236}">
                <a16:creationId xmlns:a16="http://schemas.microsoft.com/office/drawing/2014/main" id="{DCE8163B-BD28-8F4D-7774-46D9FCBA89F2}"/>
              </a:ext>
            </a:extLst>
          </p:cNvPr>
          <p:cNvGrpSpPr/>
          <p:nvPr/>
        </p:nvGrpSpPr>
        <p:grpSpPr>
          <a:xfrm>
            <a:off x="11772357" y="2355123"/>
            <a:ext cx="23755" cy="335156"/>
            <a:chOff x="0" y="0"/>
            <a:chExt cx="31674" cy="446875"/>
          </a:xfrm>
        </p:grpSpPr>
        <p:sp>
          <p:nvSpPr>
            <p:cNvPr id="78" name="Freeform 78">
              <a:extLst>
                <a:ext uri="{FF2B5EF4-FFF2-40B4-BE49-F238E27FC236}">
                  <a16:creationId xmlns:a16="http://schemas.microsoft.com/office/drawing/2014/main" id="{AE09EF3A-2C0B-CC4E-5923-139E5F43603A}"/>
                </a:ext>
              </a:extLst>
            </p:cNvPr>
            <p:cNvSpPr/>
            <p:nvPr/>
          </p:nvSpPr>
          <p:spPr>
            <a:xfrm>
              <a:off x="0" y="0"/>
              <a:ext cx="31623" cy="446913"/>
            </a:xfrm>
            <a:custGeom>
              <a:avLst/>
              <a:gdLst/>
              <a:ahLst/>
              <a:cxnLst/>
              <a:rect l="l" t="t" r="r" b="b"/>
              <a:pathLst>
                <a:path w="31623" h="446913">
                  <a:moveTo>
                    <a:pt x="0" y="32385"/>
                  </a:moveTo>
                  <a:lnTo>
                    <a:pt x="0" y="414528"/>
                  </a:lnTo>
                  <a:cubicBezTo>
                    <a:pt x="0" y="432181"/>
                    <a:pt x="14351" y="446913"/>
                    <a:pt x="31623" y="446913"/>
                  </a:cubicBezTo>
                  <a:lnTo>
                    <a:pt x="31623" y="0"/>
                  </a:lnTo>
                  <a:cubicBezTo>
                    <a:pt x="14351" y="0"/>
                    <a:pt x="0" y="14732"/>
                    <a:pt x="0" y="32385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9" name="Group 79">
            <a:extLst>
              <a:ext uri="{FF2B5EF4-FFF2-40B4-BE49-F238E27FC236}">
                <a16:creationId xmlns:a16="http://schemas.microsoft.com/office/drawing/2014/main" id="{4220130F-4D87-F041-D0B1-67A6E445DB3F}"/>
              </a:ext>
            </a:extLst>
          </p:cNvPr>
          <p:cNvGrpSpPr/>
          <p:nvPr/>
        </p:nvGrpSpPr>
        <p:grpSpPr>
          <a:xfrm>
            <a:off x="14024524" y="2058124"/>
            <a:ext cx="23755" cy="537124"/>
            <a:chOff x="0" y="0"/>
            <a:chExt cx="31674" cy="716166"/>
          </a:xfrm>
        </p:grpSpPr>
        <p:sp>
          <p:nvSpPr>
            <p:cNvPr id="80" name="Freeform 80">
              <a:extLst>
                <a:ext uri="{FF2B5EF4-FFF2-40B4-BE49-F238E27FC236}">
                  <a16:creationId xmlns:a16="http://schemas.microsoft.com/office/drawing/2014/main" id="{D870394D-AE91-7B0B-4A54-A7FE30414260}"/>
                </a:ext>
              </a:extLst>
            </p:cNvPr>
            <p:cNvSpPr/>
            <p:nvPr/>
          </p:nvSpPr>
          <p:spPr>
            <a:xfrm>
              <a:off x="0" y="0"/>
              <a:ext cx="31623" cy="716153"/>
            </a:xfrm>
            <a:custGeom>
              <a:avLst/>
              <a:gdLst/>
              <a:ahLst/>
              <a:cxnLst/>
              <a:rect l="l" t="t" r="r" b="b"/>
              <a:pathLst>
                <a:path w="31623" h="716153">
                  <a:moveTo>
                    <a:pt x="0" y="0"/>
                  </a:moveTo>
                  <a:lnTo>
                    <a:pt x="0" y="716153"/>
                  </a:lnTo>
                  <a:cubicBezTo>
                    <a:pt x="17272" y="716153"/>
                    <a:pt x="31623" y="701421"/>
                    <a:pt x="31623" y="683768"/>
                  </a:cubicBezTo>
                  <a:lnTo>
                    <a:pt x="31623" y="32385"/>
                  </a:lnTo>
                  <a:cubicBezTo>
                    <a:pt x="31623" y="14732"/>
                    <a:pt x="17272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1" name="Freeform 81">
            <a:extLst>
              <a:ext uri="{FF2B5EF4-FFF2-40B4-BE49-F238E27FC236}">
                <a16:creationId xmlns:a16="http://schemas.microsoft.com/office/drawing/2014/main" id="{4A2AA22E-2193-0007-C12A-544ED56F63F2}"/>
              </a:ext>
            </a:extLst>
          </p:cNvPr>
          <p:cNvSpPr/>
          <p:nvPr/>
        </p:nvSpPr>
        <p:spPr>
          <a:xfrm>
            <a:off x="11796484" y="1028881"/>
            <a:ext cx="2227316" cy="4502877"/>
          </a:xfrm>
          <a:custGeom>
            <a:avLst/>
            <a:gdLst/>
            <a:ahLst/>
            <a:cxnLst/>
            <a:rect l="l" t="t" r="r" b="b"/>
            <a:pathLst>
              <a:path w="2227316" h="4502877">
                <a:moveTo>
                  <a:pt x="0" y="0"/>
                </a:moveTo>
                <a:lnTo>
                  <a:pt x="2227316" y="0"/>
                </a:lnTo>
                <a:lnTo>
                  <a:pt x="2227316" y="4502877"/>
                </a:lnTo>
                <a:lnTo>
                  <a:pt x="0" y="4502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86" name="Group 86">
            <a:extLst>
              <a:ext uri="{FF2B5EF4-FFF2-40B4-BE49-F238E27FC236}">
                <a16:creationId xmlns:a16="http://schemas.microsoft.com/office/drawing/2014/main" id="{21FEBD5A-361C-2EBE-AF44-5304986B1D42}"/>
              </a:ext>
            </a:extLst>
          </p:cNvPr>
          <p:cNvGrpSpPr/>
          <p:nvPr/>
        </p:nvGrpSpPr>
        <p:grpSpPr>
          <a:xfrm>
            <a:off x="11184150" y="3242910"/>
            <a:ext cx="578101" cy="50702"/>
            <a:chOff x="0" y="0"/>
            <a:chExt cx="770801" cy="67602"/>
          </a:xfrm>
        </p:grpSpPr>
        <p:sp>
          <p:nvSpPr>
            <p:cNvPr id="87" name="Freeform 87">
              <a:extLst>
                <a:ext uri="{FF2B5EF4-FFF2-40B4-BE49-F238E27FC236}">
                  <a16:creationId xmlns:a16="http://schemas.microsoft.com/office/drawing/2014/main" id="{C906604C-C8D5-0000-3413-D6D58C3575EC}"/>
                </a:ext>
              </a:extLst>
            </p:cNvPr>
            <p:cNvSpPr/>
            <p:nvPr/>
          </p:nvSpPr>
          <p:spPr>
            <a:xfrm>
              <a:off x="0" y="0"/>
              <a:ext cx="770763" cy="67564"/>
            </a:xfrm>
            <a:custGeom>
              <a:avLst/>
              <a:gdLst/>
              <a:ahLst/>
              <a:cxnLst/>
              <a:rect l="l" t="t" r="r" b="b"/>
              <a:pathLst>
                <a:path w="770763" h="67564">
                  <a:moveTo>
                    <a:pt x="0" y="67564"/>
                  </a:moveTo>
                  <a:lnTo>
                    <a:pt x="0" y="33782"/>
                  </a:lnTo>
                  <a:cubicBezTo>
                    <a:pt x="0" y="24892"/>
                    <a:pt x="1016" y="16256"/>
                    <a:pt x="2667" y="9906"/>
                  </a:cubicBezTo>
                  <a:cubicBezTo>
                    <a:pt x="4318" y="3556"/>
                    <a:pt x="6731" y="0"/>
                    <a:pt x="9144" y="0"/>
                  </a:cubicBezTo>
                  <a:lnTo>
                    <a:pt x="770763" y="0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t="-172266" r="-4" b="-172322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8" name="Group 88">
            <a:extLst>
              <a:ext uri="{FF2B5EF4-FFF2-40B4-BE49-F238E27FC236}">
                <a16:creationId xmlns:a16="http://schemas.microsoft.com/office/drawing/2014/main" id="{2FB8D353-EB0C-A732-739D-7DDB3E8F2365}"/>
              </a:ext>
            </a:extLst>
          </p:cNvPr>
          <p:cNvGrpSpPr/>
          <p:nvPr/>
        </p:nvGrpSpPr>
        <p:grpSpPr>
          <a:xfrm>
            <a:off x="14077112" y="3274590"/>
            <a:ext cx="578101" cy="50702"/>
            <a:chOff x="0" y="0"/>
            <a:chExt cx="770801" cy="67602"/>
          </a:xfrm>
        </p:grpSpPr>
        <p:sp>
          <p:nvSpPr>
            <p:cNvPr id="89" name="Freeform 89">
              <a:extLst>
                <a:ext uri="{FF2B5EF4-FFF2-40B4-BE49-F238E27FC236}">
                  <a16:creationId xmlns:a16="http://schemas.microsoft.com/office/drawing/2014/main" id="{E87BD29B-05F8-1BA3-7288-DA1AC6B7B74F}"/>
                </a:ext>
              </a:extLst>
            </p:cNvPr>
            <p:cNvSpPr/>
            <p:nvPr/>
          </p:nvSpPr>
          <p:spPr>
            <a:xfrm>
              <a:off x="0" y="0"/>
              <a:ext cx="770763" cy="67564"/>
            </a:xfrm>
            <a:custGeom>
              <a:avLst/>
              <a:gdLst/>
              <a:ahLst/>
              <a:cxnLst/>
              <a:rect l="l" t="t" r="r" b="b"/>
              <a:pathLst>
                <a:path w="770763" h="67564">
                  <a:moveTo>
                    <a:pt x="0" y="67564"/>
                  </a:moveTo>
                  <a:lnTo>
                    <a:pt x="0" y="33782"/>
                  </a:lnTo>
                  <a:cubicBezTo>
                    <a:pt x="0" y="24892"/>
                    <a:pt x="1016" y="16256"/>
                    <a:pt x="2667" y="9906"/>
                  </a:cubicBezTo>
                  <a:cubicBezTo>
                    <a:pt x="4318" y="3556"/>
                    <a:pt x="6731" y="0"/>
                    <a:pt x="9144" y="0"/>
                  </a:cubicBezTo>
                  <a:lnTo>
                    <a:pt x="770763" y="0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t="-172266" r="-4" b="-172322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0" name="TextBox 90">
            <a:extLst>
              <a:ext uri="{FF2B5EF4-FFF2-40B4-BE49-F238E27FC236}">
                <a16:creationId xmlns:a16="http://schemas.microsoft.com/office/drawing/2014/main" id="{35726386-546B-4FA8-15B6-12E4F998ADB6}"/>
              </a:ext>
            </a:extLst>
          </p:cNvPr>
          <p:cNvSpPr txBox="1"/>
          <p:nvPr/>
        </p:nvSpPr>
        <p:spPr>
          <a:xfrm>
            <a:off x="5800677" y="-164144"/>
            <a:ext cx="6205680" cy="1232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34"/>
              </a:lnSpc>
            </a:pPr>
            <a:r>
              <a:rPr lang="en-US" sz="6239" b="1" spc="0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Immunisation</a:t>
            </a:r>
            <a:endParaRPr lang="en-US" sz="6239" b="1" spc="0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1377D7-4D94-7AAA-AF16-2D6CC227BD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04884" y="1028880"/>
            <a:ext cx="5073742" cy="8866061"/>
          </a:xfrm>
          <a:prstGeom prst="rect">
            <a:avLst/>
          </a:prstGeom>
        </p:spPr>
      </p:pic>
      <p:grpSp>
        <p:nvGrpSpPr>
          <p:cNvPr id="82" name="Group 82">
            <a:extLst>
              <a:ext uri="{FF2B5EF4-FFF2-40B4-BE49-F238E27FC236}">
                <a16:creationId xmlns:a16="http://schemas.microsoft.com/office/drawing/2014/main" id="{8A8AF81E-07B2-1D79-FC88-E40EB6F43F21}"/>
              </a:ext>
            </a:extLst>
          </p:cNvPr>
          <p:cNvGrpSpPr/>
          <p:nvPr/>
        </p:nvGrpSpPr>
        <p:grpSpPr>
          <a:xfrm>
            <a:off x="5217871" y="3261627"/>
            <a:ext cx="3699662" cy="2686622"/>
            <a:chOff x="0" y="0"/>
            <a:chExt cx="4932883" cy="3582162"/>
          </a:xfrm>
        </p:grpSpPr>
        <p:sp>
          <p:nvSpPr>
            <p:cNvPr id="83" name="Freeform 83">
              <a:extLst>
                <a:ext uri="{FF2B5EF4-FFF2-40B4-BE49-F238E27FC236}">
                  <a16:creationId xmlns:a16="http://schemas.microsoft.com/office/drawing/2014/main" id="{5DBB92AD-D66D-0486-598C-F0DB978B7AC2}"/>
                </a:ext>
              </a:extLst>
            </p:cNvPr>
            <p:cNvSpPr/>
            <p:nvPr/>
          </p:nvSpPr>
          <p:spPr>
            <a:xfrm>
              <a:off x="0" y="0"/>
              <a:ext cx="4932807" cy="3582162"/>
            </a:xfrm>
            <a:custGeom>
              <a:avLst/>
              <a:gdLst/>
              <a:ahLst/>
              <a:cxnLst/>
              <a:rect l="l" t="t" r="r" b="b"/>
              <a:pathLst>
                <a:path w="4932807" h="3582162">
                  <a:moveTo>
                    <a:pt x="0" y="3582162"/>
                  </a:moveTo>
                  <a:lnTo>
                    <a:pt x="2324354" y="3582162"/>
                  </a:lnTo>
                  <a:cubicBezTo>
                    <a:pt x="2494407" y="3582162"/>
                    <a:pt x="2632329" y="3443732"/>
                    <a:pt x="2632329" y="3273044"/>
                  </a:cubicBezTo>
                  <a:lnTo>
                    <a:pt x="2632329" y="309118"/>
                  </a:lnTo>
                  <a:cubicBezTo>
                    <a:pt x="2632329" y="138430"/>
                    <a:pt x="2770124" y="0"/>
                    <a:pt x="2940177" y="0"/>
                  </a:cubicBezTo>
                  <a:lnTo>
                    <a:pt x="4932807" y="0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l="-43172" r="-43173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4" name="Group 84">
            <a:extLst>
              <a:ext uri="{FF2B5EF4-FFF2-40B4-BE49-F238E27FC236}">
                <a16:creationId xmlns:a16="http://schemas.microsoft.com/office/drawing/2014/main" id="{F9FA8B2F-194A-B7E5-19CB-92627D742B50}"/>
              </a:ext>
            </a:extLst>
          </p:cNvPr>
          <p:cNvGrpSpPr/>
          <p:nvPr/>
        </p:nvGrpSpPr>
        <p:grpSpPr>
          <a:xfrm>
            <a:off x="5260038" y="6805470"/>
            <a:ext cx="3699605" cy="1127465"/>
            <a:chOff x="0" y="0"/>
            <a:chExt cx="4237355" cy="1503286"/>
          </a:xfrm>
        </p:grpSpPr>
        <p:sp>
          <p:nvSpPr>
            <p:cNvPr id="85" name="Freeform 85">
              <a:extLst>
                <a:ext uri="{FF2B5EF4-FFF2-40B4-BE49-F238E27FC236}">
                  <a16:creationId xmlns:a16="http://schemas.microsoft.com/office/drawing/2014/main" id="{97869403-33FB-794D-0A51-52317C63319D}"/>
                </a:ext>
              </a:extLst>
            </p:cNvPr>
            <p:cNvSpPr/>
            <p:nvPr/>
          </p:nvSpPr>
          <p:spPr>
            <a:xfrm>
              <a:off x="0" y="0"/>
              <a:ext cx="4237355" cy="1503299"/>
            </a:xfrm>
            <a:custGeom>
              <a:avLst/>
              <a:gdLst/>
              <a:ahLst/>
              <a:cxnLst/>
              <a:rect l="l" t="t" r="r" b="b"/>
              <a:pathLst>
                <a:path w="4237355" h="1503299">
                  <a:moveTo>
                    <a:pt x="0" y="0"/>
                  </a:moveTo>
                  <a:lnTo>
                    <a:pt x="1567434" y="0"/>
                  </a:lnTo>
                  <a:cubicBezTo>
                    <a:pt x="1737741" y="0"/>
                    <a:pt x="1875917" y="141224"/>
                    <a:pt x="1875917" y="315341"/>
                  </a:cubicBezTo>
                  <a:lnTo>
                    <a:pt x="1875917" y="1187958"/>
                  </a:lnTo>
                  <a:cubicBezTo>
                    <a:pt x="1875917" y="1362075"/>
                    <a:pt x="2013966" y="1503299"/>
                    <a:pt x="2184400" y="1503299"/>
                  </a:cubicBezTo>
                  <a:lnTo>
                    <a:pt x="4237355" y="1503299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t="-4922" b="-4922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519372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84205-DAED-711E-3C3E-268E99E25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8">
            <a:extLst>
              <a:ext uri="{FF2B5EF4-FFF2-40B4-BE49-F238E27FC236}">
                <a16:creationId xmlns:a16="http://schemas.microsoft.com/office/drawing/2014/main" id="{C468579B-FB94-6C8E-6F10-9BBC1A488123}"/>
              </a:ext>
            </a:extLst>
          </p:cNvPr>
          <p:cNvSpPr/>
          <p:nvPr/>
        </p:nvSpPr>
        <p:spPr>
          <a:xfrm>
            <a:off x="8920801" y="1050836"/>
            <a:ext cx="2183397" cy="4458595"/>
          </a:xfrm>
          <a:custGeom>
            <a:avLst/>
            <a:gdLst/>
            <a:ahLst/>
            <a:cxnLst/>
            <a:rect l="l" t="t" r="r" b="b"/>
            <a:pathLst>
              <a:path w="2183397" h="4458595">
                <a:moveTo>
                  <a:pt x="0" y="0"/>
                </a:moveTo>
                <a:lnTo>
                  <a:pt x="2183396" y="0"/>
                </a:lnTo>
                <a:lnTo>
                  <a:pt x="2183396" y="4458595"/>
                </a:lnTo>
                <a:lnTo>
                  <a:pt x="0" y="44585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D351F5FB-47B8-3348-50DE-995522FC7E05}"/>
              </a:ext>
            </a:extLst>
          </p:cNvPr>
          <p:cNvGrpSpPr/>
          <p:nvPr/>
        </p:nvGrpSpPr>
        <p:grpSpPr>
          <a:xfrm>
            <a:off x="9035644" y="1164603"/>
            <a:ext cx="1954797" cy="4236844"/>
            <a:chOff x="0" y="0"/>
            <a:chExt cx="2606396" cy="5649125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8125CAD1-2960-7D1D-5A59-B1A84D471D78}"/>
                </a:ext>
              </a:extLst>
            </p:cNvPr>
            <p:cNvSpPr/>
            <p:nvPr/>
          </p:nvSpPr>
          <p:spPr>
            <a:xfrm>
              <a:off x="0" y="0"/>
              <a:ext cx="2606434" cy="5649087"/>
            </a:xfrm>
            <a:custGeom>
              <a:avLst/>
              <a:gdLst/>
              <a:ahLst/>
              <a:cxnLst/>
              <a:rect l="l" t="t" r="r" b="b"/>
              <a:pathLst>
                <a:path w="2606434" h="5649087">
                  <a:moveTo>
                    <a:pt x="2363724" y="0"/>
                  </a:moveTo>
                  <a:lnTo>
                    <a:pt x="2048891" y="0"/>
                  </a:lnTo>
                  <a:lnTo>
                    <a:pt x="2048891" y="66167"/>
                  </a:lnTo>
                  <a:cubicBezTo>
                    <a:pt x="2048891" y="141224"/>
                    <a:pt x="1987169" y="202946"/>
                    <a:pt x="1912112" y="202946"/>
                  </a:cubicBezTo>
                  <a:lnTo>
                    <a:pt x="697230" y="202946"/>
                  </a:lnTo>
                  <a:cubicBezTo>
                    <a:pt x="622173" y="202946"/>
                    <a:pt x="560451" y="141097"/>
                    <a:pt x="560451" y="66167"/>
                  </a:cubicBezTo>
                  <a:lnTo>
                    <a:pt x="560451" y="0"/>
                  </a:lnTo>
                  <a:lnTo>
                    <a:pt x="242697" y="0"/>
                  </a:lnTo>
                  <a:cubicBezTo>
                    <a:pt x="108839" y="0"/>
                    <a:pt x="0" y="108839"/>
                    <a:pt x="0" y="242697"/>
                  </a:cubicBezTo>
                  <a:lnTo>
                    <a:pt x="0" y="5406390"/>
                  </a:lnTo>
                  <a:cubicBezTo>
                    <a:pt x="0" y="5540248"/>
                    <a:pt x="108839" y="5649087"/>
                    <a:pt x="242697" y="5649087"/>
                  </a:cubicBezTo>
                  <a:lnTo>
                    <a:pt x="2363724" y="5649087"/>
                  </a:lnTo>
                  <a:cubicBezTo>
                    <a:pt x="2497582" y="5649087"/>
                    <a:pt x="2606421" y="5540248"/>
                    <a:pt x="2606421" y="5406390"/>
                  </a:cubicBezTo>
                  <a:lnTo>
                    <a:pt x="2606421" y="242697"/>
                  </a:lnTo>
                  <a:cubicBezTo>
                    <a:pt x="2607818" y="108839"/>
                    <a:pt x="2498979" y="0"/>
                    <a:pt x="2363724" y="0"/>
                  </a:cubicBezTo>
                  <a:close/>
                </a:path>
              </a:pathLst>
            </a:custGeom>
            <a:blipFill>
              <a:blip r:embed="rId3"/>
              <a:stretch>
                <a:fillRect l="-17" r="-1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1" name="Group 21">
            <a:extLst>
              <a:ext uri="{FF2B5EF4-FFF2-40B4-BE49-F238E27FC236}">
                <a16:creationId xmlns:a16="http://schemas.microsoft.com/office/drawing/2014/main" id="{5CBCFCBE-70CD-B17D-2749-BF4E9DEE6559}"/>
              </a:ext>
            </a:extLst>
          </p:cNvPr>
          <p:cNvGrpSpPr/>
          <p:nvPr/>
        </p:nvGrpSpPr>
        <p:grpSpPr>
          <a:xfrm>
            <a:off x="9848879" y="1200960"/>
            <a:ext cx="302038" cy="37081"/>
            <a:chOff x="0" y="0"/>
            <a:chExt cx="402717" cy="49441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52E082BF-6FDC-5E16-62B9-2736E0E2E908}"/>
                </a:ext>
              </a:extLst>
            </p:cNvPr>
            <p:cNvSpPr/>
            <p:nvPr/>
          </p:nvSpPr>
          <p:spPr>
            <a:xfrm>
              <a:off x="0" y="0"/>
              <a:ext cx="402717" cy="49403"/>
            </a:xfrm>
            <a:custGeom>
              <a:avLst/>
              <a:gdLst/>
              <a:ahLst/>
              <a:cxnLst/>
              <a:rect l="l" t="t" r="r" b="b"/>
              <a:pathLst>
                <a:path w="402717" h="49403">
                  <a:moveTo>
                    <a:pt x="377698" y="0"/>
                  </a:moveTo>
                  <a:lnTo>
                    <a:pt x="25019" y="0"/>
                  </a:lnTo>
                  <a:cubicBezTo>
                    <a:pt x="11811" y="0"/>
                    <a:pt x="0" y="10160"/>
                    <a:pt x="0" y="24765"/>
                  </a:cubicBezTo>
                  <a:cubicBezTo>
                    <a:pt x="0" y="39370"/>
                    <a:pt x="11811" y="49403"/>
                    <a:pt x="25019" y="49403"/>
                  </a:cubicBezTo>
                  <a:lnTo>
                    <a:pt x="377698" y="49403"/>
                  </a:lnTo>
                  <a:cubicBezTo>
                    <a:pt x="390906" y="49403"/>
                    <a:pt x="402717" y="39243"/>
                    <a:pt x="402717" y="24638"/>
                  </a:cubicBezTo>
                  <a:cubicBezTo>
                    <a:pt x="402717" y="10033"/>
                    <a:pt x="390906" y="0"/>
                    <a:pt x="377698" y="0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8307FB9A-81F3-54FF-400A-2AE36E4F05D4}"/>
              </a:ext>
            </a:extLst>
          </p:cNvPr>
          <p:cNvGrpSpPr/>
          <p:nvPr/>
        </p:nvGrpSpPr>
        <p:grpSpPr>
          <a:xfrm>
            <a:off x="10247043" y="1191958"/>
            <a:ext cx="55083" cy="54721"/>
            <a:chOff x="0" y="0"/>
            <a:chExt cx="73444" cy="72962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5BA7F2DD-885E-DE95-BA2A-3294D3D424CA}"/>
                </a:ext>
              </a:extLst>
            </p:cNvPr>
            <p:cNvSpPr/>
            <p:nvPr/>
          </p:nvSpPr>
          <p:spPr>
            <a:xfrm>
              <a:off x="48" y="0"/>
              <a:ext cx="73311" cy="72900"/>
            </a:xfrm>
            <a:custGeom>
              <a:avLst/>
              <a:gdLst/>
              <a:ahLst/>
              <a:cxnLst/>
              <a:rect l="l" t="t" r="r" b="b"/>
              <a:pathLst>
                <a:path w="73311" h="72900">
                  <a:moveTo>
                    <a:pt x="36655" y="0"/>
                  </a:moveTo>
                  <a:cubicBezTo>
                    <a:pt x="23574" y="0"/>
                    <a:pt x="11382" y="6858"/>
                    <a:pt x="4905" y="18161"/>
                  </a:cubicBezTo>
                  <a:cubicBezTo>
                    <a:pt x="-1572" y="29464"/>
                    <a:pt x="-1699" y="43434"/>
                    <a:pt x="4905" y="54737"/>
                  </a:cubicBezTo>
                  <a:cubicBezTo>
                    <a:pt x="11509" y="66040"/>
                    <a:pt x="23574" y="73025"/>
                    <a:pt x="36655" y="72898"/>
                  </a:cubicBezTo>
                  <a:cubicBezTo>
                    <a:pt x="49736" y="72771"/>
                    <a:pt x="61928" y="66040"/>
                    <a:pt x="68405" y="54737"/>
                  </a:cubicBezTo>
                  <a:cubicBezTo>
                    <a:pt x="74882" y="43434"/>
                    <a:pt x="75009" y="29464"/>
                    <a:pt x="68405" y="18161"/>
                  </a:cubicBezTo>
                  <a:cubicBezTo>
                    <a:pt x="61801" y="6858"/>
                    <a:pt x="49736" y="0"/>
                    <a:pt x="36655" y="0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FDD9E011-F885-240D-BE18-F7916DFEDD6E}"/>
              </a:ext>
            </a:extLst>
          </p:cNvPr>
          <p:cNvGrpSpPr/>
          <p:nvPr/>
        </p:nvGrpSpPr>
        <p:grpSpPr>
          <a:xfrm>
            <a:off x="8874719" y="1624679"/>
            <a:ext cx="23755" cy="185042"/>
            <a:chOff x="0" y="0"/>
            <a:chExt cx="31674" cy="246723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85C911EE-E58E-1AD3-DD2B-0E2C10A89505}"/>
                </a:ext>
              </a:extLst>
            </p:cNvPr>
            <p:cNvSpPr/>
            <p:nvPr/>
          </p:nvSpPr>
          <p:spPr>
            <a:xfrm>
              <a:off x="0" y="0"/>
              <a:ext cx="31623" cy="246634"/>
            </a:xfrm>
            <a:custGeom>
              <a:avLst/>
              <a:gdLst/>
              <a:ahLst/>
              <a:cxnLst/>
              <a:rect l="l" t="t" r="r" b="b"/>
              <a:pathLst>
                <a:path w="31623" h="246634">
                  <a:moveTo>
                    <a:pt x="0" y="30861"/>
                  </a:moveTo>
                  <a:lnTo>
                    <a:pt x="0" y="214376"/>
                  </a:lnTo>
                  <a:cubicBezTo>
                    <a:pt x="0" y="232029"/>
                    <a:pt x="14351" y="246634"/>
                    <a:pt x="31623" y="246634"/>
                  </a:cubicBezTo>
                  <a:lnTo>
                    <a:pt x="31623" y="0"/>
                  </a:lnTo>
                  <a:cubicBezTo>
                    <a:pt x="14351" y="0"/>
                    <a:pt x="0" y="13208"/>
                    <a:pt x="0" y="30861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C78C6EF9-E733-FF7F-2977-7F91E67A2E13}"/>
              </a:ext>
            </a:extLst>
          </p:cNvPr>
          <p:cNvGrpSpPr/>
          <p:nvPr/>
        </p:nvGrpSpPr>
        <p:grpSpPr>
          <a:xfrm>
            <a:off x="8874719" y="1947958"/>
            <a:ext cx="23755" cy="334080"/>
            <a:chOff x="0" y="0"/>
            <a:chExt cx="31674" cy="445440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D53468FA-EEBA-24E6-88E2-E074AE03B208}"/>
                </a:ext>
              </a:extLst>
            </p:cNvPr>
            <p:cNvSpPr/>
            <p:nvPr/>
          </p:nvSpPr>
          <p:spPr>
            <a:xfrm>
              <a:off x="0" y="0"/>
              <a:ext cx="31623" cy="445516"/>
            </a:xfrm>
            <a:custGeom>
              <a:avLst/>
              <a:gdLst/>
              <a:ahLst/>
              <a:cxnLst/>
              <a:rect l="l" t="t" r="r" b="b"/>
              <a:pathLst>
                <a:path w="31623" h="445516">
                  <a:moveTo>
                    <a:pt x="0" y="30861"/>
                  </a:moveTo>
                  <a:lnTo>
                    <a:pt x="0" y="413131"/>
                  </a:lnTo>
                  <a:cubicBezTo>
                    <a:pt x="0" y="430784"/>
                    <a:pt x="14351" y="445516"/>
                    <a:pt x="31623" y="445516"/>
                  </a:cubicBezTo>
                  <a:lnTo>
                    <a:pt x="31623" y="0"/>
                  </a:lnTo>
                  <a:cubicBezTo>
                    <a:pt x="14351" y="0"/>
                    <a:pt x="0" y="13208"/>
                    <a:pt x="0" y="30861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6D870C3D-A5F5-766D-8D7B-FB75EF503752}"/>
              </a:ext>
            </a:extLst>
          </p:cNvPr>
          <p:cNvGrpSpPr/>
          <p:nvPr/>
        </p:nvGrpSpPr>
        <p:grpSpPr>
          <a:xfrm>
            <a:off x="8874719" y="2355123"/>
            <a:ext cx="23755" cy="335156"/>
            <a:chOff x="0" y="0"/>
            <a:chExt cx="31674" cy="446875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A8454A2B-06B7-4553-F7A1-7572D853B608}"/>
                </a:ext>
              </a:extLst>
            </p:cNvPr>
            <p:cNvSpPr/>
            <p:nvPr/>
          </p:nvSpPr>
          <p:spPr>
            <a:xfrm>
              <a:off x="0" y="0"/>
              <a:ext cx="31623" cy="446913"/>
            </a:xfrm>
            <a:custGeom>
              <a:avLst/>
              <a:gdLst/>
              <a:ahLst/>
              <a:cxnLst/>
              <a:rect l="l" t="t" r="r" b="b"/>
              <a:pathLst>
                <a:path w="31623" h="446913">
                  <a:moveTo>
                    <a:pt x="0" y="32385"/>
                  </a:moveTo>
                  <a:lnTo>
                    <a:pt x="0" y="414528"/>
                  </a:lnTo>
                  <a:cubicBezTo>
                    <a:pt x="0" y="432181"/>
                    <a:pt x="14351" y="446913"/>
                    <a:pt x="31623" y="446913"/>
                  </a:cubicBezTo>
                  <a:lnTo>
                    <a:pt x="31623" y="0"/>
                  </a:lnTo>
                  <a:cubicBezTo>
                    <a:pt x="14351" y="0"/>
                    <a:pt x="0" y="14732"/>
                    <a:pt x="0" y="32385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C8BDA83C-2F3B-25A8-F899-A540FCE0FE16}"/>
              </a:ext>
            </a:extLst>
          </p:cNvPr>
          <p:cNvGrpSpPr/>
          <p:nvPr/>
        </p:nvGrpSpPr>
        <p:grpSpPr>
          <a:xfrm>
            <a:off x="11126876" y="2058124"/>
            <a:ext cx="23755" cy="537124"/>
            <a:chOff x="0" y="0"/>
            <a:chExt cx="31674" cy="716166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084A1304-9566-2BD3-8BAF-39DE61D0513E}"/>
                </a:ext>
              </a:extLst>
            </p:cNvPr>
            <p:cNvSpPr/>
            <p:nvPr/>
          </p:nvSpPr>
          <p:spPr>
            <a:xfrm>
              <a:off x="0" y="0"/>
              <a:ext cx="31623" cy="716153"/>
            </a:xfrm>
            <a:custGeom>
              <a:avLst/>
              <a:gdLst/>
              <a:ahLst/>
              <a:cxnLst/>
              <a:rect l="l" t="t" r="r" b="b"/>
              <a:pathLst>
                <a:path w="31623" h="716153">
                  <a:moveTo>
                    <a:pt x="0" y="0"/>
                  </a:moveTo>
                  <a:lnTo>
                    <a:pt x="0" y="716153"/>
                  </a:lnTo>
                  <a:cubicBezTo>
                    <a:pt x="17272" y="716153"/>
                    <a:pt x="31623" y="701421"/>
                    <a:pt x="31623" y="683768"/>
                  </a:cubicBezTo>
                  <a:lnTo>
                    <a:pt x="31623" y="32385"/>
                  </a:lnTo>
                  <a:cubicBezTo>
                    <a:pt x="31623" y="14732"/>
                    <a:pt x="17272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3" name="Freeform 33">
            <a:extLst>
              <a:ext uri="{FF2B5EF4-FFF2-40B4-BE49-F238E27FC236}">
                <a16:creationId xmlns:a16="http://schemas.microsoft.com/office/drawing/2014/main" id="{EF06A1BF-2AE1-4E84-D4A7-614BA564ECE9}"/>
              </a:ext>
            </a:extLst>
          </p:cNvPr>
          <p:cNvSpPr/>
          <p:nvPr/>
        </p:nvSpPr>
        <p:spPr>
          <a:xfrm>
            <a:off x="8898836" y="1028881"/>
            <a:ext cx="2227316" cy="4502877"/>
          </a:xfrm>
          <a:custGeom>
            <a:avLst/>
            <a:gdLst/>
            <a:ahLst/>
            <a:cxnLst/>
            <a:rect l="l" t="t" r="r" b="b"/>
            <a:pathLst>
              <a:path w="2227316" h="4502877">
                <a:moveTo>
                  <a:pt x="0" y="0"/>
                </a:moveTo>
                <a:lnTo>
                  <a:pt x="2227316" y="0"/>
                </a:lnTo>
                <a:lnTo>
                  <a:pt x="2227316" y="4502877"/>
                </a:lnTo>
                <a:lnTo>
                  <a:pt x="0" y="4502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4" name="Freeform 34">
            <a:extLst>
              <a:ext uri="{FF2B5EF4-FFF2-40B4-BE49-F238E27FC236}">
                <a16:creationId xmlns:a16="http://schemas.microsoft.com/office/drawing/2014/main" id="{76A1D80D-3447-DF5A-ECB2-C91A02525410}"/>
              </a:ext>
            </a:extLst>
          </p:cNvPr>
          <p:cNvSpPr/>
          <p:nvPr/>
        </p:nvSpPr>
        <p:spPr>
          <a:xfrm>
            <a:off x="14714277" y="1050836"/>
            <a:ext cx="2183397" cy="4458595"/>
          </a:xfrm>
          <a:custGeom>
            <a:avLst/>
            <a:gdLst/>
            <a:ahLst/>
            <a:cxnLst/>
            <a:rect l="l" t="t" r="r" b="b"/>
            <a:pathLst>
              <a:path w="2183397" h="4458595">
                <a:moveTo>
                  <a:pt x="0" y="0"/>
                </a:moveTo>
                <a:lnTo>
                  <a:pt x="2183397" y="0"/>
                </a:lnTo>
                <a:lnTo>
                  <a:pt x="2183397" y="4458595"/>
                </a:lnTo>
                <a:lnTo>
                  <a:pt x="0" y="44585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8E3B4705-12FB-048F-D3B7-E8626C5FFC2D}"/>
              </a:ext>
            </a:extLst>
          </p:cNvPr>
          <p:cNvGrpSpPr/>
          <p:nvPr/>
        </p:nvGrpSpPr>
        <p:grpSpPr>
          <a:xfrm>
            <a:off x="14828758" y="1164603"/>
            <a:ext cx="1954797" cy="4236844"/>
            <a:chOff x="0" y="0"/>
            <a:chExt cx="2606396" cy="5649125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3808E40D-DC12-4516-A4DE-EFE5908F9904}"/>
                </a:ext>
              </a:extLst>
            </p:cNvPr>
            <p:cNvSpPr/>
            <p:nvPr/>
          </p:nvSpPr>
          <p:spPr>
            <a:xfrm>
              <a:off x="0" y="0"/>
              <a:ext cx="2606434" cy="5649087"/>
            </a:xfrm>
            <a:custGeom>
              <a:avLst/>
              <a:gdLst/>
              <a:ahLst/>
              <a:cxnLst/>
              <a:rect l="l" t="t" r="r" b="b"/>
              <a:pathLst>
                <a:path w="2606434" h="5649087">
                  <a:moveTo>
                    <a:pt x="2363724" y="0"/>
                  </a:moveTo>
                  <a:lnTo>
                    <a:pt x="2048891" y="0"/>
                  </a:lnTo>
                  <a:lnTo>
                    <a:pt x="2048891" y="66167"/>
                  </a:lnTo>
                  <a:cubicBezTo>
                    <a:pt x="2048891" y="141224"/>
                    <a:pt x="1987169" y="202946"/>
                    <a:pt x="1912112" y="202946"/>
                  </a:cubicBezTo>
                  <a:lnTo>
                    <a:pt x="697230" y="202946"/>
                  </a:lnTo>
                  <a:cubicBezTo>
                    <a:pt x="622173" y="202946"/>
                    <a:pt x="560451" y="141097"/>
                    <a:pt x="560451" y="66167"/>
                  </a:cubicBezTo>
                  <a:lnTo>
                    <a:pt x="560451" y="0"/>
                  </a:lnTo>
                  <a:lnTo>
                    <a:pt x="242697" y="0"/>
                  </a:lnTo>
                  <a:cubicBezTo>
                    <a:pt x="108839" y="0"/>
                    <a:pt x="0" y="108839"/>
                    <a:pt x="0" y="242697"/>
                  </a:cubicBezTo>
                  <a:lnTo>
                    <a:pt x="0" y="5406390"/>
                  </a:lnTo>
                  <a:cubicBezTo>
                    <a:pt x="0" y="5540248"/>
                    <a:pt x="108839" y="5649087"/>
                    <a:pt x="242697" y="5649087"/>
                  </a:cubicBezTo>
                  <a:lnTo>
                    <a:pt x="2363724" y="5649087"/>
                  </a:lnTo>
                  <a:cubicBezTo>
                    <a:pt x="2497582" y="5649087"/>
                    <a:pt x="2606421" y="5540248"/>
                    <a:pt x="2606421" y="5406390"/>
                  </a:cubicBezTo>
                  <a:lnTo>
                    <a:pt x="2606421" y="242697"/>
                  </a:lnTo>
                  <a:cubicBezTo>
                    <a:pt x="2607818" y="108839"/>
                    <a:pt x="2498979" y="0"/>
                    <a:pt x="2363724" y="0"/>
                  </a:cubicBezTo>
                  <a:close/>
                </a:path>
              </a:pathLst>
            </a:custGeom>
            <a:blipFill>
              <a:blip r:embed="rId5"/>
              <a:stretch>
                <a:fillRect l="-17" r="-1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7" name="Group 37">
            <a:extLst>
              <a:ext uri="{FF2B5EF4-FFF2-40B4-BE49-F238E27FC236}">
                <a16:creationId xmlns:a16="http://schemas.microsoft.com/office/drawing/2014/main" id="{B177416D-B5AB-9982-AE81-553F21500559}"/>
              </a:ext>
            </a:extLst>
          </p:cNvPr>
          <p:cNvGrpSpPr/>
          <p:nvPr/>
        </p:nvGrpSpPr>
        <p:grpSpPr>
          <a:xfrm>
            <a:off x="15642003" y="1200960"/>
            <a:ext cx="302038" cy="37081"/>
            <a:chOff x="0" y="0"/>
            <a:chExt cx="402717" cy="49441"/>
          </a:xfrm>
        </p:grpSpPr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C942ABF7-9125-A59C-EF72-19B99ED2A12D}"/>
                </a:ext>
              </a:extLst>
            </p:cNvPr>
            <p:cNvSpPr/>
            <p:nvPr/>
          </p:nvSpPr>
          <p:spPr>
            <a:xfrm>
              <a:off x="0" y="0"/>
              <a:ext cx="402717" cy="49403"/>
            </a:xfrm>
            <a:custGeom>
              <a:avLst/>
              <a:gdLst/>
              <a:ahLst/>
              <a:cxnLst/>
              <a:rect l="l" t="t" r="r" b="b"/>
              <a:pathLst>
                <a:path w="402717" h="49403">
                  <a:moveTo>
                    <a:pt x="377698" y="0"/>
                  </a:moveTo>
                  <a:lnTo>
                    <a:pt x="25019" y="0"/>
                  </a:lnTo>
                  <a:cubicBezTo>
                    <a:pt x="11811" y="0"/>
                    <a:pt x="0" y="10160"/>
                    <a:pt x="0" y="24765"/>
                  </a:cubicBezTo>
                  <a:cubicBezTo>
                    <a:pt x="0" y="39370"/>
                    <a:pt x="11811" y="49403"/>
                    <a:pt x="25019" y="49403"/>
                  </a:cubicBezTo>
                  <a:lnTo>
                    <a:pt x="377698" y="49403"/>
                  </a:lnTo>
                  <a:cubicBezTo>
                    <a:pt x="390906" y="49403"/>
                    <a:pt x="402717" y="39243"/>
                    <a:pt x="402717" y="24638"/>
                  </a:cubicBezTo>
                  <a:cubicBezTo>
                    <a:pt x="402717" y="10033"/>
                    <a:pt x="390906" y="0"/>
                    <a:pt x="377698" y="0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9" name="Group 39">
            <a:extLst>
              <a:ext uri="{FF2B5EF4-FFF2-40B4-BE49-F238E27FC236}">
                <a16:creationId xmlns:a16="http://schemas.microsoft.com/office/drawing/2014/main" id="{86EDB623-4B7E-BBD3-2E10-43C0D9900054}"/>
              </a:ext>
            </a:extLst>
          </p:cNvPr>
          <p:cNvGrpSpPr/>
          <p:nvPr/>
        </p:nvGrpSpPr>
        <p:grpSpPr>
          <a:xfrm>
            <a:off x="16040519" y="1191958"/>
            <a:ext cx="55083" cy="54721"/>
            <a:chOff x="0" y="0"/>
            <a:chExt cx="73444" cy="72962"/>
          </a:xfrm>
        </p:grpSpPr>
        <p:sp>
          <p:nvSpPr>
            <p:cNvPr id="40" name="Freeform 40">
              <a:extLst>
                <a:ext uri="{FF2B5EF4-FFF2-40B4-BE49-F238E27FC236}">
                  <a16:creationId xmlns:a16="http://schemas.microsoft.com/office/drawing/2014/main" id="{D9D37254-9A0B-65E3-E801-A9F2D42BDB6B}"/>
                </a:ext>
              </a:extLst>
            </p:cNvPr>
            <p:cNvSpPr/>
            <p:nvPr/>
          </p:nvSpPr>
          <p:spPr>
            <a:xfrm>
              <a:off x="48" y="0"/>
              <a:ext cx="73311" cy="72900"/>
            </a:xfrm>
            <a:custGeom>
              <a:avLst/>
              <a:gdLst/>
              <a:ahLst/>
              <a:cxnLst/>
              <a:rect l="l" t="t" r="r" b="b"/>
              <a:pathLst>
                <a:path w="73311" h="72900">
                  <a:moveTo>
                    <a:pt x="36655" y="0"/>
                  </a:moveTo>
                  <a:cubicBezTo>
                    <a:pt x="23574" y="0"/>
                    <a:pt x="11382" y="6858"/>
                    <a:pt x="4905" y="18161"/>
                  </a:cubicBezTo>
                  <a:cubicBezTo>
                    <a:pt x="-1572" y="29464"/>
                    <a:pt x="-1699" y="43434"/>
                    <a:pt x="4905" y="54737"/>
                  </a:cubicBezTo>
                  <a:cubicBezTo>
                    <a:pt x="11509" y="66040"/>
                    <a:pt x="23574" y="73025"/>
                    <a:pt x="36655" y="72898"/>
                  </a:cubicBezTo>
                  <a:cubicBezTo>
                    <a:pt x="49736" y="72771"/>
                    <a:pt x="61928" y="66040"/>
                    <a:pt x="68405" y="54737"/>
                  </a:cubicBezTo>
                  <a:cubicBezTo>
                    <a:pt x="74882" y="43434"/>
                    <a:pt x="75009" y="29464"/>
                    <a:pt x="68405" y="18161"/>
                  </a:cubicBezTo>
                  <a:cubicBezTo>
                    <a:pt x="61801" y="6858"/>
                    <a:pt x="49736" y="0"/>
                    <a:pt x="36655" y="0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1" name="Group 41">
            <a:extLst>
              <a:ext uri="{FF2B5EF4-FFF2-40B4-BE49-F238E27FC236}">
                <a16:creationId xmlns:a16="http://schemas.microsoft.com/office/drawing/2014/main" id="{D45BB4EE-3C89-A007-9651-D3B86BCF850A}"/>
              </a:ext>
            </a:extLst>
          </p:cNvPr>
          <p:cNvGrpSpPr/>
          <p:nvPr/>
        </p:nvGrpSpPr>
        <p:grpSpPr>
          <a:xfrm>
            <a:off x="14667843" y="1624679"/>
            <a:ext cx="23755" cy="185042"/>
            <a:chOff x="0" y="0"/>
            <a:chExt cx="31674" cy="246723"/>
          </a:xfrm>
        </p:grpSpPr>
        <p:sp>
          <p:nvSpPr>
            <p:cNvPr id="42" name="Freeform 42">
              <a:extLst>
                <a:ext uri="{FF2B5EF4-FFF2-40B4-BE49-F238E27FC236}">
                  <a16:creationId xmlns:a16="http://schemas.microsoft.com/office/drawing/2014/main" id="{B38F11EE-5AA9-70BB-9BF5-495599320AE0}"/>
                </a:ext>
              </a:extLst>
            </p:cNvPr>
            <p:cNvSpPr/>
            <p:nvPr/>
          </p:nvSpPr>
          <p:spPr>
            <a:xfrm>
              <a:off x="0" y="0"/>
              <a:ext cx="31623" cy="246634"/>
            </a:xfrm>
            <a:custGeom>
              <a:avLst/>
              <a:gdLst/>
              <a:ahLst/>
              <a:cxnLst/>
              <a:rect l="l" t="t" r="r" b="b"/>
              <a:pathLst>
                <a:path w="31623" h="246634">
                  <a:moveTo>
                    <a:pt x="0" y="30861"/>
                  </a:moveTo>
                  <a:lnTo>
                    <a:pt x="0" y="214376"/>
                  </a:lnTo>
                  <a:cubicBezTo>
                    <a:pt x="0" y="232029"/>
                    <a:pt x="14351" y="246634"/>
                    <a:pt x="31623" y="246634"/>
                  </a:cubicBezTo>
                  <a:lnTo>
                    <a:pt x="31623" y="0"/>
                  </a:lnTo>
                  <a:cubicBezTo>
                    <a:pt x="14351" y="0"/>
                    <a:pt x="0" y="13208"/>
                    <a:pt x="0" y="30861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3" name="Group 43">
            <a:extLst>
              <a:ext uri="{FF2B5EF4-FFF2-40B4-BE49-F238E27FC236}">
                <a16:creationId xmlns:a16="http://schemas.microsoft.com/office/drawing/2014/main" id="{7914336C-1D41-3D96-CC4B-4694DDC9DC03}"/>
              </a:ext>
            </a:extLst>
          </p:cNvPr>
          <p:cNvGrpSpPr/>
          <p:nvPr/>
        </p:nvGrpSpPr>
        <p:grpSpPr>
          <a:xfrm>
            <a:off x="14667843" y="1947958"/>
            <a:ext cx="23755" cy="334080"/>
            <a:chOff x="0" y="0"/>
            <a:chExt cx="31674" cy="445440"/>
          </a:xfrm>
        </p:grpSpPr>
        <p:sp>
          <p:nvSpPr>
            <p:cNvPr id="44" name="Freeform 44">
              <a:extLst>
                <a:ext uri="{FF2B5EF4-FFF2-40B4-BE49-F238E27FC236}">
                  <a16:creationId xmlns:a16="http://schemas.microsoft.com/office/drawing/2014/main" id="{8CD8BAB0-BD11-403D-2490-B476C3BD2A02}"/>
                </a:ext>
              </a:extLst>
            </p:cNvPr>
            <p:cNvSpPr/>
            <p:nvPr/>
          </p:nvSpPr>
          <p:spPr>
            <a:xfrm>
              <a:off x="0" y="0"/>
              <a:ext cx="31623" cy="445516"/>
            </a:xfrm>
            <a:custGeom>
              <a:avLst/>
              <a:gdLst/>
              <a:ahLst/>
              <a:cxnLst/>
              <a:rect l="l" t="t" r="r" b="b"/>
              <a:pathLst>
                <a:path w="31623" h="445516">
                  <a:moveTo>
                    <a:pt x="0" y="30861"/>
                  </a:moveTo>
                  <a:lnTo>
                    <a:pt x="0" y="413131"/>
                  </a:lnTo>
                  <a:cubicBezTo>
                    <a:pt x="0" y="430784"/>
                    <a:pt x="14351" y="445516"/>
                    <a:pt x="31623" y="445516"/>
                  </a:cubicBezTo>
                  <a:lnTo>
                    <a:pt x="31623" y="0"/>
                  </a:lnTo>
                  <a:cubicBezTo>
                    <a:pt x="14351" y="0"/>
                    <a:pt x="0" y="13208"/>
                    <a:pt x="0" y="30861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5" name="Group 45">
            <a:extLst>
              <a:ext uri="{FF2B5EF4-FFF2-40B4-BE49-F238E27FC236}">
                <a16:creationId xmlns:a16="http://schemas.microsoft.com/office/drawing/2014/main" id="{F947C338-1A6B-C287-898A-A8C2F3C3184A}"/>
              </a:ext>
            </a:extLst>
          </p:cNvPr>
          <p:cNvGrpSpPr/>
          <p:nvPr/>
        </p:nvGrpSpPr>
        <p:grpSpPr>
          <a:xfrm>
            <a:off x="14667843" y="2355123"/>
            <a:ext cx="23755" cy="335156"/>
            <a:chOff x="0" y="0"/>
            <a:chExt cx="31674" cy="446875"/>
          </a:xfrm>
        </p:grpSpPr>
        <p:sp>
          <p:nvSpPr>
            <p:cNvPr id="46" name="Freeform 46">
              <a:extLst>
                <a:ext uri="{FF2B5EF4-FFF2-40B4-BE49-F238E27FC236}">
                  <a16:creationId xmlns:a16="http://schemas.microsoft.com/office/drawing/2014/main" id="{43F6D26A-70C3-0A79-B2D2-60271020D739}"/>
                </a:ext>
              </a:extLst>
            </p:cNvPr>
            <p:cNvSpPr/>
            <p:nvPr/>
          </p:nvSpPr>
          <p:spPr>
            <a:xfrm>
              <a:off x="0" y="0"/>
              <a:ext cx="31623" cy="446913"/>
            </a:xfrm>
            <a:custGeom>
              <a:avLst/>
              <a:gdLst/>
              <a:ahLst/>
              <a:cxnLst/>
              <a:rect l="l" t="t" r="r" b="b"/>
              <a:pathLst>
                <a:path w="31623" h="446913">
                  <a:moveTo>
                    <a:pt x="0" y="32385"/>
                  </a:moveTo>
                  <a:lnTo>
                    <a:pt x="0" y="414528"/>
                  </a:lnTo>
                  <a:cubicBezTo>
                    <a:pt x="0" y="432181"/>
                    <a:pt x="14351" y="446913"/>
                    <a:pt x="31623" y="446913"/>
                  </a:cubicBezTo>
                  <a:lnTo>
                    <a:pt x="31623" y="0"/>
                  </a:lnTo>
                  <a:cubicBezTo>
                    <a:pt x="14351" y="0"/>
                    <a:pt x="0" y="14732"/>
                    <a:pt x="0" y="32385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7" name="Group 47">
            <a:extLst>
              <a:ext uri="{FF2B5EF4-FFF2-40B4-BE49-F238E27FC236}">
                <a16:creationId xmlns:a16="http://schemas.microsoft.com/office/drawing/2014/main" id="{3603272E-F69C-6581-2F15-6BEF45E6C4E8}"/>
              </a:ext>
            </a:extLst>
          </p:cNvPr>
          <p:cNvGrpSpPr/>
          <p:nvPr/>
        </p:nvGrpSpPr>
        <p:grpSpPr>
          <a:xfrm>
            <a:off x="16920000" y="2058124"/>
            <a:ext cx="23755" cy="537124"/>
            <a:chOff x="0" y="0"/>
            <a:chExt cx="31674" cy="716166"/>
          </a:xfrm>
        </p:grpSpPr>
        <p:sp>
          <p:nvSpPr>
            <p:cNvPr id="48" name="Freeform 48">
              <a:extLst>
                <a:ext uri="{FF2B5EF4-FFF2-40B4-BE49-F238E27FC236}">
                  <a16:creationId xmlns:a16="http://schemas.microsoft.com/office/drawing/2014/main" id="{435C22D5-F6A7-71BC-ADA1-B656F3F54A38}"/>
                </a:ext>
              </a:extLst>
            </p:cNvPr>
            <p:cNvSpPr/>
            <p:nvPr/>
          </p:nvSpPr>
          <p:spPr>
            <a:xfrm>
              <a:off x="0" y="0"/>
              <a:ext cx="31623" cy="716153"/>
            </a:xfrm>
            <a:custGeom>
              <a:avLst/>
              <a:gdLst/>
              <a:ahLst/>
              <a:cxnLst/>
              <a:rect l="l" t="t" r="r" b="b"/>
              <a:pathLst>
                <a:path w="31623" h="716153">
                  <a:moveTo>
                    <a:pt x="0" y="0"/>
                  </a:moveTo>
                  <a:lnTo>
                    <a:pt x="0" y="716153"/>
                  </a:lnTo>
                  <a:cubicBezTo>
                    <a:pt x="17272" y="716153"/>
                    <a:pt x="31623" y="701421"/>
                    <a:pt x="31623" y="683768"/>
                  </a:cubicBezTo>
                  <a:lnTo>
                    <a:pt x="31623" y="32385"/>
                  </a:lnTo>
                  <a:cubicBezTo>
                    <a:pt x="31623" y="14732"/>
                    <a:pt x="17272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9" name="Freeform 49">
            <a:extLst>
              <a:ext uri="{FF2B5EF4-FFF2-40B4-BE49-F238E27FC236}">
                <a16:creationId xmlns:a16="http://schemas.microsoft.com/office/drawing/2014/main" id="{1DE2E40B-7795-EDF5-F8E6-937A42909BBA}"/>
              </a:ext>
            </a:extLst>
          </p:cNvPr>
          <p:cNvSpPr/>
          <p:nvPr/>
        </p:nvSpPr>
        <p:spPr>
          <a:xfrm>
            <a:off x="14691960" y="1028881"/>
            <a:ext cx="2227316" cy="4502877"/>
          </a:xfrm>
          <a:custGeom>
            <a:avLst/>
            <a:gdLst/>
            <a:ahLst/>
            <a:cxnLst/>
            <a:rect l="l" t="t" r="r" b="b"/>
            <a:pathLst>
              <a:path w="2227316" h="4502877">
                <a:moveTo>
                  <a:pt x="0" y="0"/>
                </a:moveTo>
                <a:lnTo>
                  <a:pt x="2227317" y="0"/>
                </a:lnTo>
                <a:lnTo>
                  <a:pt x="2227317" y="4502877"/>
                </a:lnTo>
                <a:lnTo>
                  <a:pt x="0" y="4502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0" name="Freeform 50">
            <a:extLst>
              <a:ext uri="{FF2B5EF4-FFF2-40B4-BE49-F238E27FC236}">
                <a16:creationId xmlns:a16="http://schemas.microsoft.com/office/drawing/2014/main" id="{3045A0F8-67C8-722A-B107-77AE8CE93313}"/>
              </a:ext>
            </a:extLst>
          </p:cNvPr>
          <p:cNvSpPr/>
          <p:nvPr/>
        </p:nvSpPr>
        <p:spPr>
          <a:xfrm>
            <a:off x="8919000" y="5745604"/>
            <a:ext cx="2183397" cy="4458595"/>
          </a:xfrm>
          <a:custGeom>
            <a:avLst/>
            <a:gdLst/>
            <a:ahLst/>
            <a:cxnLst/>
            <a:rect l="l" t="t" r="r" b="b"/>
            <a:pathLst>
              <a:path w="2183397" h="4458595">
                <a:moveTo>
                  <a:pt x="0" y="0"/>
                </a:moveTo>
                <a:lnTo>
                  <a:pt x="2183397" y="0"/>
                </a:lnTo>
                <a:lnTo>
                  <a:pt x="2183397" y="4458595"/>
                </a:lnTo>
                <a:lnTo>
                  <a:pt x="0" y="44585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1" name="Group 51">
            <a:extLst>
              <a:ext uri="{FF2B5EF4-FFF2-40B4-BE49-F238E27FC236}">
                <a16:creationId xmlns:a16="http://schemas.microsoft.com/office/drawing/2014/main" id="{10575A24-8EA7-F92E-F0D0-DCA6AAA31C19}"/>
              </a:ext>
            </a:extLst>
          </p:cNvPr>
          <p:cNvGrpSpPr/>
          <p:nvPr/>
        </p:nvGrpSpPr>
        <p:grpSpPr>
          <a:xfrm>
            <a:off x="9033843" y="5859361"/>
            <a:ext cx="1954797" cy="4236844"/>
            <a:chOff x="0" y="0"/>
            <a:chExt cx="2606396" cy="5649125"/>
          </a:xfrm>
        </p:grpSpPr>
        <p:sp>
          <p:nvSpPr>
            <p:cNvPr id="52" name="Freeform 52">
              <a:extLst>
                <a:ext uri="{FF2B5EF4-FFF2-40B4-BE49-F238E27FC236}">
                  <a16:creationId xmlns:a16="http://schemas.microsoft.com/office/drawing/2014/main" id="{0A5307C6-20CC-33FE-2F5C-2EDBA3BA05A4}"/>
                </a:ext>
              </a:extLst>
            </p:cNvPr>
            <p:cNvSpPr/>
            <p:nvPr/>
          </p:nvSpPr>
          <p:spPr>
            <a:xfrm>
              <a:off x="0" y="0"/>
              <a:ext cx="2606434" cy="5649087"/>
            </a:xfrm>
            <a:custGeom>
              <a:avLst/>
              <a:gdLst/>
              <a:ahLst/>
              <a:cxnLst/>
              <a:rect l="l" t="t" r="r" b="b"/>
              <a:pathLst>
                <a:path w="2606434" h="5649087">
                  <a:moveTo>
                    <a:pt x="2363724" y="0"/>
                  </a:moveTo>
                  <a:lnTo>
                    <a:pt x="2048891" y="0"/>
                  </a:lnTo>
                  <a:lnTo>
                    <a:pt x="2048891" y="66167"/>
                  </a:lnTo>
                  <a:cubicBezTo>
                    <a:pt x="2048891" y="141224"/>
                    <a:pt x="1987169" y="202946"/>
                    <a:pt x="1912112" y="202946"/>
                  </a:cubicBezTo>
                  <a:lnTo>
                    <a:pt x="697230" y="202946"/>
                  </a:lnTo>
                  <a:cubicBezTo>
                    <a:pt x="622173" y="202946"/>
                    <a:pt x="560451" y="141097"/>
                    <a:pt x="560451" y="66167"/>
                  </a:cubicBezTo>
                  <a:lnTo>
                    <a:pt x="560451" y="0"/>
                  </a:lnTo>
                  <a:lnTo>
                    <a:pt x="242697" y="0"/>
                  </a:lnTo>
                  <a:cubicBezTo>
                    <a:pt x="108839" y="0"/>
                    <a:pt x="0" y="108839"/>
                    <a:pt x="0" y="242697"/>
                  </a:cubicBezTo>
                  <a:lnTo>
                    <a:pt x="0" y="5406390"/>
                  </a:lnTo>
                  <a:cubicBezTo>
                    <a:pt x="0" y="5540248"/>
                    <a:pt x="108839" y="5649087"/>
                    <a:pt x="242697" y="5649087"/>
                  </a:cubicBezTo>
                  <a:lnTo>
                    <a:pt x="2363724" y="5649087"/>
                  </a:lnTo>
                  <a:cubicBezTo>
                    <a:pt x="2497582" y="5649087"/>
                    <a:pt x="2606421" y="5540248"/>
                    <a:pt x="2606421" y="5406390"/>
                  </a:cubicBezTo>
                  <a:lnTo>
                    <a:pt x="2606421" y="242697"/>
                  </a:lnTo>
                  <a:cubicBezTo>
                    <a:pt x="2607818" y="108839"/>
                    <a:pt x="2498979" y="0"/>
                    <a:pt x="2363724" y="0"/>
                  </a:cubicBezTo>
                  <a:close/>
                </a:path>
              </a:pathLst>
            </a:custGeom>
            <a:blipFill>
              <a:blip r:embed="rId6"/>
              <a:stretch>
                <a:fillRect l="-17" r="-1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3" name="Group 53">
            <a:extLst>
              <a:ext uri="{FF2B5EF4-FFF2-40B4-BE49-F238E27FC236}">
                <a16:creationId xmlns:a16="http://schemas.microsoft.com/office/drawing/2014/main" id="{31ADC546-BE64-6182-D5F0-CED5724ED6E9}"/>
              </a:ext>
            </a:extLst>
          </p:cNvPr>
          <p:cNvGrpSpPr/>
          <p:nvPr/>
        </p:nvGrpSpPr>
        <p:grpSpPr>
          <a:xfrm>
            <a:off x="9847078" y="5895718"/>
            <a:ext cx="302038" cy="37081"/>
            <a:chOff x="0" y="0"/>
            <a:chExt cx="402717" cy="49441"/>
          </a:xfrm>
        </p:grpSpPr>
        <p:sp>
          <p:nvSpPr>
            <p:cNvPr id="54" name="Freeform 54">
              <a:extLst>
                <a:ext uri="{FF2B5EF4-FFF2-40B4-BE49-F238E27FC236}">
                  <a16:creationId xmlns:a16="http://schemas.microsoft.com/office/drawing/2014/main" id="{9F9A48A2-8CC9-B716-F162-5781BABBA9F6}"/>
                </a:ext>
              </a:extLst>
            </p:cNvPr>
            <p:cNvSpPr/>
            <p:nvPr/>
          </p:nvSpPr>
          <p:spPr>
            <a:xfrm>
              <a:off x="0" y="0"/>
              <a:ext cx="402717" cy="49403"/>
            </a:xfrm>
            <a:custGeom>
              <a:avLst/>
              <a:gdLst/>
              <a:ahLst/>
              <a:cxnLst/>
              <a:rect l="l" t="t" r="r" b="b"/>
              <a:pathLst>
                <a:path w="402717" h="49403">
                  <a:moveTo>
                    <a:pt x="377698" y="0"/>
                  </a:moveTo>
                  <a:lnTo>
                    <a:pt x="25019" y="0"/>
                  </a:lnTo>
                  <a:cubicBezTo>
                    <a:pt x="11811" y="0"/>
                    <a:pt x="0" y="10160"/>
                    <a:pt x="0" y="24765"/>
                  </a:cubicBezTo>
                  <a:cubicBezTo>
                    <a:pt x="0" y="39370"/>
                    <a:pt x="11811" y="49403"/>
                    <a:pt x="25019" y="49403"/>
                  </a:cubicBezTo>
                  <a:lnTo>
                    <a:pt x="377698" y="49403"/>
                  </a:lnTo>
                  <a:cubicBezTo>
                    <a:pt x="390906" y="49403"/>
                    <a:pt x="402717" y="39243"/>
                    <a:pt x="402717" y="24638"/>
                  </a:cubicBezTo>
                  <a:cubicBezTo>
                    <a:pt x="402717" y="10033"/>
                    <a:pt x="390906" y="0"/>
                    <a:pt x="377698" y="0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5" name="Group 55">
            <a:extLst>
              <a:ext uri="{FF2B5EF4-FFF2-40B4-BE49-F238E27FC236}">
                <a16:creationId xmlns:a16="http://schemas.microsoft.com/office/drawing/2014/main" id="{B999C572-FFA9-0CD1-339C-6F8ED0D26888}"/>
              </a:ext>
            </a:extLst>
          </p:cNvPr>
          <p:cNvGrpSpPr/>
          <p:nvPr/>
        </p:nvGrpSpPr>
        <p:grpSpPr>
          <a:xfrm>
            <a:off x="10245242" y="5886717"/>
            <a:ext cx="55083" cy="54721"/>
            <a:chOff x="0" y="0"/>
            <a:chExt cx="73444" cy="72962"/>
          </a:xfrm>
        </p:grpSpPr>
        <p:sp>
          <p:nvSpPr>
            <p:cNvPr id="56" name="Freeform 56">
              <a:extLst>
                <a:ext uri="{FF2B5EF4-FFF2-40B4-BE49-F238E27FC236}">
                  <a16:creationId xmlns:a16="http://schemas.microsoft.com/office/drawing/2014/main" id="{669D6316-F700-714A-A740-6D7AB4A5B80C}"/>
                </a:ext>
              </a:extLst>
            </p:cNvPr>
            <p:cNvSpPr/>
            <p:nvPr/>
          </p:nvSpPr>
          <p:spPr>
            <a:xfrm>
              <a:off x="48" y="0"/>
              <a:ext cx="73311" cy="72900"/>
            </a:xfrm>
            <a:custGeom>
              <a:avLst/>
              <a:gdLst/>
              <a:ahLst/>
              <a:cxnLst/>
              <a:rect l="l" t="t" r="r" b="b"/>
              <a:pathLst>
                <a:path w="73311" h="72900">
                  <a:moveTo>
                    <a:pt x="36655" y="0"/>
                  </a:moveTo>
                  <a:cubicBezTo>
                    <a:pt x="23574" y="0"/>
                    <a:pt x="11382" y="6858"/>
                    <a:pt x="4905" y="18161"/>
                  </a:cubicBezTo>
                  <a:cubicBezTo>
                    <a:pt x="-1572" y="29464"/>
                    <a:pt x="-1699" y="43434"/>
                    <a:pt x="4905" y="54737"/>
                  </a:cubicBezTo>
                  <a:cubicBezTo>
                    <a:pt x="11509" y="66040"/>
                    <a:pt x="23574" y="73025"/>
                    <a:pt x="36655" y="72898"/>
                  </a:cubicBezTo>
                  <a:cubicBezTo>
                    <a:pt x="49736" y="72771"/>
                    <a:pt x="61928" y="66040"/>
                    <a:pt x="68405" y="54737"/>
                  </a:cubicBezTo>
                  <a:cubicBezTo>
                    <a:pt x="74882" y="43434"/>
                    <a:pt x="75009" y="29464"/>
                    <a:pt x="68405" y="18161"/>
                  </a:cubicBezTo>
                  <a:cubicBezTo>
                    <a:pt x="61801" y="6858"/>
                    <a:pt x="49736" y="0"/>
                    <a:pt x="36655" y="0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7" name="Group 57">
            <a:extLst>
              <a:ext uri="{FF2B5EF4-FFF2-40B4-BE49-F238E27FC236}">
                <a16:creationId xmlns:a16="http://schemas.microsoft.com/office/drawing/2014/main" id="{B698B6CD-95EA-9854-52C0-BCAE3624D218}"/>
              </a:ext>
            </a:extLst>
          </p:cNvPr>
          <p:cNvGrpSpPr/>
          <p:nvPr/>
        </p:nvGrpSpPr>
        <p:grpSpPr>
          <a:xfrm>
            <a:off x="8872918" y="6319437"/>
            <a:ext cx="23755" cy="185042"/>
            <a:chOff x="0" y="0"/>
            <a:chExt cx="31674" cy="246723"/>
          </a:xfrm>
        </p:grpSpPr>
        <p:sp>
          <p:nvSpPr>
            <p:cNvPr id="58" name="Freeform 58">
              <a:extLst>
                <a:ext uri="{FF2B5EF4-FFF2-40B4-BE49-F238E27FC236}">
                  <a16:creationId xmlns:a16="http://schemas.microsoft.com/office/drawing/2014/main" id="{F7915405-37D0-C9F7-A7E2-64BC25FD9F9F}"/>
                </a:ext>
              </a:extLst>
            </p:cNvPr>
            <p:cNvSpPr/>
            <p:nvPr/>
          </p:nvSpPr>
          <p:spPr>
            <a:xfrm>
              <a:off x="0" y="0"/>
              <a:ext cx="31623" cy="246634"/>
            </a:xfrm>
            <a:custGeom>
              <a:avLst/>
              <a:gdLst/>
              <a:ahLst/>
              <a:cxnLst/>
              <a:rect l="l" t="t" r="r" b="b"/>
              <a:pathLst>
                <a:path w="31623" h="246634">
                  <a:moveTo>
                    <a:pt x="0" y="30861"/>
                  </a:moveTo>
                  <a:lnTo>
                    <a:pt x="0" y="214376"/>
                  </a:lnTo>
                  <a:cubicBezTo>
                    <a:pt x="0" y="232029"/>
                    <a:pt x="14351" y="246634"/>
                    <a:pt x="31623" y="246634"/>
                  </a:cubicBezTo>
                  <a:lnTo>
                    <a:pt x="31623" y="0"/>
                  </a:lnTo>
                  <a:cubicBezTo>
                    <a:pt x="14351" y="0"/>
                    <a:pt x="0" y="13208"/>
                    <a:pt x="0" y="30861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9" name="Group 59">
            <a:extLst>
              <a:ext uri="{FF2B5EF4-FFF2-40B4-BE49-F238E27FC236}">
                <a16:creationId xmlns:a16="http://schemas.microsoft.com/office/drawing/2014/main" id="{A98B66B1-8B9E-C444-EF66-6D52E8162993}"/>
              </a:ext>
            </a:extLst>
          </p:cNvPr>
          <p:cNvGrpSpPr/>
          <p:nvPr/>
        </p:nvGrpSpPr>
        <p:grpSpPr>
          <a:xfrm>
            <a:off x="8872918" y="6642716"/>
            <a:ext cx="23755" cy="334080"/>
            <a:chOff x="0" y="0"/>
            <a:chExt cx="31674" cy="445440"/>
          </a:xfrm>
        </p:grpSpPr>
        <p:sp>
          <p:nvSpPr>
            <p:cNvPr id="60" name="Freeform 60">
              <a:extLst>
                <a:ext uri="{FF2B5EF4-FFF2-40B4-BE49-F238E27FC236}">
                  <a16:creationId xmlns:a16="http://schemas.microsoft.com/office/drawing/2014/main" id="{5443BF17-E42F-BF28-DEB2-F6E777CCA0AD}"/>
                </a:ext>
              </a:extLst>
            </p:cNvPr>
            <p:cNvSpPr/>
            <p:nvPr/>
          </p:nvSpPr>
          <p:spPr>
            <a:xfrm>
              <a:off x="0" y="0"/>
              <a:ext cx="31623" cy="445516"/>
            </a:xfrm>
            <a:custGeom>
              <a:avLst/>
              <a:gdLst/>
              <a:ahLst/>
              <a:cxnLst/>
              <a:rect l="l" t="t" r="r" b="b"/>
              <a:pathLst>
                <a:path w="31623" h="445516">
                  <a:moveTo>
                    <a:pt x="0" y="30861"/>
                  </a:moveTo>
                  <a:lnTo>
                    <a:pt x="0" y="413131"/>
                  </a:lnTo>
                  <a:cubicBezTo>
                    <a:pt x="0" y="430784"/>
                    <a:pt x="14351" y="445516"/>
                    <a:pt x="31623" y="445516"/>
                  </a:cubicBezTo>
                  <a:lnTo>
                    <a:pt x="31623" y="0"/>
                  </a:lnTo>
                  <a:cubicBezTo>
                    <a:pt x="14351" y="0"/>
                    <a:pt x="0" y="13208"/>
                    <a:pt x="0" y="30861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1" name="Group 61">
            <a:extLst>
              <a:ext uri="{FF2B5EF4-FFF2-40B4-BE49-F238E27FC236}">
                <a16:creationId xmlns:a16="http://schemas.microsoft.com/office/drawing/2014/main" id="{CD5B6961-93FB-47ED-850F-3544DF9E21FB}"/>
              </a:ext>
            </a:extLst>
          </p:cNvPr>
          <p:cNvGrpSpPr/>
          <p:nvPr/>
        </p:nvGrpSpPr>
        <p:grpSpPr>
          <a:xfrm>
            <a:off x="8872918" y="7049881"/>
            <a:ext cx="23755" cy="335156"/>
            <a:chOff x="0" y="0"/>
            <a:chExt cx="31674" cy="446875"/>
          </a:xfrm>
        </p:grpSpPr>
        <p:sp>
          <p:nvSpPr>
            <p:cNvPr id="62" name="Freeform 62">
              <a:extLst>
                <a:ext uri="{FF2B5EF4-FFF2-40B4-BE49-F238E27FC236}">
                  <a16:creationId xmlns:a16="http://schemas.microsoft.com/office/drawing/2014/main" id="{5EBA1697-97CC-3801-CE9C-74E0C09D4601}"/>
                </a:ext>
              </a:extLst>
            </p:cNvPr>
            <p:cNvSpPr/>
            <p:nvPr/>
          </p:nvSpPr>
          <p:spPr>
            <a:xfrm>
              <a:off x="0" y="0"/>
              <a:ext cx="31623" cy="446913"/>
            </a:xfrm>
            <a:custGeom>
              <a:avLst/>
              <a:gdLst/>
              <a:ahLst/>
              <a:cxnLst/>
              <a:rect l="l" t="t" r="r" b="b"/>
              <a:pathLst>
                <a:path w="31623" h="446913">
                  <a:moveTo>
                    <a:pt x="0" y="32385"/>
                  </a:moveTo>
                  <a:lnTo>
                    <a:pt x="0" y="414528"/>
                  </a:lnTo>
                  <a:cubicBezTo>
                    <a:pt x="0" y="432181"/>
                    <a:pt x="14351" y="446913"/>
                    <a:pt x="31623" y="446913"/>
                  </a:cubicBezTo>
                  <a:lnTo>
                    <a:pt x="31623" y="0"/>
                  </a:lnTo>
                  <a:cubicBezTo>
                    <a:pt x="14351" y="0"/>
                    <a:pt x="0" y="14732"/>
                    <a:pt x="0" y="32385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3" name="Group 63">
            <a:extLst>
              <a:ext uri="{FF2B5EF4-FFF2-40B4-BE49-F238E27FC236}">
                <a16:creationId xmlns:a16="http://schemas.microsoft.com/office/drawing/2014/main" id="{7DFA14CD-1BC9-2530-9D19-DD2B626FC091}"/>
              </a:ext>
            </a:extLst>
          </p:cNvPr>
          <p:cNvGrpSpPr/>
          <p:nvPr/>
        </p:nvGrpSpPr>
        <p:grpSpPr>
          <a:xfrm>
            <a:off x="11125076" y="6752882"/>
            <a:ext cx="23755" cy="537124"/>
            <a:chOff x="0" y="0"/>
            <a:chExt cx="31674" cy="716166"/>
          </a:xfrm>
        </p:grpSpPr>
        <p:sp>
          <p:nvSpPr>
            <p:cNvPr id="64" name="Freeform 64">
              <a:extLst>
                <a:ext uri="{FF2B5EF4-FFF2-40B4-BE49-F238E27FC236}">
                  <a16:creationId xmlns:a16="http://schemas.microsoft.com/office/drawing/2014/main" id="{290F06C5-7385-FE7E-DB0F-F028AA61E4B8}"/>
                </a:ext>
              </a:extLst>
            </p:cNvPr>
            <p:cNvSpPr/>
            <p:nvPr/>
          </p:nvSpPr>
          <p:spPr>
            <a:xfrm>
              <a:off x="0" y="0"/>
              <a:ext cx="31623" cy="716153"/>
            </a:xfrm>
            <a:custGeom>
              <a:avLst/>
              <a:gdLst/>
              <a:ahLst/>
              <a:cxnLst/>
              <a:rect l="l" t="t" r="r" b="b"/>
              <a:pathLst>
                <a:path w="31623" h="716153">
                  <a:moveTo>
                    <a:pt x="0" y="0"/>
                  </a:moveTo>
                  <a:lnTo>
                    <a:pt x="0" y="716153"/>
                  </a:lnTo>
                  <a:cubicBezTo>
                    <a:pt x="17272" y="716153"/>
                    <a:pt x="31623" y="701421"/>
                    <a:pt x="31623" y="683768"/>
                  </a:cubicBezTo>
                  <a:lnTo>
                    <a:pt x="31623" y="32385"/>
                  </a:lnTo>
                  <a:cubicBezTo>
                    <a:pt x="31623" y="14732"/>
                    <a:pt x="17272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5" name="Freeform 65">
            <a:extLst>
              <a:ext uri="{FF2B5EF4-FFF2-40B4-BE49-F238E27FC236}">
                <a16:creationId xmlns:a16="http://schemas.microsoft.com/office/drawing/2014/main" id="{3E137DAA-BDE5-F805-34D2-B76D27F90787}"/>
              </a:ext>
            </a:extLst>
          </p:cNvPr>
          <p:cNvSpPr/>
          <p:nvPr/>
        </p:nvSpPr>
        <p:spPr>
          <a:xfrm>
            <a:off x="8897036" y="5723639"/>
            <a:ext cx="2227316" cy="4502877"/>
          </a:xfrm>
          <a:custGeom>
            <a:avLst/>
            <a:gdLst/>
            <a:ahLst/>
            <a:cxnLst/>
            <a:rect l="l" t="t" r="r" b="b"/>
            <a:pathLst>
              <a:path w="2227316" h="4502877">
                <a:moveTo>
                  <a:pt x="0" y="0"/>
                </a:moveTo>
                <a:lnTo>
                  <a:pt x="2227316" y="0"/>
                </a:lnTo>
                <a:lnTo>
                  <a:pt x="2227316" y="4502877"/>
                </a:lnTo>
                <a:lnTo>
                  <a:pt x="0" y="4502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6" name="Freeform 66">
            <a:extLst>
              <a:ext uri="{FF2B5EF4-FFF2-40B4-BE49-F238E27FC236}">
                <a16:creationId xmlns:a16="http://schemas.microsoft.com/office/drawing/2014/main" id="{D913E783-225D-E162-B195-ADC593042383}"/>
              </a:ext>
            </a:extLst>
          </p:cNvPr>
          <p:cNvSpPr/>
          <p:nvPr/>
        </p:nvSpPr>
        <p:spPr>
          <a:xfrm>
            <a:off x="11818801" y="1050836"/>
            <a:ext cx="2183397" cy="4458595"/>
          </a:xfrm>
          <a:custGeom>
            <a:avLst/>
            <a:gdLst/>
            <a:ahLst/>
            <a:cxnLst/>
            <a:rect l="l" t="t" r="r" b="b"/>
            <a:pathLst>
              <a:path w="2183397" h="4458595">
                <a:moveTo>
                  <a:pt x="0" y="0"/>
                </a:moveTo>
                <a:lnTo>
                  <a:pt x="2183397" y="0"/>
                </a:lnTo>
                <a:lnTo>
                  <a:pt x="2183397" y="4458595"/>
                </a:lnTo>
                <a:lnTo>
                  <a:pt x="0" y="44585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67" name="Group 67">
            <a:extLst>
              <a:ext uri="{FF2B5EF4-FFF2-40B4-BE49-F238E27FC236}">
                <a16:creationId xmlns:a16="http://schemas.microsoft.com/office/drawing/2014/main" id="{F91DE06C-21A8-47B3-25FE-B2CF653E033C}"/>
              </a:ext>
            </a:extLst>
          </p:cNvPr>
          <p:cNvGrpSpPr/>
          <p:nvPr/>
        </p:nvGrpSpPr>
        <p:grpSpPr>
          <a:xfrm>
            <a:off x="11933282" y="1164603"/>
            <a:ext cx="1954797" cy="4236844"/>
            <a:chOff x="0" y="0"/>
            <a:chExt cx="2606396" cy="5649125"/>
          </a:xfrm>
        </p:grpSpPr>
        <p:sp>
          <p:nvSpPr>
            <p:cNvPr id="68" name="Freeform 68">
              <a:extLst>
                <a:ext uri="{FF2B5EF4-FFF2-40B4-BE49-F238E27FC236}">
                  <a16:creationId xmlns:a16="http://schemas.microsoft.com/office/drawing/2014/main" id="{440EF679-F671-945A-BBFF-9A56DA367BA5}"/>
                </a:ext>
              </a:extLst>
            </p:cNvPr>
            <p:cNvSpPr/>
            <p:nvPr/>
          </p:nvSpPr>
          <p:spPr>
            <a:xfrm>
              <a:off x="0" y="0"/>
              <a:ext cx="2606434" cy="5649087"/>
            </a:xfrm>
            <a:custGeom>
              <a:avLst/>
              <a:gdLst/>
              <a:ahLst/>
              <a:cxnLst/>
              <a:rect l="l" t="t" r="r" b="b"/>
              <a:pathLst>
                <a:path w="2606434" h="5649087">
                  <a:moveTo>
                    <a:pt x="2363724" y="0"/>
                  </a:moveTo>
                  <a:lnTo>
                    <a:pt x="2048891" y="0"/>
                  </a:lnTo>
                  <a:lnTo>
                    <a:pt x="2048891" y="66167"/>
                  </a:lnTo>
                  <a:cubicBezTo>
                    <a:pt x="2048891" y="141224"/>
                    <a:pt x="1987169" y="202946"/>
                    <a:pt x="1912112" y="202946"/>
                  </a:cubicBezTo>
                  <a:lnTo>
                    <a:pt x="697230" y="202946"/>
                  </a:lnTo>
                  <a:cubicBezTo>
                    <a:pt x="622173" y="202946"/>
                    <a:pt x="560451" y="141097"/>
                    <a:pt x="560451" y="66167"/>
                  </a:cubicBezTo>
                  <a:lnTo>
                    <a:pt x="560451" y="0"/>
                  </a:lnTo>
                  <a:lnTo>
                    <a:pt x="242697" y="0"/>
                  </a:lnTo>
                  <a:cubicBezTo>
                    <a:pt x="108839" y="0"/>
                    <a:pt x="0" y="108839"/>
                    <a:pt x="0" y="242697"/>
                  </a:cubicBezTo>
                  <a:lnTo>
                    <a:pt x="0" y="5406390"/>
                  </a:lnTo>
                  <a:cubicBezTo>
                    <a:pt x="0" y="5540248"/>
                    <a:pt x="108839" y="5649087"/>
                    <a:pt x="242697" y="5649087"/>
                  </a:cubicBezTo>
                  <a:lnTo>
                    <a:pt x="2363724" y="5649087"/>
                  </a:lnTo>
                  <a:cubicBezTo>
                    <a:pt x="2497582" y="5649087"/>
                    <a:pt x="2606421" y="5540248"/>
                    <a:pt x="2606421" y="5406390"/>
                  </a:cubicBezTo>
                  <a:lnTo>
                    <a:pt x="2606421" y="242697"/>
                  </a:lnTo>
                  <a:cubicBezTo>
                    <a:pt x="2607818" y="108839"/>
                    <a:pt x="2498979" y="0"/>
                    <a:pt x="2363724" y="0"/>
                  </a:cubicBezTo>
                  <a:close/>
                </a:path>
              </a:pathLst>
            </a:custGeom>
            <a:blipFill>
              <a:blip r:embed="rId7"/>
              <a:stretch>
                <a:fillRect l="-17" r="-1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9" name="Group 69">
            <a:extLst>
              <a:ext uri="{FF2B5EF4-FFF2-40B4-BE49-F238E27FC236}">
                <a16:creationId xmlns:a16="http://schemas.microsoft.com/office/drawing/2014/main" id="{D3D648C2-2432-A8BA-C9D2-BFF4D8FA45F7}"/>
              </a:ext>
            </a:extLst>
          </p:cNvPr>
          <p:cNvGrpSpPr/>
          <p:nvPr/>
        </p:nvGrpSpPr>
        <p:grpSpPr>
          <a:xfrm>
            <a:off x="12746517" y="1200960"/>
            <a:ext cx="302038" cy="37081"/>
            <a:chOff x="0" y="0"/>
            <a:chExt cx="402717" cy="49441"/>
          </a:xfrm>
        </p:grpSpPr>
        <p:sp>
          <p:nvSpPr>
            <p:cNvPr id="70" name="Freeform 70">
              <a:extLst>
                <a:ext uri="{FF2B5EF4-FFF2-40B4-BE49-F238E27FC236}">
                  <a16:creationId xmlns:a16="http://schemas.microsoft.com/office/drawing/2014/main" id="{D68709B5-152C-CA30-51F8-4D43735CFCFC}"/>
                </a:ext>
              </a:extLst>
            </p:cNvPr>
            <p:cNvSpPr/>
            <p:nvPr/>
          </p:nvSpPr>
          <p:spPr>
            <a:xfrm>
              <a:off x="0" y="0"/>
              <a:ext cx="402717" cy="49403"/>
            </a:xfrm>
            <a:custGeom>
              <a:avLst/>
              <a:gdLst/>
              <a:ahLst/>
              <a:cxnLst/>
              <a:rect l="l" t="t" r="r" b="b"/>
              <a:pathLst>
                <a:path w="402717" h="49403">
                  <a:moveTo>
                    <a:pt x="377698" y="0"/>
                  </a:moveTo>
                  <a:lnTo>
                    <a:pt x="25019" y="0"/>
                  </a:lnTo>
                  <a:cubicBezTo>
                    <a:pt x="11811" y="0"/>
                    <a:pt x="0" y="10160"/>
                    <a:pt x="0" y="24765"/>
                  </a:cubicBezTo>
                  <a:cubicBezTo>
                    <a:pt x="0" y="39370"/>
                    <a:pt x="11811" y="49403"/>
                    <a:pt x="25019" y="49403"/>
                  </a:cubicBezTo>
                  <a:lnTo>
                    <a:pt x="377698" y="49403"/>
                  </a:lnTo>
                  <a:cubicBezTo>
                    <a:pt x="390906" y="49403"/>
                    <a:pt x="402717" y="39243"/>
                    <a:pt x="402717" y="24638"/>
                  </a:cubicBezTo>
                  <a:cubicBezTo>
                    <a:pt x="402717" y="10033"/>
                    <a:pt x="390906" y="0"/>
                    <a:pt x="377698" y="0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1" name="Group 71">
            <a:extLst>
              <a:ext uri="{FF2B5EF4-FFF2-40B4-BE49-F238E27FC236}">
                <a16:creationId xmlns:a16="http://schemas.microsoft.com/office/drawing/2014/main" id="{DA288DE2-945E-CF91-B31B-23E44876BF03}"/>
              </a:ext>
            </a:extLst>
          </p:cNvPr>
          <p:cNvGrpSpPr/>
          <p:nvPr/>
        </p:nvGrpSpPr>
        <p:grpSpPr>
          <a:xfrm>
            <a:off x="13144681" y="1191958"/>
            <a:ext cx="55083" cy="54721"/>
            <a:chOff x="0" y="0"/>
            <a:chExt cx="73444" cy="72962"/>
          </a:xfrm>
        </p:grpSpPr>
        <p:sp>
          <p:nvSpPr>
            <p:cNvPr id="72" name="Freeform 72">
              <a:extLst>
                <a:ext uri="{FF2B5EF4-FFF2-40B4-BE49-F238E27FC236}">
                  <a16:creationId xmlns:a16="http://schemas.microsoft.com/office/drawing/2014/main" id="{22312050-32A0-C386-DA7F-2FCD9F8E04DC}"/>
                </a:ext>
              </a:extLst>
            </p:cNvPr>
            <p:cNvSpPr/>
            <p:nvPr/>
          </p:nvSpPr>
          <p:spPr>
            <a:xfrm>
              <a:off x="48" y="0"/>
              <a:ext cx="73311" cy="72900"/>
            </a:xfrm>
            <a:custGeom>
              <a:avLst/>
              <a:gdLst/>
              <a:ahLst/>
              <a:cxnLst/>
              <a:rect l="l" t="t" r="r" b="b"/>
              <a:pathLst>
                <a:path w="73311" h="72900">
                  <a:moveTo>
                    <a:pt x="36655" y="0"/>
                  </a:moveTo>
                  <a:cubicBezTo>
                    <a:pt x="23574" y="0"/>
                    <a:pt x="11382" y="6858"/>
                    <a:pt x="4905" y="18161"/>
                  </a:cubicBezTo>
                  <a:cubicBezTo>
                    <a:pt x="-1572" y="29464"/>
                    <a:pt x="-1699" y="43434"/>
                    <a:pt x="4905" y="54737"/>
                  </a:cubicBezTo>
                  <a:cubicBezTo>
                    <a:pt x="11509" y="66040"/>
                    <a:pt x="23574" y="73025"/>
                    <a:pt x="36655" y="72898"/>
                  </a:cubicBezTo>
                  <a:cubicBezTo>
                    <a:pt x="49736" y="72771"/>
                    <a:pt x="61928" y="66040"/>
                    <a:pt x="68405" y="54737"/>
                  </a:cubicBezTo>
                  <a:cubicBezTo>
                    <a:pt x="74882" y="43434"/>
                    <a:pt x="75009" y="29464"/>
                    <a:pt x="68405" y="18161"/>
                  </a:cubicBezTo>
                  <a:cubicBezTo>
                    <a:pt x="61801" y="6858"/>
                    <a:pt x="49736" y="0"/>
                    <a:pt x="36655" y="0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3" name="Group 73">
            <a:extLst>
              <a:ext uri="{FF2B5EF4-FFF2-40B4-BE49-F238E27FC236}">
                <a16:creationId xmlns:a16="http://schemas.microsoft.com/office/drawing/2014/main" id="{1A2D18DB-C781-21B2-EF5F-966D4B1A5643}"/>
              </a:ext>
            </a:extLst>
          </p:cNvPr>
          <p:cNvGrpSpPr/>
          <p:nvPr/>
        </p:nvGrpSpPr>
        <p:grpSpPr>
          <a:xfrm>
            <a:off x="11772357" y="1624679"/>
            <a:ext cx="23755" cy="185042"/>
            <a:chOff x="0" y="0"/>
            <a:chExt cx="31674" cy="246723"/>
          </a:xfrm>
        </p:grpSpPr>
        <p:sp>
          <p:nvSpPr>
            <p:cNvPr id="74" name="Freeform 74">
              <a:extLst>
                <a:ext uri="{FF2B5EF4-FFF2-40B4-BE49-F238E27FC236}">
                  <a16:creationId xmlns:a16="http://schemas.microsoft.com/office/drawing/2014/main" id="{32E064A6-50FC-F54C-2DBC-FA47A37092B7}"/>
                </a:ext>
              </a:extLst>
            </p:cNvPr>
            <p:cNvSpPr/>
            <p:nvPr/>
          </p:nvSpPr>
          <p:spPr>
            <a:xfrm>
              <a:off x="0" y="0"/>
              <a:ext cx="31623" cy="246634"/>
            </a:xfrm>
            <a:custGeom>
              <a:avLst/>
              <a:gdLst/>
              <a:ahLst/>
              <a:cxnLst/>
              <a:rect l="l" t="t" r="r" b="b"/>
              <a:pathLst>
                <a:path w="31623" h="246634">
                  <a:moveTo>
                    <a:pt x="0" y="30861"/>
                  </a:moveTo>
                  <a:lnTo>
                    <a:pt x="0" y="214376"/>
                  </a:lnTo>
                  <a:cubicBezTo>
                    <a:pt x="0" y="232029"/>
                    <a:pt x="14351" y="246634"/>
                    <a:pt x="31623" y="246634"/>
                  </a:cubicBezTo>
                  <a:lnTo>
                    <a:pt x="31623" y="0"/>
                  </a:lnTo>
                  <a:cubicBezTo>
                    <a:pt x="14351" y="0"/>
                    <a:pt x="0" y="13208"/>
                    <a:pt x="0" y="30861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5" name="Group 75">
            <a:extLst>
              <a:ext uri="{FF2B5EF4-FFF2-40B4-BE49-F238E27FC236}">
                <a16:creationId xmlns:a16="http://schemas.microsoft.com/office/drawing/2014/main" id="{472E88CB-4961-965D-895D-BB6DF2D32D30}"/>
              </a:ext>
            </a:extLst>
          </p:cNvPr>
          <p:cNvGrpSpPr/>
          <p:nvPr/>
        </p:nvGrpSpPr>
        <p:grpSpPr>
          <a:xfrm>
            <a:off x="11772357" y="1947958"/>
            <a:ext cx="23755" cy="334080"/>
            <a:chOff x="0" y="0"/>
            <a:chExt cx="31674" cy="445440"/>
          </a:xfrm>
        </p:grpSpPr>
        <p:sp>
          <p:nvSpPr>
            <p:cNvPr id="76" name="Freeform 76">
              <a:extLst>
                <a:ext uri="{FF2B5EF4-FFF2-40B4-BE49-F238E27FC236}">
                  <a16:creationId xmlns:a16="http://schemas.microsoft.com/office/drawing/2014/main" id="{D03D6D8E-968F-85B5-375E-97C4119EC337}"/>
                </a:ext>
              </a:extLst>
            </p:cNvPr>
            <p:cNvSpPr/>
            <p:nvPr/>
          </p:nvSpPr>
          <p:spPr>
            <a:xfrm>
              <a:off x="0" y="0"/>
              <a:ext cx="31623" cy="445516"/>
            </a:xfrm>
            <a:custGeom>
              <a:avLst/>
              <a:gdLst/>
              <a:ahLst/>
              <a:cxnLst/>
              <a:rect l="l" t="t" r="r" b="b"/>
              <a:pathLst>
                <a:path w="31623" h="445516">
                  <a:moveTo>
                    <a:pt x="0" y="30861"/>
                  </a:moveTo>
                  <a:lnTo>
                    <a:pt x="0" y="413131"/>
                  </a:lnTo>
                  <a:cubicBezTo>
                    <a:pt x="0" y="430784"/>
                    <a:pt x="14351" y="445516"/>
                    <a:pt x="31623" y="445516"/>
                  </a:cubicBezTo>
                  <a:lnTo>
                    <a:pt x="31623" y="0"/>
                  </a:lnTo>
                  <a:cubicBezTo>
                    <a:pt x="14351" y="0"/>
                    <a:pt x="0" y="13208"/>
                    <a:pt x="0" y="30861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7" name="Group 77">
            <a:extLst>
              <a:ext uri="{FF2B5EF4-FFF2-40B4-BE49-F238E27FC236}">
                <a16:creationId xmlns:a16="http://schemas.microsoft.com/office/drawing/2014/main" id="{E9858DFE-716F-E4F4-3286-2CE0EFC646F1}"/>
              </a:ext>
            </a:extLst>
          </p:cNvPr>
          <p:cNvGrpSpPr/>
          <p:nvPr/>
        </p:nvGrpSpPr>
        <p:grpSpPr>
          <a:xfrm>
            <a:off x="11772357" y="2355123"/>
            <a:ext cx="23755" cy="335156"/>
            <a:chOff x="0" y="0"/>
            <a:chExt cx="31674" cy="446875"/>
          </a:xfrm>
        </p:grpSpPr>
        <p:sp>
          <p:nvSpPr>
            <p:cNvPr id="78" name="Freeform 78">
              <a:extLst>
                <a:ext uri="{FF2B5EF4-FFF2-40B4-BE49-F238E27FC236}">
                  <a16:creationId xmlns:a16="http://schemas.microsoft.com/office/drawing/2014/main" id="{9D98D30F-E80B-2FE9-8BF3-3057E1FC6729}"/>
                </a:ext>
              </a:extLst>
            </p:cNvPr>
            <p:cNvSpPr/>
            <p:nvPr/>
          </p:nvSpPr>
          <p:spPr>
            <a:xfrm>
              <a:off x="0" y="0"/>
              <a:ext cx="31623" cy="446913"/>
            </a:xfrm>
            <a:custGeom>
              <a:avLst/>
              <a:gdLst/>
              <a:ahLst/>
              <a:cxnLst/>
              <a:rect l="l" t="t" r="r" b="b"/>
              <a:pathLst>
                <a:path w="31623" h="446913">
                  <a:moveTo>
                    <a:pt x="0" y="32385"/>
                  </a:moveTo>
                  <a:lnTo>
                    <a:pt x="0" y="414528"/>
                  </a:lnTo>
                  <a:cubicBezTo>
                    <a:pt x="0" y="432181"/>
                    <a:pt x="14351" y="446913"/>
                    <a:pt x="31623" y="446913"/>
                  </a:cubicBezTo>
                  <a:lnTo>
                    <a:pt x="31623" y="0"/>
                  </a:lnTo>
                  <a:cubicBezTo>
                    <a:pt x="14351" y="0"/>
                    <a:pt x="0" y="14732"/>
                    <a:pt x="0" y="32385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9" name="Group 79">
            <a:extLst>
              <a:ext uri="{FF2B5EF4-FFF2-40B4-BE49-F238E27FC236}">
                <a16:creationId xmlns:a16="http://schemas.microsoft.com/office/drawing/2014/main" id="{C6ABCD93-45B9-1027-98C9-9BB2A4139959}"/>
              </a:ext>
            </a:extLst>
          </p:cNvPr>
          <p:cNvGrpSpPr/>
          <p:nvPr/>
        </p:nvGrpSpPr>
        <p:grpSpPr>
          <a:xfrm>
            <a:off x="14024524" y="2058124"/>
            <a:ext cx="23755" cy="537124"/>
            <a:chOff x="0" y="0"/>
            <a:chExt cx="31674" cy="716166"/>
          </a:xfrm>
        </p:grpSpPr>
        <p:sp>
          <p:nvSpPr>
            <p:cNvPr id="80" name="Freeform 80">
              <a:extLst>
                <a:ext uri="{FF2B5EF4-FFF2-40B4-BE49-F238E27FC236}">
                  <a16:creationId xmlns:a16="http://schemas.microsoft.com/office/drawing/2014/main" id="{C6C5DA7E-B03B-201D-E1B3-BEA8894452D5}"/>
                </a:ext>
              </a:extLst>
            </p:cNvPr>
            <p:cNvSpPr/>
            <p:nvPr/>
          </p:nvSpPr>
          <p:spPr>
            <a:xfrm>
              <a:off x="0" y="0"/>
              <a:ext cx="31623" cy="716153"/>
            </a:xfrm>
            <a:custGeom>
              <a:avLst/>
              <a:gdLst/>
              <a:ahLst/>
              <a:cxnLst/>
              <a:rect l="l" t="t" r="r" b="b"/>
              <a:pathLst>
                <a:path w="31623" h="716153">
                  <a:moveTo>
                    <a:pt x="0" y="0"/>
                  </a:moveTo>
                  <a:lnTo>
                    <a:pt x="0" y="716153"/>
                  </a:lnTo>
                  <a:cubicBezTo>
                    <a:pt x="17272" y="716153"/>
                    <a:pt x="31623" y="701421"/>
                    <a:pt x="31623" y="683768"/>
                  </a:cubicBezTo>
                  <a:lnTo>
                    <a:pt x="31623" y="32385"/>
                  </a:lnTo>
                  <a:cubicBezTo>
                    <a:pt x="31623" y="14732"/>
                    <a:pt x="17272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1" name="Freeform 81">
            <a:extLst>
              <a:ext uri="{FF2B5EF4-FFF2-40B4-BE49-F238E27FC236}">
                <a16:creationId xmlns:a16="http://schemas.microsoft.com/office/drawing/2014/main" id="{53B22621-B231-8986-7C7F-EA67C2BFA722}"/>
              </a:ext>
            </a:extLst>
          </p:cNvPr>
          <p:cNvSpPr/>
          <p:nvPr/>
        </p:nvSpPr>
        <p:spPr>
          <a:xfrm>
            <a:off x="11796484" y="1028881"/>
            <a:ext cx="2227316" cy="4502877"/>
          </a:xfrm>
          <a:custGeom>
            <a:avLst/>
            <a:gdLst/>
            <a:ahLst/>
            <a:cxnLst/>
            <a:rect l="l" t="t" r="r" b="b"/>
            <a:pathLst>
              <a:path w="2227316" h="4502877">
                <a:moveTo>
                  <a:pt x="0" y="0"/>
                </a:moveTo>
                <a:lnTo>
                  <a:pt x="2227316" y="0"/>
                </a:lnTo>
                <a:lnTo>
                  <a:pt x="2227316" y="4502877"/>
                </a:lnTo>
                <a:lnTo>
                  <a:pt x="0" y="4502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86" name="Group 86">
            <a:extLst>
              <a:ext uri="{FF2B5EF4-FFF2-40B4-BE49-F238E27FC236}">
                <a16:creationId xmlns:a16="http://schemas.microsoft.com/office/drawing/2014/main" id="{6CCBEAA3-3330-B260-DC93-1973449198D2}"/>
              </a:ext>
            </a:extLst>
          </p:cNvPr>
          <p:cNvGrpSpPr/>
          <p:nvPr/>
        </p:nvGrpSpPr>
        <p:grpSpPr>
          <a:xfrm>
            <a:off x="11184150" y="3242910"/>
            <a:ext cx="578101" cy="50702"/>
            <a:chOff x="0" y="0"/>
            <a:chExt cx="770801" cy="67602"/>
          </a:xfrm>
        </p:grpSpPr>
        <p:sp>
          <p:nvSpPr>
            <p:cNvPr id="87" name="Freeform 87">
              <a:extLst>
                <a:ext uri="{FF2B5EF4-FFF2-40B4-BE49-F238E27FC236}">
                  <a16:creationId xmlns:a16="http://schemas.microsoft.com/office/drawing/2014/main" id="{FF84E28C-B7A3-7A0C-F399-E3461D0BFF37}"/>
                </a:ext>
              </a:extLst>
            </p:cNvPr>
            <p:cNvSpPr/>
            <p:nvPr/>
          </p:nvSpPr>
          <p:spPr>
            <a:xfrm>
              <a:off x="0" y="0"/>
              <a:ext cx="770763" cy="67564"/>
            </a:xfrm>
            <a:custGeom>
              <a:avLst/>
              <a:gdLst/>
              <a:ahLst/>
              <a:cxnLst/>
              <a:rect l="l" t="t" r="r" b="b"/>
              <a:pathLst>
                <a:path w="770763" h="67564">
                  <a:moveTo>
                    <a:pt x="0" y="67564"/>
                  </a:moveTo>
                  <a:lnTo>
                    <a:pt x="0" y="33782"/>
                  </a:lnTo>
                  <a:cubicBezTo>
                    <a:pt x="0" y="24892"/>
                    <a:pt x="1016" y="16256"/>
                    <a:pt x="2667" y="9906"/>
                  </a:cubicBezTo>
                  <a:cubicBezTo>
                    <a:pt x="4318" y="3556"/>
                    <a:pt x="6731" y="0"/>
                    <a:pt x="9144" y="0"/>
                  </a:cubicBezTo>
                  <a:lnTo>
                    <a:pt x="770763" y="0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t="-172266" r="-4" b="-172322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8" name="Group 88">
            <a:extLst>
              <a:ext uri="{FF2B5EF4-FFF2-40B4-BE49-F238E27FC236}">
                <a16:creationId xmlns:a16="http://schemas.microsoft.com/office/drawing/2014/main" id="{3D8CB8D3-7562-A4E2-F372-AEB7F286B5A1}"/>
              </a:ext>
            </a:extLst>
          </p:cNvPr>
          <p:cNvGrpSpPr/>
          <p:nvPr/>
        </p:nvGrpSpPr>
        <p:grpSpPr>
          <a:xfrm>
            <a:off x="14077112" y="3274590"/>
            <a:ext cx="578101" cy="50702"/>
            <a:chOff x="0" y="0"/>
            <a:chExt cx="770801" cy="67602"/>
          </a:xfrm>
        </p:grpSpPr>
        <p:sp>
          <p:nvSpPr>
            <p:cNvPr id="89" name="Freeform 89">
              <a:extLst>
                <a:ext uri="{FF2B5EF4-FFF2-40B4-BE49-F238E27FC236}">
                  <a16:creationId xmlns:a16="http://schemas.microsoft.com/office/drawing/2014/main" id="{A6597970-7D87-A02E-C1CE-B7803AB862E7}"/>
                </a:ext>
              </a:extLst>
            </p:cNvPr>
            <p:cNvSpPr/>
            <p:nvPr/>
          </p:nvSpPr>
          <p:spPr>
            <a:xfrm>
              <a:off x="0" y="0"/>
              <a:ext cx="770763" cy="67564"/>
            </a:xfrm>
            <a:custGeom>
              <a:avLst/>
              <a:gdLst/>
              <a:ahLst/>
              <a:cxnLst/>
              <a:rect l="l" t="t" r="r" b="b"/>
              <a:pathLst>
                <a:path w="770763" h="67564">
                  <a:moveTo>
                    <a:pt x="0" y="67564"/>
                  </a:moveTo>
                  <a:lnTo>
                    <a:pt x="0" y="33782"/>
                  </a:lnTo>
                  <a:cubicBezTo>
                    <a:pt x="0" y="24892"/>
                    <a:pt x="1016" y="16256"/>
                    <a:pt x="2667" y="9906"/>
                  </a:cubicBezTo>
                  <a:cubicBezTo>
                    <a:pt x="4318" y="3556"/>
                    <a:pt x="6731" y="0"/>
                    <a:pt x="9144" y="0"/>
                  </a:cubicBezTo>
                  <a:lnTo>
                    <a:pt x="770763" y="0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t="-172266" r="-4" b="-172322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0" name="TextBox 90">
            <a:extLst>
              <a:ext uri="{FF2B5EF4-FFF2-40B4-BE49-F238E27FC236}">
                <a16:creationId xmlns:a16="http://schemas.microsoft.com/office/drawing/2014/main" id="{E40750F3-2FE3-65D6-FF9D-23E596BBABF9}"/>
              </a:ext>
            </a:extLst>
          </p:cNvPr>
          <p:cNvSpPr txBox="1"/>
          <p:nvPr/>
        </p:nvSpPr>
        <p:spPr>
          <a:xfrm>
            <a:off x="5800677" y="-164144"/>
            <a:ext cx="6205680" cy="1232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34"/>
              </a:lnSpc>
            </a:pPr>
            <a:r>
              <a:rPr lang="en-US" sz="6239" b="1" spc="0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Immunisation</a:t>
            </a:r>
            <a:endParaRPr lang="en-US" sz="6239" b="1" spc="0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E06E96-6B7E-FB08-A025-93791C022E4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61580" y="1006564"/>
            <a:ext cx="5086512" cy="8888377"/>
          </a:xfrm>
          <a:prstGeom prst="rect">
            <a:avLst/>
          </a:prstGeom>
        </p:spPr>
      </p:pic>
      <p:grpSp>
        <p:nvGrpSpPr>
          <p:cNvPr id="82" name="Group 82">
            <a:extLst>
              <a:ext uri="{FF2B5EF4-FFF2-40B4-BE49-F238E27FC236}">
                <a16:creationId xmlns:a16="http://schemas.microsoft.com/office/drawing/2014/main" id="{CBE8BBC1-9DB4-83A3-1D66-661274921DEE}"/>
              </a:ext>
            </a:extLst>
          </p:cNvPr>
          <p:cNvGrpSpPr/>
          <p:nvPr/>
        </p:nvGrpSpPr>
        <p:grpSpPr>
          <a:xfrm>
            <a:off x="5217871" y="3261627"/>
            <a:ext cx="3699662" cy="2686622"/>
            <a:chOff x="0" y="0"/>
            <a:chExt cx="4932883" cy="3582162"/>
          </a:xfrm>
        </p:grpSpPr>
        <p:sp>
          <p:nvSpPr>
            <p:cNvPr id="83" name="Freeform 83">
              <a:extLst>
                <a:ext uri="{FF2B5EF4-FFF2-40B4-BE49-F238E27FC236}">
                  <a16:creationId xmlns:a16="http://schemas.microsoft.com/office/drawing/2014/main" id="{C98049E8-5AF2-6552-8D42-9449A883B295}"/>
                </a:ext>
              </a:extLst>
            </p:cNvPr>
            <p:cNvSpPr/>
            <p:nvPr/>
          </p:nvSpPr>
          <p:spPr>
            <a:xfrm>
              <a:off x="0" y="0"/>
              <a:ext cx="4932807" cy="3582162"/>
            </a:xfrm>
            <a:custGeom>
              <a:avLst/>
              <a:gdLst/>
              <a:ahLst/>
              <a:cxnLst/>
              <a:rect l="l" t="t" r="r" b="b"/>
              <a:pathLst>
                <a:path w="4932807" h="3582162">
                  <a:moveTo>
                    <a:pt x="0" y="3582162"/>
                  </a:moveTo>
                  <a:lnTo>
                    <a:pt x="2324354" y="3582162"/>
                  </a:lnTo>
                  <a:cubicBezTo>
                    <a:pt x="2494407" y="3582162"/>
                    <a:pt x="2632329" y="3443732"/>
                    <a:pt x="2632329" y="3273044"/>
                  </a:cubicBezTo>
                  <a:lnTo>
                    <a:pt x="2632329" y="309118"/>
                  </a:lnTo>
                  <a:cubicBezTo>
                    <a:pt x="2632329" y="138430"/>
                    <a:pt x="2770124" y="0"/>
                    <a:pt x="2940177" y="0"/>
                  </a:cubicBezTo>
                  <a:lnTo>
                    <a:pt x="4932807" y="0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l="-43172" r="-43173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4" name="Group 84">
            <a:extLst>
              <a:ext uri="{FF2B5EF4-FFF2-40B4-BE49-F238E27FC236}">
                <a16:creationId xmlns:a16="http://schemas.microsoft.com/office/drawing/2014/main" id="{02E57F17-DAB7-482F-D4D6-A531CFE1FFB4}"/>
              </a:ext>
            </a:extLst>
          </p:cNvPr>
          <p:cNvGrpSpPr/>
          <p:nvPr/>
        </p:nvGrpSpPr>
        <p:grpSpPr>
          <a:xfrm>
            <a:off x="5260038" y="6805470"/>
            <a:ext cx="3699605" cy="1127465"/>
            <a:chOff x="0" y="0"/>
            <a:chExt cx="4237355" cy="1503286"/>
          </a:xfrm>
        </p:grpSpPr>
        <p:sp>
          <p:nvSpPr>
            <p:cNvPr id="85" name="Freeform 85">
              <a:extLst>
                <a:ext uri="{FF2B5EF4-FFF2-40B4-BE49-F238E27FC236}">
                  <a16:creationId xmlns:a16="http://schemas.microsoft.com/office/drawing/2014/main" id="{287A8EF3-05D6-A0AF-87FD-A97E39AC5A2B}"/>
                </a:ext>
              </a:extLst>
            </p:cNvPr>
            <p:cNvSpPr/>
            <p:nvPr/>
          </p:nvSpPr>
          <p:spPr>
            <a:xfrm>
              <a:off x="0" y="0"/>
              <a:ext cx="4237355" cy="1503299"/>
            </a:xfrm>
            <a:custGeom>
              <a:avLst/>
              <a:gdLst/>
              <a:ahLst/>
              <a:cxnLst/>
              <a:rect l="l" t="t" r="r" b="b"/>
              <a:pathLst>
                <a:path w="4237355" h="1503299">
                  <a:moveTo>
                    <a:pt x="0" y="0"/>
                  </a:moveTo>
                  <a:lnTo>
                    <a:pt x="1567434" y="0"/>
                  </a:lnTo>
                  <a:cubicBezTo>
                    <a:pt x="1737741" y="0"/>
                    <a:pt x="1875917" y="141224"/>
                    <a:pt x="1875917" y="315341"/>
                  </a:cubicBezTo>
                  <a:lnTo>
                    <a:pt x="1875917" y="1187958"/>
                  </a:lnTo>
                  <a:cubicBezTo>
                    <a:pt x="1875917" y="1362075"/>
                    <a:pt x="2013966" y="1503299"/>
                    <a:pt x="2184400" y="1503299"/>
                  </a:cubicBezTo>
                  <a:lnTo>
                    <a:pt x="4237355" y="1503299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t="-4922" b="-4922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936195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78724" y="2803684"/>
            <a:ext cx="2478596" cy="5061604"/>
          </a:xfrm>
          <a:custGeom>
            <a:avLst/>
            <a:gdLst/>
            <a:ahLst/>
            <a:cxnLst/>
            <a:rect l="l" t="t" r="r" b="b"/>
            <a:pathLst>
              <a:path w="2478596" h="5061604">
                <a:moveTo>
                  <a:pt x="0" y="0"/>
                </a:moveTo>
                <a:lnTo>
                  <a:pt x="2478595" y="0"/>
                </a:lnTo>
                <a:lnTo>
                  <a:pt x="2478595" y="5061604"/>
                </a:lnTo>
                <a:lnTo>
                  <a:pt x="0" y="50616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509045" y="2932919"/>
            <a:ext cx="2219401" cy="4809963"/>
            <a:chOff x="0" y="0"/>
            <a:chExt cx="2959202" cy="641328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59243" cy="6413246"/>
            </a:xfrm>
            <a:custGeom>
              <a:avLst/>
              <a:gdLst/>
              <a:ahLst/>
              <a:cxnLst/>
              <a:rect l="l" t="t" r="r" b="b"/>
              <a:pathLst>
                <a:path w="2959243" h="6413246">
                  <a:moveTo>
                    <a:pt x="2683637" y="0"/>
                  </a:moveTo>
                  <a:lnTo>
                    <a:pt x="2326259" y="0"/>
                  </a:lnTo>
                  <a:lnTo>
                    <a:pt x="2326259" y="75184"/>
                  </a:lnTo>
                  <a:cubicBezTo>
                    <a:pt x="2326259" y="160401"/>
                    <a:pt x="2256155" y="230505"/>
                    <a:pt x="2170938" y="230505"/>
                  </a:cubicBezTo>
                  <a:lnTo>
                    <a:pt x="791591" y="230505"/>
                  </a:lnTo>
                  <a:cubicBezTo>
                    <a:pt x="706374" y="230505"/>
                    <a:pt x="636270" y="160401"/>
                    <a:pt x="636270" y="75184"/>
                  </a:cubicBezTo>
                  <a:lnTo>
                    <a:pt x="636270" y="0"/>
                  </a:lnTo>
                  <a:lnTo>
                    <a:pt x="275590" y="0"/>
                  </a:lnTo>
                  <a:cubicBezTo>
                    <a:pt x="123571" y="0"/>
                    <a:pt x="0" y="123571"/>
                    <a:pt x="0" y="275590"/>
                  </a:cubicBezTo>
                  <a:lnTo>
                    <a:pt x="0" y="6137656"/>
                  </a:lnTo>
                  <a:cubicBezTo>
                    <a:pt x="0" y="6289675"/>
                    <a:pt x="123571" y="6413246"/>
                    <a:pt x="275590" y="6413246"/>
                  </a:cubicBezTo>
                  <a:lnTo>
                    <a:pt x="2683637" y="6413246"/>
                  </a:lnTo>
                  <a:cubicBezTo>
                    <a:pt x="2835656" y="6413246"/>
                    <a:pt x="2959227" y="6289675"/>
                    <a:pt x="2959227" y="6137656"/>
                  </a:cubicBezTo>
                  <a:lnTo>
                    <a:pt x="2959227" y="275590"/>
                  </a:lnTo>
                  <a:cubicBezTo>
                    <a:pt x="2960878" y="123571"/>
                    <a:pt x="2837307" y="0"/>
                    <a:pt x="2683637" y="0"/>
                  </a:cubicBezTo>
                  <a:close/>
                </a:path>
              </a:pathLst>
            </a:custGeom>
            <a:blipFill>
              <a:blip r:embed="rId3"/>
              <a:stretch>
                <a:fillRect l="-13" r="-1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32436" y="2973962"/>
            <a:ext cx="342719" cy="42120"/>
            <a:chOff x="0" y="0"/>
            <a:chExt cx="456959" cy="5615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56946" cy="56134"/>
            </a:xfrm>
            <a:custGeom>
              <a:avLst/>
              <a:gdLst/>
              <a:ahLst/>
              <a:cxnLst/>
              <a:rect l="l" t="t" r="r" b="b"/>
              <a:pathLst>
                <a:path w="456946" h="56134">
                  <a:moveTo>
                    <a:pt x="428625" y="0"/>
                  </a:moveTo>
                  <a:lnTo>
                    <a:pt x="28321" y="0"/>
                  </a:lnTo>
                  <a:cubicBezTo>
                    <a:pt x="13335" y="0"/>
                    <a:pt x="0" y="11557"/>
                    <a:pt x="0" y="28067"/>
                  </a:cubicBezTo>
                  <a:cubicBezTo>
                    <a:pt x="0" y="44577"/>
                    <a:pt x="13335" y="56134"/>
                    <a:pt x="28321" y="56134"/>
                  </a:cubicBezTo>
                  <a:lnTo>
                    <a:pt x="428625" y="56134"/>
                  </a:lnTo>
                  <a:cubicBezTo>
                    <a:pt x="443611" y="56134"/>
                    <a:pt x="456946" y="44577"/>
                    <a:pt x="456946" y="28067"/>
                  </a:cubicBezTo>
                  <a:cubicBezTo>
                    <a:pt x="456946" y="11557"/>
                    <a:pt x="443611" y="0"/>
                    <a:pt x="428625" y="0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884597" y="2964237"/>
            <a:ext cx="62636" cy="62284"/>
            <a:chOff x="0" y="0"/>
            <a:chExt cx="83515" cy="83045"/>
          </a:xfrm>
        </p:grpSpPr>
        <p:sp>
          <p:nvSpPr>
            <p:cNvPr id="8" name="Freeform 8"/>
            <p:cNvSpPr/>
            <p:nvPr/>
          </p:nvSpPr>
          <p:spPr>
            <a:xfrm>
              <a:off x="-32" y="-2"/>
              <a:ext cx="83629" cy="83061"/>
            </a:xfrm>
            <a:custGeom>
              <a:avLst/>
              <a:gdLst/>
              <a:ahLst/>
              <a:cxnLst/>
              <a:rect l="l" t="t" r="r" b="b"/>
              <a:pathLst>
                <a:path w="83629" h="83061">
                  <a:moveTo>
                    <a:pt x="41815" y="2"/>
                  </a:moveTo>
                  <a:cubicBezTo>
                    <a:pt x="26956" y="-125"/>
                    <a:pt x="13113" y="7876"/>
                    <a:pt x="5620" y="20703"/>
                  </a:cubicBezTo>
                  <a:cubicBezTo>
                    <a:pt x="-1873" y="33530"/>
                    <a:pt x="-1873" y="49405"/>
                    <a:pt x="5620" y="62359"/>
                  </a:cubicBezTo>
                  <a:cubicBezTo>
                    <a:pt x="13113" y="75313"/>
                    <a:pt x="26956" y="83060"/>
                    <a:pt x="41815" y="83060"/>
                  </a:cubicBezTo>
                  <a:cubicBezTo>
                    <a:pt x="56674" y="83187"/>
                    <a:pt x="70517" y="75186"/>
                    <a:pt x="78010" y="62359"/>
                  </a:cubicBezTo>
                  <a:cubicBezTo>
                    <a:pt x="85503" y="49532"/>
                    <a:pt x="85503" y="33657"/>
                    <a:pt x="78010" y="20703"/>
                  </a:cubicBezTo>
                  <a:cubicBezTo>
                    <a:pt x="70517" y="7749"/>
                    <a:pt x="56674" y="-125"/>
                    <a:pt x="41815" y="2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26165" y="3455279"/>
            <a:ext cx="27356" cy="210236"/>
            <a:chOff x="0" y="0"/>
            <a:chExt cx="36474" cy="28031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6449" cy="280289"/>
            </a:xfrm>
            <a:custGeom>
              <a:avLst/>
              <a:gdLst/>
              <a:ahLst/>
              <a:cxnLst/>
              <a:rect l="l" t="t" r="r" b="b"/>
              <a:pathLst>
                <a:path w="36449" h="280289">
                  <a:moveTo>
                    <a:pt x="0" y="35052"/>
                  </a:moveTo>
                  <a:lnTo>
                    <a:pt x="0" y="243586"/>
                  </a:lnTo>
                  <a:cubicBezTo>
                    <a:pt x="0" y="263652"/>
                    <a:pt x="16637" y="280289"/>
                    <a:pt x="36449" y="280289"/>
                  </a:cubicBezTo>
                  <a:lnTo>
                    <a:pt x="36449" y="0"/>
                  </a:lnTo>
                  <a:cubicBezTo>
                    <a:pt x="16637" y="0"/>
                    <a:pt x="0" y="14986"/>
                    <a:pt x="0" y="35052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26165" y="3822116"/>
            <a:ext cx="27356" cy="379076"/>
            <a:chOff x="0" y="0"/>
            <a:chExt cx="36474" cy="50543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449" cy="505460"/>
            </a:xfrm>
            <a:custGeom>
              <a:avLst/>
              <a:gdLst/>
              <a:ahLst/>
              <a:cxnLst/>
              <a:rect l="l" t="t" r="r" b="b"/>
              <a:pathLst>
                <a:path w="36449" h="505460">
                  <a:moveTo>
                    <a:pt x="0" y="35052"/>
                  </a:moveTo>
                  <a:lnTo>
                    <a:pt x="0" y="468757"/>
                  </a:lnTo>
                  <a:cubicBezTo>
                    <a:pt x="0" y="488823"/>
                    <a:pt x="16637" y="505460"/>
                    <a:pt x="36449" y="505460"/>
                  </a:cubicBezTo>
                  <a:lnTo>
                    <a:pt x="36449" y="0"/>
                  </a:lnTo>
                  <a:cubicBezTo>
                    <a:pt x="16637" y="0"/>
                    <a:pt x="0" y="14986"/>
                    <a:pt x="0" y="35052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26165" y="4284364"/>
            <a:ext cx="27356" cy="380524"/>
            <a:chOff x="0" y="0"/>
            <a:chExt cx="36474" cy="50736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6449" cy="507365"/>
            </a:xfrm>
            <a:custGeom>
              <a:avLst/>
              <a:gdLst/>
              <a:ahLst/>
              <a:cxnLst/>
              <a:rect l="l" t="t" r="r" b="b"/>
              <a:pathLst>
                <a:path w="36449" h="507365">
                  <a:moveTo>
                    <a:pt x="0" y="36703"/>
                  </a:moveTo>
                  <a:lnTo>
                    <a:pt x="0" y="470662"/>
                  </a:lnTo>
                  <a:cubicBezTo>
                    <a:pt x="0" y="490728"/>
                    <a:pt x="16637" y="507365"/>
                    <a:pt x="36449" y="507365"/>
                  </a:cubicBezTo>
                  <a:lnTo>
                    <a:pt x="36449" y="0"/>
                  </a:lnTo>
                  <a:cubicBezTo>
                    <a:pt x="16637" y="0"/>
                    <a:pt x="0" y="16637"/>
                    <a:pt x="0" y="36703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882884" y="3947398"/>
            <a:ext cx="27356" cy="609838"/>
            <a:chOff x="0" y="0"/>
            <a:chExt cx="36474" cy="81311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6449" cy="813181"/>
            </a:xfrm>
            <a:custGeom>
              <a:avLst/>
              <a:gdLst/>
              <a:ahLst/>
              <a:cxnLst/>
              <a:rect l="l" t="t" r="r" b="b"/>
              <a:pathLst>
                <a:path w="36449" h="813181">
                  <a:moveTo>
                    <a:pt x="0" y="0"/>
                  </a:moveTo>
                  <a:lnTo>
                    <a:pt x="0" y="813181"/>
                  </a:lnTo>
                  <a:cubicBezTo>
                    <a:pt x="19939" y="813181"/>
                    <a:pt x="36449" y="796544"/>
                    <a:pt x="36449" y="776478"/>
                  </a:cubicBezTo>
                  <a:lnTo>
                    <a:pt x="36449" y="36703"/>
                  </a:lnTo>
                  <a:cubicBezTo>
                    <a:pt x="36449" y="16637"/>
                    <a:pt x="19939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7" name="Freeform 17"/>
          <p:cNvSpPr/>
          <p:nvPr/>
        </p:nvSpPr>
        <p:spPr>
          <a:xfrm>
            <a:off x="353882" y="2778843"/>
            <a:ext cx="2529002" cy="5112001"/>
          </a:xfrm>
          <a:custGeom>
            <a:avLst/>
            <a:gdLst/>
            <a:ahLst/>
            <a:cxnLst/>
            <a:rect l="l" t="t" r="r" b="b"/>
            <a:pathLst>
              <a:path w="2529002" h="5112001">
                <a:moveTo>
                  <a:pt x="0" y="0"/>
                </a:moveTo>
                <a:lnTo>
                  <a:pt x="2529002" y="0"/>
                </a:lnTo>
                <a:lnTo>
                  <a:pt x="2529002" y="5112000"/>
                </a:lnTo>
                <a:lnTo>
                  <a:pt x="0" y="5112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8"/>
          <p:cNvSpPr/>
          <p:nvPr/>
        </p:nvSpPr>
        <p:spPr>
          <a:xfrm>
            <a:off x="3125876" y="2803684"/>
            <a:ext cx="2478596" cy="5061604"/>
          </a:xfrm>
          <a:custGeom>
            <a:avLst/>
            <a:gdLst/>
            <a:ahLst/>
            <a:cxnLst/>
            <a:rect l="l" t="t" r="r" b="b"/>
            <a:pathLst>
              <a:path w="2478596" h="5061604">
                <a:moveTo>
                  <a:pt x="0" y="0"/>
                </a:moveTo>
                <a:lnTo>
                  <a:pt x="2478596" y="0"/>
                </a:lnTo>
                <a:lnTo>
                  <a:pt x="2478596" y="5061604"/>
                </a:lnTo>
                <a:lnTo>
                  <a:pt x="0" y="50616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9" name="Group 19"/>
          <p:cNvGrpSpPr/>
          <p:nvPr/>
        </p:nvGrpSpPr>
        <p:grpSpPr>
          <a:xfrm>
            <a:off x="3256197" y="2932919"/>
            <a:ext cx="2219401" cy="4809963"/>
            <a:chOff x="0" y="0"/>
            <a:chExt cx="2959202" cy="641328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959243" cy="6413246"/>
            </a:xfrm>
            <a:custGeom>
              <a:avLst/>
              <a:gdLst/>
              <a:ahLst/>
              <a:cxnLst/>
              <a:rect l="l" t="t" r="r" b="b"/>
              <a:pathLst>
                <a:path w="2959243" h="6413246">
                  <a:moveTo>
                    <a:pt x="2683637" y="0"/>
                  </a:moveTo>
                  <a:lnTo>
                    <a:pt x="2326259" y="0"/>
                  </a:lnTo>
                  <a:lnTo>
                    <a:pt x="2326259" y="75184"/>
                  </a:lnTo>
                  <a:cubicBezTo>
                    <a:pt x="2326259" y="160401"/>
                    <a:pt x="2256155" y="230505"/>
                    <a:pt x="2170938" y="230505"/>
                  </a:cubicBezTo>
                  <a:lnTo>
                    <a:pt x="791591" y="230505"/>
                  </a:lnTo>
                  <a:cubicBezTo>
                    <a:pt x="706374" y="230505"/>
                    <a:pt x="636270" y="160401"/>
                    <a:pt x="636270" y="75184"/>
                  </a:cubicBezTo>
                  <a:lnTo>
                    <a:pt x="636270" y="0"/>
                  </a:lnTo>
                  <a:lnTo>
                    <a:pt x="275590" y="0"/>
                  </a:lnTo>
                  <a:cubicBezTo>
                    <a:pt x="123571" y="0"/>
                    <a:pt x="0" y="123571"/>
                    <a:pt x="0" y="275590"/>
                  </a:cubicBezTo>
                  <a:lnTo>
                    <a:pt x="0" y="6137656"/>
                  </a:lnTo>
                  <a:cubicBezTo>
                    <a:pt x="0" y="6289675"/>
                    <a:pt x="123571" y="6413246"/>
                    <a:pt x="275590" y="6413246"/>
                  </a:cubicBezTo>
                  <a:lnTo>
                    <a:pt x="2683637" y="6413246"/>
                  </a:lnTo>
                  <a:cubicBezTo>
                    <a:pt x="2835656" y="6413246"/>
                    <a:pt x="2959227" y="6289675"/>
                    <a:pt x="2959227" y="6137656"/>
                  </a:cubicBezTo>
                  <a:lnTo>
                    <a:pt x="2959227" y="275590"/>
                  </a:lnTo>
                  <a:cubicBezTo>
                    <a:pt x="2960878" y="123571"/>
                    <a:pt x="2837307" y="0"/>
                    <a:pt x="2683637" y="0"/>
                  </a:cubicBezTo>
                  <a:close/>
                </a:path>
              </a:pathLst>
            </a:custGeom>
            <a:blipFill>
              <a:blip r:embed="rId5"/>
              <a:stretch>
                <a:fillRect l="-13" r="-1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179237" y="2973962"/>
            <a:ext cx="342719" cy="42120"/>
            <a:chOff x="0" y="0"/>
            <a:chExt cx="456959" cy="5615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56946" cy="56134"/>
            </a:xfrm>
            <a:custGeom>
              <a:avLst/>
              <a:gdLst/>
              <a:ahLst/>
              <a:cxnLst/>
              <a:rect l="l" t="t" r="r" b="b"/>
              <a:pathLst>
                <a:path w="456946" h="56134">
                  <a:moveTo>
                    <a:pt x="428625" y="0"/>
                  </a:moveTo>
                  <a:lnTo>
                    <a:pt x="28321" y="0"/>
                  </a:lnTo>
                  <a:cubicBezTo>
                    <a:pt x="13335" y="0"/>
                    <a:pt x="0" y="11557"/>
                    <a:pt x="0" y="28067"/>
                  </a:cubicBezTo>
                  <a:cubicBezTo>
                    <a:pt x="0" y="44577"/>
                    <a:pt x="13335" y="56134"/>
                    <a:pt x="28321" y="56134"/>
                  </a:cubicBezTo>
                  <a:lnTo>
                    <a:pt x="428625" y="56134"/>
                  </a:lnTo>
                  <a:cubicBezTo>
                    <a:pt x="443611" y="56134"/>
                    <a:pt x="456946" y="44577"/>
                    <a:pt x="456946" y="28067"/>
                  </a:cubicBezTo>
                  <a:cubicBezTo>
                    <a:pt x="456946" y="11557"/>
                    <a:pt x="443611" y="0"/>
                    <a:pt x="428625" y="0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631398" y="2964237"/>
            <a:ext cx="62636" cy="62284"/>
            <a:chOff x="0" y="0"/>
            <a:chExt cx="83515" cy="83045"/>
          </a:xfrm>
        </p:grpSpPr>
        <p:sp>
          <p:nvSpPr>
            <p:cNvPr id="24" name="Freeform 24"/>
            <p:cNvSpPr/>
            <p:nvPr/>
          </p:nvSpPr>
          <p:spPr>
            <a:xfrm>
              <a:off x="-32" y="-2"/>
              <a:ext cx="83629" cy="83061"/>
            </a:xfrm>
            <a:custGeom>
              <a:avLst/>
              <a:gdLst/>
              <a:ahLst/>
              <a:cxnLst/>
              <a:rect l="l" t="t" r="r" b="b"/>
              <a:pathLst>
                <a:path w="83629" h="83061">
                  <a:moveTo>
                    <a:pt x="41815" y="2"/>
                  </a:moveTo>
                  <a:cubicBezTo>
                    <a:pt x="26956" y="-125"/>
                    <a:pt x="13113" y="7876"/>
                    <a:pt x="5620" y="20703"/>
                  </a:cubicBezTo>
                  <a:cubicBezTo>
                    <a:pt x="-1873" y="33530"/>
                    <a:pt x="-1873" y="49405"/>
                    <a:pt x="5620" y="62359"/>
                  </a:cubicBezTo>
                  <a:cubicBezTo>
                    <a:pt x="13113" y="75313"/>
                    <a:pt x="26956" y="83060"/>
                    <a:pt x="41815" y="83060"/>
                  </a:cubicBezTo>
                  <a:cubicBezTo>
                    <a:pt x="56674" y="83187"/>
                    <a:pt x="70517" y="75186"/>
                    <a:pt x="78010" y="62359"/>
                  </a:cubicBezTo>
                  <a:cubicBezTo>
                    <a:pt x="85503" y="49532"/>
                    <a:pt x="85503" y="33657"/>
                    <a:pt x="78010" y="20703"/>
                  </a:cubicBezTo>
                  <a:cubicBezTo>
                    <a:pt x="70517" y="7749"/>
                    <a:pt x="56674" y="-125"/>
                    <a:pt x="41815" y="2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073317" y="3455279"/>
            <a:ext cx="27356" cy="210236"/>
            <a:chOff x="0" y="0"/>
            <a:chExt cx="36474" cy="28031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6449" cy="280289"/>
            </a:xfrm>
            <a:custGeom>
              <a:avLst/>
              <a:gdLst/>
              <a:ahLst/>
              <a:cxnLst/>
              <a:rect l="l" t="t" r="r" b="b"/>
              <a:pathLst>
                <a:path w="36449" h="280289">
                  <a:moveTo>
                    <a:pt x="0" y="35052"/>
                  </a:moveTo>
                  <a:lnTo>
                    <a:pt x="0" y="243586"/>
                  </a:lnTo>
                  <a:cubicBezTo>
                    <a:pt x="0" y="263652"/>
                    <a:pt x="16637" y="280289"/>
                    <a:pt x="36449" y="280289"/>
                  </a:cubicBezTo>
                  <a:lnTo>
                    <a:pt x="36449" y="0"/>
                  </a:lnTo>
                  <a:cubicBezTo>
                    <a:pt x="16637" y="0"/>
                    <a:pt x="0" y="14986"/>
                    <a:pt x="0" y="35052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073317" y="3822116"/>
            <a:ext cx="27356" cy="379076"/>
            <a:chOff x="0" y="0"/>
            <a:chExt cx="36474" cy="50543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6449" cy="505460"/>
            </a:xfrm>
            <a:custGeom>
              <a:avLst/>
              <a:gdLst/>
              <a:ahLst/>
              <a:cxnLst/>
              <a:rect l="l" t="t" r="r" b="b"/>
              <a:pathLst>
                <a:path w="36449" h="505460">
                  <a:moveTo>
                    <a:pt x="0" y="35052"/>
                  </a:moveTo>
                  <a:lnTo>
                    <a:pt x="0" y="468757"/>
                  </a:lnTo>
                  <a:cubicBezTo>
                    <a:pt x="0" y="488823"/>
                    <a:pt x="16637" y="505460"/>
                    <a:pt x="36449" y="505460"/>
                  </a:cubicBezTo>
                  <a:lnTo>
                    <a:pt x="36449" y="0"/>
                  </a:lnTo>
                  <a:cubicBezTo>
                    <a:pt x="16637" y="0"/>
                    <a:pt x="0" y="14986"/>
                    <a:pt x="0" y="35052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073317" y="4284364"/>
            <a:ext cx="27356" cy="380524"/>
            <a:chOff x="0" y="0"/>
            <a:chExt cx="36474" cy="50736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6449" cy="507365"/>
            </a:xfrm>
            <a:custGeom>
              <a:avLst/>
              <a:gdLst/>
              <a:ahLst/>
              <a:cxnLst/>
              <a:rect l="l" t="t" r="r" b="b"/>
              <a:pathLst>
                <a:path w="36449" h="507365">
                  <a:moveTo>
                    <a:pt x="0" y="36703"/>
                  </a:moveTo>
                  <a:lnTo>
                    <a:pt x="0" y="470662"/>
                  </a:lnTo>
                  <a:cubicBezTo>
                    <a:pt x="0" y="490728"/>
                    <a:pt x="16637" y="507365"/>
                    <a:pt x="36449" y="507365"/>
                  </a:cubicBezTo>
                  <a:lnTo>
                    <a:pt x="36449" y="0"/>
                  </a:lnTo>
                  <a:cubicBezTo>
                    <a:pt x="16637" y="0"/>
                    <a:pt x="0" y="16637"/>
                    <a:pt x="0" y="36703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630037" y="3947398"/>
            <a:ext cx="27356" cy="609838"/>
            <a:chOff x="0" y="0"/>
            <a:chExt cx="36474" cy="81311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36449" cy="813181"/>
            </a:xfrm>
            <a:custGeom>
              <a:avLst/>
              <a:gdLst/>
              <a:ahLst/>
              <a:cxnLst/>
              <a:rect l="l" t="t" r="r" b="b"/>
              <a:pathLst>
                <a:path w="36449" h="813181">
                  <a:moveTo>
                    <a:pt x="0" y="0"/>
                  </a:moveTo>
                  <a:lnTo>
                    <a:pt x="0" y="813181"/>
                  </a:lnTo>
                  <a:cubicBezTo>
                    <a:pt x="19939" y="813181"/>
                    <a:pt x="36449" y="796544"/>
                    <a:pt x="36449" y="776478"/>
                  </a:cubicBezTo>
                  <a:lnTo>
                    <a:pt x="36449" y="36703"/>
                  </a:lnTo>
                  <a:cubicBezTo>
                    <a:pt x="36449" y="16637"/>
                    <a:pt x="19939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3" name="Freeform 33"/>
          <p:cNvSpPr/>
          <p:nvPr/>
        </p:nvSpPr>
        <p:spPr>
          <a:xfrm>
            <a:off x="3100683" y="2778843"/>
            <a:ext cx="2529002" cy="5112001"/>
          </a:xfrm>
          <a:custGeom>
            <a:avLst/>
            <a:gdLst/>
            <a:ahLst/>
            <a:cxnLst/>
            <a:rect l="l" t="t" r="r" b="b"/>
            <a:pathLst>
              <a:path w="2529002" h="5112001">
                <a:moveTo>
                  <a:pt x="0" y="0"/>
                </a:moveTo>
                <a:lnTo>
                  <a:pt x="2529002" y="0"/>
                </a:lnTo>
                <a:lnTo>
                  <a:pt x="2529002" y="5112000"/>
                </a:lnTo>
                <a:lnTo>
                  <a:pt x="0" y="5112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4" name="Freeform 34"/>
          <p:cNvSpPr/>
          <p:nvPr/>
        </p:nvSpPr>
        <p:spPr>
          <a:xfrm>
            <a:off x="8926201" y="2803684"/>
            <a:ext cx="2478595" cy="5061604"/>
          </a:xfrm>
          <a:custGeom>
            <a:avLst/>
            <a:gdLst/>
            <a:ahLst/>
            <a:cxnLst/>
            <a:rect l="l" t="t" r="r" b="b"/>
            <a:pathLst>
              <a:path w="2478595" h="5061604">
                <a:moveTo>
                  <a:pt x="0" y="0"/>
                </a:moveTo>
                <a:lnTo>
                  <a:pt x="2478596" y="0"/>
                </a:lnTo>
                <a:lnTo>
                  <a:pt x="2478596" y="5061604"/>
                </a:lnTo>
                <a:lnTo>
                  <a:pt x="0" y="50616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/>
          <p:cNvGrpSpPr/>
          <p:nvPr/>
        </p:nvGrpSpPr>
        <p:grpSpPr>
          <a:xfrm>
            <a:off x="9056522" y="2932919"/>
            <a:ext cx="2219401" cy="4809963"/>
            <a:chOff x="0" y="0"/>
            <a:chExt cx="2959202" cy="6413284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959243" cy="6413246"/>
            </a:xfrm>
            <a:custGeom>
              <a:avLst/>
              <a:gdLst/>
              <a:ahLst/>
              <a:cxnLst/>
              <a:rect l="l" t="t" r="r" b="b"/>
              <a:pathLst>
                <a:path w="2959243" h="6413246">
                  <a:moveTo>
                    <a:pt x="2683637" y="0"/>
                  </a:moveTo>
                  <a:lnTo>
                    <a:pt x="2326259" y="0"/>
                  </a:lnTo>
                  <a:lnTo>
                    <a:pt x="2326259" y="75184"/>
                  </a:lnTo>
                  <a:cubicBezTo>
                    <a:pt x="2326259" y="160401"/>
                    <a:pt x="2256155" y="230505"/>
                    <a:pt x="2170938" y="230505"/>
                  </a:cubicBezTo>
                  <a:lnTo>
                    <a:pt x="791591" y="230505"/>
                  </a:lnTo>
                  <a:cubicBezTo>
                    <a:pt x="706374" y="230505"/>
                    <a:pt x="636270" y="160401"/>
                    <a:pt x="636270" y="75184"/>
                  </a:cubicBezTo>
                  <a:lnTo>
                    <a:pt x="636270" y="0"/>
                  </a:lnTo>
                  <a:lnTo>
                    <a:pt x="275590" y="0"/>
                  </a:lnTo>
                  <a:cubicBezTo>
                    <a:pt x="123571" y="0"/>
                    <a:pt x="0" y="123571"/>
                    <a:pt x="0" y="275590"/>
                  </a:cubicBezTo>
                  <a:lnTo>
                    <a:pt x="0" y="6137656"/>
                  </a:lnTo>
                  <a:cubicBezTo>
                    <a:pt x="0" y="6289675"/>
                    <a:pt x="123571" y="6413246"/>
                    <a:pt x="275590" y="6413246"/>
                  </a:cubicBezTo>
                  <a:lnTo>
                    <a:pt x="2683637" y="6413246"/>
                  </a:lnTo>
                  <a:cubicBezTo>
                    <a:pt x="2835656" y="6413246"/>
                    <a:pt x="2959227" y="6289675"/>
                    <a:pt x="2959227" y="6137656"/>
                  </a:cubicBezTo>
                  <a:lnTo>
                    <a:pt x="2959227" y="275590"/>
                  </a:lnTo>
                  <a:cubicBezTo>
                    <a:pt x="2960878" y="123571"/>
                    <a:pt x="2837307" y="0"/>
                    <a:pt x="2683637" y="0"/>
                  </a:cubicBezTo>
                  <a:close/>
                </a:path>
              </a:pathLst>
            </a:custGeom>
            <a:blipFill>
              <a:blip r:embed="rId6"/>
              <a:stretch>
                <a:fillRect l="-13" r="-1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979562" y="2973962"/>
            <a:ext cx="342719" cy="42120"/>
            <a:chOff x="0" y="0"/>
            <a:chExt cx="456959" cy="5615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456946" cy="56134"/>
            </a:xfrm>
            <a:custGeom>
              <a:avLst/>
              <a:gdLst/>
              <a:ahLst/>
              <a:cxnLst/>
              <a:rect l="l" t="t" r="r" b="b"/>
              <a:pathLst>
                <a:path w="456946" h="56134">
                  <a:moveTo>
                    <a:pt x="428625" y="0"/>
                  </a:moveTo>
                  <a:lnTo>
                    <a:pt x="28321" y="0"/>
                  </a:lnTo>
                  <a:cubicBezTo>
                    <a:pt x="13335" y="0"/>
                    <a:pt x="0" y="11557"/>
                    <a:pt x="0" y="28067"/>
                  </a:cubicBezTo>
                  <a:cubicBezTo>
                    <a:pt x="0" y="44577"/>
                    <a:pt x="13335" y="56134"/>
                    <a:pt x="28321" y="56134"/>
                  </a:cubicBezTo>
                  <a:lnTo>
                    <a:pt x="428625" y="56134"/>
                  </a:lnTo>
                  <a:cubicBezTo>
                    <a:pt x="443611" y="56134"/>
                    <a:pt x="456946" y="44577"/>
                    <a:pt x="456946" y="28067"/>
                  </a:cubicBezTo>
                  <a:cubicBezTo>
                    <a:pt x="456946" y="11557"/>
                    <a:pt x="443611" y="0"/>
                    <a:pt x="428625" y="0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0431723" y="2964237"/>
            <a:ext cx="62636" cy="62284"/>
            <a:chOff x="0" y="0"/>
            <a:chExt cx="83515" cy="83045"/>
          </a:xfrm>
        </p:grpSpPr>
        <p:sp>
          <p:nvSpPr>
            <p:cNvPr id="40" name="Freeform 40"/>
            <p:cNvSpPr/>
            <p:nvPr/>
          </p:nvSpPr>
          <p:spPr>
            <a:xfrm>
              <a:off x="-32" y="-2"/>
              <a:ext cx="83629" cy="83061"/>
            </a:xfrm>
            <a:custGeom>
              <a:avLst/>
              <a:gdLst/>
              <a:ahLst/>
              <a:cxnLst/>
              <a:rect l="l" t="t" r="r" b="b"/>
              <a:pathLst>
                <a:path w="83629" h="83061">
                  <a:moveTo>
                    <a:pt x="41815" y="2"/>
                  </a:moveTo>
                  <a:cubicBezTo>
                    <a:pt x="26956" y="-125"/>
                    <a:pt x="13113" y="7876"/>
                    <a:pt x="5620" y="20703"/>
                  </a:cubicBezTo>
                  <a:cubicBezTo>
                    <a:pt x="-1873" y="33530"/>
                    <a:pt x="-1873" y="49405"/>
                    <a:pt x="5620" y="62359"/>
                  </a:cubicBezTo>
                  <a:cubicBezTo>
                    <a:pt x="13113" y="75313"/>
                    <a:pt x="26956" y="83060"/>
                    <a:pt x="41815" y="83060"/>
                  </a:cubicBezTo>
                  <a:cubicBezTo>
                    <a:pt x="56674" y="83187"/>
                    <a:pt x="70517" y="75186"/>
                    <a:pt x="78010" y="62359"/>
                  </a:cubicBezTo>
                  <a:cubicBezTo>
                    <a:pt x="85503" y="49532"/>
                    <a:pt x="85503" y="33657"/>
                    <a:pt x="78010" y="20703"/>
                  </a:cubicBezTo>
                  <a:cubicBezTo>
                    <a:pt x="70517" y="7749"/>
                    <a:pt x="56674" y="-125"/>
                    <a:pt x="41815" y="2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873642" y="3455279"/>
            <a:ext cx="27356" cy="210236"/>
            <a:chOff x="0" y="0"/>
            <a:chExt cx="36474" cy="280314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36449" cy="280289"/>
            </a:xfrm>
            <a:custGeom>
              <a:avLst/>
              <a:gdLst/>
              <a:ahLst/>
              <a:cxnLst/>
              <a:rect l="l" t="t" r="r" b="b"/>
              <a:pathLst>
                <a:path w="36449" h="280289">
                  <a:moveTo>
                    <a:pt x="0" y="35052"/>
                  </a:moveTo>
                  <a:lnTo>
                    <a:pt x="0" y="243586"/>
                  </a:lnTo>
                  <a:cubicBezTo>
                    <a:pt x="0" y="263652"/>
                    <a:pt x="16637" y="280289"/>
                    <a:pt x="36449" y="280289"/>
                  </a:cubicBezTo>
                  <a:lnTo>
                    <a:pt x="36449" y="0"/>
                  </a:lnTo>
                  <a:cubicBezTo>
                    <a:pt x="16637" y="0"/>
                    <a:pt x="0" y="14986"/>
                    <a:pt x="0" y="35052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873642" y="3822116"/>
            <a:ext cx="27356" cy="379076"/>
            <a:chOff x="0" y="0"/>
            <a:chExt cx="36474" cy="505435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36449" cy="505460"/>
            </a:xfrm>
            <a:custGeom>
              <a:avLst/>
              <a:gdLst/>
              <a:ahLst/>
              <a:cxnLst/>
              <a:rect l="l" t="t" r="r" b="b"/>
              <a:pathLst>
                <a:path w="36449" h="505460">
                  <a:moveTo>
                    <a:pt x="0" y="35052"/>
                  </a:moveTo>
                  <a:lnTo>
                    <a:pt x="0" y="468757"/>
                  </a:lnTo>
                  <a:cubicBezTo>
                    <a:pt x="0" y="488823"/>
                    <a:pt x="16637" y="505460"/>
                    <a:pt x="36449" y="505460"/>
                  </a:cubicBezTo>
                  <a:lnTo>
                    <a:pt x="36449" y="0"/>
                  </a:lnTo>
                  <a:cubicBezTo>
                    <a:pt x="16637" y="0"/>
                    <a:pt x="0" y="14986"/>
                    <a:pt x="0" y="35052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873642" y="4284364"/>
            <a:ext cx="27356" cy="380524"/>
            <a:chOff x="0" y="0"/>
            <a:chExt cx="36474" cy="507365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6449" cy="507365"/>
            </a:xfrm>
            <a:custGeom>
              <a:avLst/>
              <a:gdLst/>
              <a:ahLst/>
              <a:cxnLst/>
              <a:rect l="l" t="t" r="r" b="b"/>
              <a:pathLst>
                <a:path w="36449" h="507365">
                  <a:moveTo>
                    <a:pt x="0" y="36703"/>
                  </a:moveTo>
                  <a:lnTo>
                    <a:pt x="0" y="470662"/>
                  </a:lnTo>
                  <a:cubicBezTo>
                    <a:pt x="0" y="490728"/>
                    <a:pt x="16637" y="507365"/>
                    <a:pt x="36449" y="507365"/>
                  </a:cubicBezTo>
                  <a:lnTo>
                    <a:pt x="36449" y="0"/>
                  </a:lnTo>
                  <a:cubicBezTo>
                    <a:pt x="16637" y="0"/>
                    <a:pt x="0" y="16637"/>
                    <a:pt x="0" y="36703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1430362" y="3947398"/>
            <a:ext cx="27356" cy="609838"/>
            <a:chOff x="0" y="0"/>
            <a:chExt cx="36474" cy="813118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36449" cy="813181"/>
            </a:xfrm>
            <a:custGeom>
              <a:avLst/>
              <a:gdLst/>
              <a:ahLst/>
              <a:cxnLst/>
              <a:rect l="l" t="t" r="r" b="b"/>
              <a:pathLst>
                <a:path w="36449" h="813181">
                  <a:moveTo>
                    <a:pt x="0" y="0"/>
                  </a:moveTo>
                  <a:lnTo>
                    <a:pt x="0" y="813181"/>
                  </a:lnTo>
                  <a:cubicBezTo>
                    <a:pt x="19939" y="813181"/>
                    <a:pt x="36449" y="796544"/>
                    <a:pt x="36449" y="776478"/>
                  </a:cubicBezTo>
                  <a:lnTo>
                    <a:pt x="36449" y="36703"/>
                  </a:lnTo>
                  <a:cubicBezTo>
                    <a:pt x="36449" y="16637"/>
                    <a:pt x="19939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9" name="Freeform 49"/>
          <p:cNvSpPr/>
          <p:nvPr/>
        </p:nvSpPr>
        <p:spPr>
          <a:xfrm>
            <a:off x="8900998" y="2778843"/>
            <a:ext cx="2529002" cy="5112001"/>
          </a:xfrm>
          <a:custGeom>
            <a:avLst/>
            <a:gdLst/>
            <a:ahLst/>
            <a:cxnLst/>
            <a:rect l="l" t="t" r="r" b="b"/>
            <a:pathLst>
              <a:path w="2529002" h="5112001">
                <a:moveTo>
                  <a:pt x="0" y="0"/>
                </a:moveTo>
                <a:lnTo>
                  <a:pt x="2529002" y="0"/>
                </a:lnTo>
                <a:lnTo>
                  <a:pt x="2529002" y="5112000"/>
                </a:lnTo>
                <a:lnTo>
                  <a:pt x="0" y="5112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0" name="Freeform 50"/>
          <p:cNvSpPr/>
          <p:nvPr/>
        </p:nvSpPr>
        <p:spPr>
          <a:xfrm>
            <a:off x="11672278" y="2803684"/>
            <a:ext cx="2478595" cy="5061604"/>
          </a:xfrm>
          <a:custGeom>
            <a:avLst/>
            <a:gdLst/>
            <a:ahLst/>
            <a:cxnLst/>
            <a:rect l="l" t="t" r="r" b="b"/>
            <a:pathLst>
              <a:path w="2478595" h="5061604">
                <a:moveTo>
                  <a:pt x="0" y="0"/>
                </a:moveTo>
                <a:lnTo>
                  <a:pt x="2478595" y="0"/>
                </a:lnTo>
                <a:lnTo>
                  <a:pt x="2478595" y="5061604"/>
                </a:lnTo>
                <a:lnTo>
                  <a:pt x="0" y="50616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1" name="Group 51"/>
          <p:cNvGrpSpPr/>
          <p:nvPr/>
        </p:nvGrpSpPr>
        <p:grpSpPr>
          <a:xfrm>
            <a:off x="11802599" y="2932919"/>
            <a:ext cx="2219401" cy="4809963"/>
            <a:chOff x="0" y="0"/>
            <a:chExt cx="2959202" cy="6413284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959243" cy="6413246"/>
            </a:xfrm>
            <a:custGeom>
              <a:avLst/>
              <a:gdLst/>
              <a:ahLst/>
              <a:cxnLst/>
              <a:rect l="l" t="t" r="r" b="b"/>
              <a:pathLst>
                <a:path w="2959243" h="6413246">
                  <a:moveTo>
                    <a:pt x="2683637" y="0"/>
                  </a:moveTo>
                  <a:lnTo>
                    <a:pt x="2326259" y="0"/>
                  </a:lnTo>
                  <a:lnTo>
                    <a:pt x="2326259" y="75184"/>
                  </a:lnTo>
                  <a:cubicBezTo>
                    <a:pt x="2326259" y="160401"/>
                    <a:pt x="2256155" y="230505"/>
                    <a:pt x="2170938" y="230505"/>
                  </a:cubicBezTo>
                  <a:lnTo>
                    <a:pt x="791591" y="230505"/>
                  </a:lnTo>
                  <a:cubicBezTo>
                    <a:pt x="706374" y="230505"/>
                    <a:pt x="636270" y="160401"/>
                    <a:pt x="636270" y="75184"/>
                  </a:cubicBezTo>
                  <a:lnTo>
                    <a:pt x="636270" y="0"/>
                  </a:lnTo>
                  <a:lnTo>
                    <a:pt x="275590" y="0"/>
                  </a:lnTo>
                  <a:cubicBezTo>
                    <a:pt x="123571" y="0"/>
                    <a:pt x="0" y="123571"/>
                    <a:pt x="0" y="275590"/>
                  </a:cubicBezTo>
                  <a:lnTo>
                    <a:pt x="0" y="6137656"/>
                  </a:lnTo>
                  <a:cubicBezTo>
                    <a:pt x="0" y="6289675"/>
                    <a:pt x="123571" y="6413246"/>
                    <a:pt x="275590" y="6413246"/>
                  </a:cubicBezTo>
                  <a:lnTo>
                    <a:pt x="2683637" y="6413246"/>
                  </a:lnTo>
                  <a:cubicBezTo>
                    <a:pt x="2835656" y="6413246"/>
                    <a:pt x="2959227" y="6289675"/>
                    <a:pt x="2959227" y="6137656"/>
                  </a:cubicBezTo>
                  <a:lnTo>
                    <a:pt x="2959227" y="275590"/>
                  </a:lnTo>
                  <a:cubicBezTo>
                    <a:pt x="2960878" y="123571"/>
                    <a:pt x="2837307" y="0"/>
                    <a:pt x="2683637" y="0"/>
                  </a:cubicBezTo>
                  <a:close/>
                </a:path>
              </a:pathLst>
            </a:custGeom>
            <a:blipFill>
              <a:blip r:embed="rId7"/>
              <a:stretch>
                <a:fillRect l="-13" r="-1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2726000" y="2973962"/>
            <a:ext cx="342719" cy="42120"/>
            <a:chOff x="0" y="0"/>
            <a:chExt cx="456959" cy="56159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456946" cy="56134"/>
            </a:xfrm>
            <a:custGeom>
              <a:avLst/>
              <a:gdLst/>
              <a:ahLst/>
              <a:cxnLst/>
              <a:rect l="l" t="t" r="r" b="b"/>
              <a:pathLst>
                <a:path w="456946" h="56134">
                  <a:moveTo>
                    <a:pt x="428625" y="0"/>
                  </a:moveTo>
                  <a:lnTo>
                    <a:pt x="28321" y="0"/>
                  </a:lnTo>
                  <a:cubicBezTo>
                    <a:pt x="13335" y="0"/>
                    <a:pt x="0" y="11557"/>
                    <a:pt x="0" y="28067"/>
                  </a:cubicBezTo>
                  <a:cubicBezTo>
                    <a:pt x="0" y="44577"/>
                    <a:pt x="13335" y="56134"/>
                    <a:pt x="28321" y="56134"/>
                  </a:cubicBezTo>
                  <a:lnTo>
                    <a:pt x="428625" y="56134"/>
                  </a:lnTo>
                  <a:cubicBezTo>
                    <a:pt x="443611" y="56134"/>
                    <a:pt x="456946" y="44577"/>
                    <a:pt x="456946" y="28067"/>
                  </a:cubicBezTo>
                  <a:cubicBezTo>
                    <a:pt x="456946" y="11557"/>
                    <a:pt x="443611" y="0"/>
                    <a:pt x="428625" y="0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3177799" y="2964237"/>
            <a:ext cx="62636" cy="62284"/>
            <a:chOff x="0" y="0"/>
            <a:chExt cx="83515" cy="83045"/>
          </a:xfrm>
        </p:grpSpPr>
        <p:sp>
          <p:nvSpPr>
            <p:cNvPr id="56" name="Freeform 56"/>
            <p:cNvSpPr/>
            <p:nvPr/>
          </p:nvSpPr>
          <p:spPr>
            <a:xfrm>
              <a:off x="-32" y="-2"/>
              <a:ext cx="83629" cy="83061"/>
            </a:xfrm>
            <a:custGeom>
              <a:avLst/>
              <a:gdLst/>
              <a:ahLst/>
              <a:cxnLst/>
              <a:rect l="l" t="t" r="r" b="b"/>
              <a:pathLst>
                <a:path w="83629" h="83061">
                  <a:moveTo>
                    <a:pt x="41815" y="2"/>
                  </a:moveTo>
                  <a:cubicBezTo>
                    <a:pt x="26956" y="-125"/>
                    <a:pt x="13113" y="7876"/>
                    <a:pt x="5620" y="20703"/>
                  </a:cubicBezTo>
                  <a:cubicBezTo>
                    <a:pt x="-1873" y="33530"/>
                    <a:pt x="-1873" y="49405"/>
                    <a:pt x="5620" y="62359"/>
                  </a:cubicBezTo>
                  <a:cubicBezTo>
                    <a:pt x="13113" y="75313"/>
                    <a:pt x="26956" y="83060"/>
                    <a:pt x="41815" y="83060"/>
                  </a:cubicBezTo>
                  <a:cubicBezTo>
                    <a:pt x="56674" y="83187"/>
                    <a:pt x="70517" y="75186"/>
                    <a:pt x="78010" y="62359"/>
                  </a:cubicBezTo>
                  <a:cubicBezTo>
                    <a:pt x="85503" y="49532"/>
                    <a:pt x="85503" y="33657"/>
                    <a:pt x="78010" y="20703"/>
                  </a:cubicBezTo>
                  <a:cubicBezTo>
                    <a:pt x="70517" y="7749"/>
                    <a:pt x="56674" y="-125"/>
                    <a:pt x="41815" y="2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1619719" y="3455279"/>
            <a:ext cx="27356" cy="210236"/>
            <a:chOff x="0" y="0"/>
            <a:chExt cx="36474" cy="280314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36449" cy="280289"/>
            </a:xfrm>
            <a:custGeom>
              <a:avLst/>
              <a:gdLst/>
              <a:ahLst/>
              <a:cxnLst/>
              <a:rect l="l" t="t" r="r" b="b"/>
              <a:pathLst>
                <a:path w="36449" h="280289">
                  <a:moveTo>
                    <a:pt x="0" y="35052"/>
                  </a:moveTo>
                  <a:lnTo>
                    <a:pt x="0" y="243586"/>
                  </a:lnTo>
                  <a:cubicBezTo>
                    <a:pt x="0" y="263652"/>
                    <a:pt x="16637" y="280289"/>
                    <a:pt x="36449" y="280289"/>
                  </a:cubicBezTo>
                  <a:lnTo>
                    <a:pt x="36449" y="0"/>
                  </a:lnTo>
                  <a:cubicBezTo>
                    <a:pt x="16637" y="0"/>
                    <a:pt x="0" y="14986"/>
                    <a:pt x="0" y="35052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1619719" y="3822116"/>
            <a:ext cx="27356" cy="379076"/>
            <a:chOff x="0" y="0"/>
            <a:chExt cx="36474" cy="505435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36449" cy="505460"/>
            </a:xfrm>
            <a:custGeom>
              <a:avLst/>
              <a:gdLst/>
              <a:ahLst/>
              <a:cxnLst/>
              <a:rect l="l" t="t" r="r" b="b"/>
              <a:pathLst>
                <a:path w="36449" h="505460">
                  <a:moveTo>
                    <a:pt x="0" y="35052"/>
                  </a:moveTo>
                  <a:lnTo>
                    <a:pt x="0" y="468757"/>
                  </a:lnTo>
                  <a:cubicBezTo>
                    <a:pt x="0" y="488823"/>
                    <a:pt x="16637" y="505460"/>
                    <a:pt x="36449" y="505460"/>
                  </a:cubicBezTo>
                  <a:lnTo>
                    <a:pt x="36449" y="0"/>
                  </a:lnTo>
                  <a:cubicBezTo>
                    <a:pt x="16637" y="0"/>
                    <a:pt x="0" y="14986"/>
                    <a:pt x="0" y="35052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1619719" y="4284364"/>
            <a:ext cx="27356" cy="380524"/>
            <a:chOff x="0" y="0"/>
            <a:chExt cx="36474" cy="507365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36449" cy="507365"/>
            </a:xfrm>
            <a:custGeom>
              <a:avLst/>
              <a:gdLst/>
              <a:ahLst/>
              <a:cxnLst/>
              <a:rect l="l" t="t" r="r" b="b"/>
              <a:pathLst>
                <a:path w="36449" h="507365">
                  <a:moveTo>
                    <a:pt x="0" y="36703"/>
                  </a:moveTo>
                  <a:lnTo>
                    <a:pt x="0" y="470662"/>
                  </a:lnTo>
                  <a:cubicBezTo>
                    <a:pt x="0" y="490728"/>
                    <a:pt x="16637" y="507365"/>
                    <a:pt x="36449" y="507365"/>
                  </a:cubicBezTo>
                  <a:lnTo>
                    <a:pt x="36449" y="0"/>
                  </a:lnTo>
                  <a:cubicBezTo>
                    <a:pt x="16637" y="0"/>
                    <a:pt x="0" y="16637"/>
                    <a:pt x="0" y="36703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4176438" y="3947398"/>
            <a:ext cx="27356" cy="609838"/>
            <a:chOff x="0" y="0"/>
            <a:chExt cx="36474" cy="813118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36449" cy="813181"/>
            </a:xfrm>
            <a:custGeom>
              <a:avLst/>
              <a:gdLst/>
              <a:ahLst/>
              <a:cxnLst/>
              <a:rect l="l" t="t" r="r" b="b"/>
              <a:pathLst>
                <a:path w="36449" h="813181">
                  <a:moveTo>
                    <a:pt x="0" y="0"/>
                  </a:moveTo>
                  <a:lnTo>
                    <a:pt x="0" y="813181"/>
                  </a:lnTo>
                  <a:cubicBezTo>
                    <a:pt x="19939" y="813181"/>
                    <a:pt x="36449" y="796544"/>
                    <a:pt x="36449" y="776478"/>
                  </a:cubicBezTo>
                  <a:lnTo>
                    <a:pt x="36449" y="36703"/>
                  </a:lnTo>
                  <a:cubicBezTo>
                    <a:pt x="36449" y="16637"/>
                    <a:pt x="19939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5" name="Freeform 65"/>
          <p:cNvSpPr/>
          <p:nvPr/>
        </p:nvSpPr>
        <p:spPr>
          <a:xfrm>
            <a:off x="11647437" y="2778843"/>
            <a:ext cx="2529002" cy="5112001"/>
          </a:xfrm>
          <a:custGeom>
            <a:avLst/>
            <a:gdLst/>
            <a:ahLst/>
            <a:cxnLst/>
            <a:rect l="l" t="t" r="r" b="b"/>
            <a:pathLst>
              <a:path w="2529002" h="5112001">
                <a:moveTo>
                  <a:pt x="0" y="0"/>
                </a:moveTo>
                <a:lnTo>
                  <a:pt x="2529002" y="0"/>
                </a:lnTo>
                <a:lnTo>
                  <a:pt x="2529002" y="5112000"/>
                </a:lnTo>
                <a:lnTo>
                  <a:pt x="0" y="5112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6" name="Freeform 66"/>
          <p:cNvSpPr/>
          <p:nvPr/>
        </p:nvSpPr>
        <p:spPr>
          <a:xfrm>
            <a:off x="6027477" y="2803684"/>
            <a:ext cx="2478596" cy="5061604"/>
          </a:xfrm>
          <a:custGeom>
            <a:avLst/>
            <a:gdLst/>
            <a:ahLst/>
            <a:cxnLst/>
            <a:rect l="l" t="t" r="r" b="b"/>
            <a:pathLst>
              <a:path w="2478596" h="5061604">
                <a:moveTo>
                  <a:pt x="0" y="0"/>
                </a:moveTo>
                <a:lnTo>
                  <a:pt x="2478596" y="0"/>
                </a:lnTo>
                <a:lnTo>
                  <a:pt x="2478596" y="5061604"/>
                </a:lnTo>
                <a:lnTo>
                  <a:pt x="0" y="50616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67" name="Group 67"/>
          <p:cNvGrpSpPr/>
          <p:nvPr/>
        </p:nvGrpSpPr>
        <p:grpSpPr>
          <a:xfrm>
            <a:off x="6157798" y="2932919"/>
            <a:ext cx="2219401" cy="4809963"/>
            <a:chOff x="0" y="0"/>
            <a:chExt cx="2959202" cy="6413284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2959243" cy="6413246"/>
            </a:xfrm>
            <a:custGeom>
              <a:avLst/>
              <a:gdLst/>
              <a:ahLst/>
              <a:cxnLst/>
              <a:rect l="l" t="t" r="r" b="b"/>
              <a:pathLst>
                <a:path w="2959243" h="6413246">
                  <a:moveTo>
                    <a:pt x="2683637" y="0"/>
                  </a:moveTo>
                  <a:lnTo>
                    <a:pt x="2326259" y="0"/>
                  </a:lnTo>
                  <a:lnTo>
                    <a:pt x="2326259" y="75184"/>
                  </a:lnTo>
                  <a:cubicBezTo>
                    <a:pt x="2326259" y="160401"/>
                    <a:pt x="2256155" y="230505"/>
                    <a:pt x="2170938" y="230505"/>
                  </a:cubicBezTo>
                  <a:lnTo>
                    <a:pt x="791591" y="230505"/>
                  </a:lnTo>
                  <a:cubicBezTo>
                    <a:pt x="706374" y="230505"/>
                    <a:pt x="636270" y="160401"/>
                    <a:pt x="636270" y="75184"/>
                  </a:cubicBezTo>
                  <a:lnTo>
                    <a:pt x="636270" y="0"/>
                  </a:lnTo>
                  <a:lnTo>
                    <a:pt x="275590" y="0"/>
                  </a:lnTo>
                  <a:cubicBezTo>
                    <a:pt x="123571" y="0"/>
                    <a:pt x="0" y="123571"/>
                    <a:pt x="0" y="275590"/>
                  </a:cubicBezTo>
                  <a:lnTo>
                    <a:pt x="0" y="6137656"/>
                  </a:lnTo>
                  <a:cubicBezTo>
                    <a:pt x="0" y="6289675"/>
                    <a:pt x="123571" y="6413246"/>
                    <a:pt x="275590" y="6413246"/>
                  </a:cubicBezTo>
                  <a:lnTo>
                    <a:pt x="2683637" y="6413246"/>
                  </a:lnTo>
                  <a:cubicBezTo>
                    <a:pt x="2835656" y="6413246"/>
                    <a:pt x="2959227" y="6289675"/>
                    <a:pt x="2959227" y="6137656"/>
                  </a:cubicBezTo>
                  <a:lnTo>
                    <a:pt x="2959227" y="275590"/>
                  </a:lnTo>
                  <a:cubicBezTo>
                    <a:pt x="2960878" y="123571"/>
                    <a:pt x="2837307" y="0"/>
                    <a:pt x="2683637" y="0"/>
                  </a:cubicBezTo>
                  <a:close/>
                </a:path>
              </a:pathLst>
            </a:custGeom>
            <a:blipFill>
              <a:blip r:embed="rId8"/>
              <a:stretch>
                <a:fillRect l="-13" r="-1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7081199" y="2973962"/>
            <a:ext cx="342719" cy="42120"/>
            <a:chOff x="0" y="0"/>
            <a:chExt cx="456959" cy="56159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456946" cy="56134"/>
            </a:xfrm>
            <a:custGeom>
              <a:avLst/>
              <a:gdLst/>
              <a:ahLst/>
              <a:cxnLst/>
              <a:rect l="l" t="t" r="r" b="b"/>
              <a:pathLst>
                <a:path w="456946" h="56134">
                  <a:moveTo>
                    <a:pt x="428625" y="0"/>
                  </a:moveTo>
                  <a:lnTo>
                    <a:pt x="28321" y="0"/>
                  </a:lnTo>
                  <a:cubicBezTo>
                    <a:pt x="13335" y="0"/>
                    <a:pt x="0" y="11557"/>
                    <a:pt x="0" y="28067"/>
                  </a:cubicBezTo>
                  <a:cubicBezTo>
                    <a:pt x="0" y="44577"/>
                    <a:pt x="13335" y="56134"/>
                    <a:pt x="28321" y="56134"/>
                  </a:cubicBezTo>
                  <a:lnTo>
                    <a:pt x="428625" y="56134"/>
                  </a:lnTo>
                  <a:cubicBezTo>
                    <a:pt x="443611" y="56134"/>
                    <a:pt x="456946" y="44577"/>
                    <a:pt x="456946" y="28067"/>
                  </a:cubicBezTo>
                  <a:cubicBezTo>
                    <a:pt x="456946" y="11557"/>
                    <a:pt x="443611" y="0"/>
                    <a:pt x="428625" y="0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7532999" y="2964237"/>
            <a:ext cx="62636" cy="62284"/>
            <a:chOff x="0" y="0"/>
            <a:chExt cx="83515" cy="83045"/>
          </a:xfrm>
        </p:grpSpPr>
        <p:sp>
          <p:nvSpPr>
            <p:cNvPr id="72" name="Freeform 72"/>
            <p:cNvSpPr/>
            <p:nvPr/>
          </p:nvSpPr>
          <p:spPr>
            <a:xfrm>
              <a:off x="-32" y="-2"/>
              <a:ext cx="83629" cy="83061"/>
            </a:xfrm>
            <a:custGeom>
              <a:avLst/>
              <a:gdLst/>
              <a:ahLst/>
              <a:cxnLst/>
              <a:rect l="l" t="t" r="r" b="b"/>
              <a:pathLst>
                <a:path w="83629" h="83061">
                  <a:moveTo>
                    <a:pt x="41815" y="2"/>
                  </a:moveTo>
                  <a:cubicBezTo>
                    <a:pt x="26956" y="-125"/>
                    <a:pt x="13113" y="7876"/>
                    <a:pt x="5620" y="20703"/>
                  </a:cubicBezTo>
                  <a:cubicBezTo>
                    <a:pt x="-1873" y="33530"/>
                    <a:pt x="-1873" y="49405"/>
                    <a:pt x="5620" y="62359"/>
                  </a:cubicBezTo>
                  <a:cubicBezTo>
                    <a:pt x="13113" y="75313"/>
                    <a:pt x="26956" y="83060"/>
                    <a:pt x="41815" y="83060"/>
                  </a:cubicBezTo>
                  <a:cubicBezTo>
                    <a:pt x="56674" y="83187"/>
                    <a:pt x="70517" y="75186"/>
                    <a:pt x="78010" y="62359"/>
                  </a:cubicBezTo>
                  <a:cubicBezTo>
                    <a:pt x="85503" y="49532"/>
                    <a:pt x="85503" y="33657"/>
                    <a:pt x="78010" y="20703"/>
                  </a:cubicBezTo>
                  <a:cubicBezTo>
                    <a:pt x="70517" y="7749"/>
                    <a:pt x="56674" y="-125"/>
                    <a:pt x="41815" y="2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5974918" y="3455279"/>
            <a:ext cx="27356" cy="210236"/>
            <a:chOff x="0" y="0"/>
            <a:chExt cx="36474" cy="280314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36449" cy="280289"/>
            </a:xfrm>
            <a:custGeom>
              <a:avLst/>
              <a:gdLst/>
              <a:ahLst/>
              <a:cxnLst/>
              <a:rect l="l" t="t" r="r" b="b"/>
              <a:pathLst>
                <a:path w="36449" h="280289">
                  <a:moveTo>
                    <a:pt x="0" y="35052"/>
                  </a:moveTo>
                  <a:lnTo>
                    <a:pt x="0" y="243586"/>
                  </a:lnTo>
                  <a:cubicBezTo>
                    <a:pt x="0" y="263652"/>
                    <a:pt x="16637" y="280289"/>
                    <a:pt x="36449" y="280289"/>
                  </a:cubicBezTo>
                  <a:lnTo>
                    <a:pt x="36449" y="0"/>
                  </a:lnTo>
                  <a:cubicBezTo>
                    <a:pt x="16637" y="0"/>
                    <a:pt x="0" y="14986"/>
                    <a:pt x="0" y="35052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5974918" y="3822116"/>
            <a:ext cx="27356" cy="379076"/>
            <a:chOff x="0" y="0"/>
            <a:chExt cx="36474" cy="505435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36449" cy="505460"/>
            </a:xfrm>
            <a:custGeom>
              <a:avLst/>
              <a:gdLst/>
              <a:ahLst/>
              <a:cxnLst/>
              <a:rect l="l" t="t" r="r" b="b"/>
              <a:pathLst>
                <a:path w="36449" h="505460">
                  <a:moveTo>
                    <a:pt x="0" y="35052"/>
                  </a:moveTo>
                  <a:lnTo>
                    <a:pt x="0" y="468757"/>
                  </a:lnTo>
                  <a:cubicBezTo>
                    <a:pt x="0" y="488823"/>
                    <a:pt x="16637" y="505460"/>
                    <a:pt x="36449" y="505460"/>
                  </a:cubicBezTo>
                  <a:lnTo>
                    <a:pt x="36449" y="0"/>
                  </a:lnTo>
                  <a:cubicBezTo>
                    <a:pt x="16637" y="0"/>
                    <a:pt x="0" y="14986"/>
                    <a:pt x="0" y="35052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5974918" y="4284364"/>
            <a:ext cx="27356" cy="380524"/>
            <a:chOff x="0" y="0"/>
            <a:chExt cx="36474" cy="507365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36449" cy="507365"/>
            </a:xfrm>
            <a:custGeom>
              <a:avLst/>
              <a:gdLst/>
              <a:ahLst/>
              <a:cxnLst/>
              <a:rect l="l" t="t" r="r" b="b"/>
              <a:pathLst>
                <a:path w="36449" h="507365">
                  <a:moveTo>
                    <a:pt x="0" y="36703"/>
                  </a:moveTo>
                  <a:lnTo>
                    <a:pt x="0" y="470662"/>
                  </a:lnTo>
                  <a:cubicBezTo>
                    <a:pt x="0" y="490728"/>
                    <a:pt x="16637" y="507365"/>
                    <a:pt x="36449" y="507365"/>
                  </a:cubicBezTo>
                  <a:lnTo>
                    <a:pt x="36449" y="0"/>
                  </a:lnTo>
                  <a:cubicBezTo>
                    <a:pt x="16637" y="0"/>
                    <a:pt x="0" y="16637"/>
                    <a:pt x="0" y="36703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8531638" y="3947398"/>
            <a:ext cx="27356" cy="609838"/>
            <a:chOff x="0" y="0"/>
            <a:chExt cx="36474" cy="813118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36449" cy="813181"/>
            </a:xfrm>
            <a:custGeom>
              <a:avLst/>
              <a:gdLst/>
              <a:ahLst/>
              <a:cxnLst/>
              <a:rect l="l" t="t" r="r" b="b"/>
              <a:pathLst>
                <a:path w="36449" h="813181">
                  <a:moveTo>
                    <a:pt x="0" y="0"/>
                  </a:moveTo>
                  <a:lnTo>
                    <a:pt x="0" y="813181"/>
                  </a:lnTo>
                  <a:cubicBezTo>
                    <a:pt x="19939" y="813181"/>
                    <a:pt x="36449" y="796544"/>
                    <a:pt x="36449" y="776478"/>
                  </a:cubicBezTo>
                  <a:lnTo>
                    <a:pt x="36449" y="36703"/>
                  </a:lnTo>
                  <a:cubicBezTo>
                    <a:pt x="36449" y="16637"/>
                    <a:pt x="19939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1" name="Freeform 81"/>
          <p:cNvSpPr/>
          <p:nvPr/>
        </p:nvSpPr>
        <p:spPr>
          <a:xfrm>
            <a:off x="6002636" y="2778843"/>
            <a:ext cx="2529002" cy="5112001"/>
          </a:xfrm>
          <a:custGeom>
            <a:avLst/>
            <a:gdLst/>
            <a:ahLst/>
            <a:cxnLst/>
            <a:rect l="l" t="t" r="r" b="b"/>
            <a:pathLst>
              <a:path w="2529002" h="5112001">
                <a:moveTo>
                  <a:pt x="0" y="0"/>
                </a:moveTo>
                <a:lnTo>
                  <a:pt x="2529002" y="0"/>
                </a:lnTo>
                <a:lnTo>
                  <a:pt x="2529002" y="5112000"/>
                </a:lnTo>
                <a:lnTo>
                  <a:pt x="0" y="5112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2" name="Freeform 82"/>
          <p:cNvSpPr/>
          <p:nvPr/>
        </p:nvSpPr>
        <p:spPr>
          <a:xfrm>
            <a:off x="15385675" y="526323"/>
            <a:ext cx="2104196" cy="4296604"/>
          </a:xfrm>
          <a:custGeom>
            <a:avLst/>
            <a:gdLst/>
            <a:ahLst/>
            <a:cxnLst/>
            <a:rect l="l" t="t" r="r" b="b"/>
            <a:pathLst>
              <a:path w="2104196" h="4296604">
                <a:moveTo>
                  <a:pt x="0" y="0"/>
                </a:moveTo>
                <a:lnTo>
                  <a:pt x="2104197" y="0"/>
                </a:lnTo>
                <a:lnTo>
                  <a:pt x="2104197" y="4296604"/>
                </a:lnTo>
                <a:lnTo>
                  <a:pt x="0" y="42966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83" name="Group 83"/>
          <p:cNvGrpSpPr/>
          <p:nvPr/>
        </p:nvGrpSpPr>
        <p:grpSpPr>
          <a:xfrm>
            <a:off x="15496203" y="635756"/>
            <a:ext cx="1883883" cy="4083120"/>
            <a:chOff x="0" y="0"/>
            <a:chExt cx="2511844" cy="5444160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2511944" cy="5444109"/>
            </a:xfrm>
            <a:custGeom>
              <a:avLst/>
              <a:gdLst/>
              <a:ahLst/>
              <a:cxnLst/>
              <a:rect l="l" t="t" r="r" b="b"/>
              <a:pathLst>
                <a:path w="2511944" h="5444109">
                  <a:moveTo>
                    <a:pt x="2277999" y="0"/>
                  </a:moveTo>
                  <a:lnTo>
                    <a:pt x="1974596" y="0"/>
                  </a:lnTo>
                  <a:lnTo>
                    <a:pt x="1974596" y="63754"/>
                  </a:lnTo>
                  <a:cubicBezTo>
                    <a:pt x="1974596" y="136017"/>
                    <a:pt x="1915033" y="195580"/>
                    <a:pt x="1842770" y="195580"/>
                  </a:cubicBezTo>
                  <a:lnTo>
                    <a:pt x="671957" y="195580"/>
                  </a:lnTo>
                  <a:cubicBezTo>
                    <a:pt x="599694" y="195580"/>
                    <a:pt x="540131" y="136017"/>
                    <a:pt x="540131" y="63754"/>
                  </a:cubicBezTo>
                  <a:lnTo>
                    <a:pt x="540131" y="0"/>
                  </a:lnTo>
                  <a:lnTo>
                    <a:pt x="233934" y="0"/>
                  </a:lnTo>
                  <a:cubicBezTo>
                    <a:pt x="104902" y="0"/>
                    <a:pt x="0" y="104902"/>
                    <a:pt x="0" y="233934"/>
                  </a:cubicBezTo>
                  <a:lnTo>
                    <a:pt x="0" y="5210175"/>
                  </a:lnTo>
                  <a:cubicBezTo>
                    <a:pt x="0" y="5339207"/>
                    <a:pt x="104902" y="5444109"/>
                    <a:pt x="233934" y="5444109"/>
                  </a:cubicBezTo>
                  <a:lnTo>
                    <a:pt x="2277999" y="5444109"/>
                  </a:lnTo>
                  <a:cubicBezTo>
                    <a:pt x="2407031" y="5444109"/>
                    <a:pt x="2511933" y="5339207"/>
                    <a:pt x="2511933" y="5210175"/>
                  </a:cubicBezTo>
                  <a:lnTo>
                    <a:pt x="2511933" y="233934"/>
                  </a:lnTo>
                  <a:cubicBezTo>
                    <a:pt x="2513203" y="104902"/>
                    <a:pt x="2408301" y="0"/>
                    <a:pt x="2277999" y="0"/>
                  </a:cubicBezTo>
                  <a:close/>
                </a:path>
              </a:pathLst>
            </a:custGeom>
            <a:blipFill>
              <a:blip r:embed="rId10"/>
              <a:stretch>
                <a:fillRect l="-16" r="-1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6279920" y="670684"/>
            <a:ext cx="290884" cy="35643"/>
            <a:chOff x="0" y="0"/>
            <a:chExt cx="387845" cy="47523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387731" cy="47498"/>
            </a:xfrm>
            <a:custGeom>
              <a:avLst/>
              <a:gdLst/>
              <a:ahLst/>
              <a:cxnLst/>
              <a:rect l="l" t="t" r="r" b="b"/>
              <a:pathLst>
                <a:path w="387731" h="47498">
                  <a:moveTo>
                    <a:pt x="363728" y="0"/>
                  </a:moveTo>
                  <a:lnTo>
                    <a:pt x="24003" y="0"/>
                  </a:lnTo>
                  <a:cubicBezTo>
                    <a:pt x="11303" y="0"/>
                    <a:pt x="0" y="9779"/>
                    <a:pt x="0" y="23749"/>
                  </a:cubicBezTo>
                  <a:cubicBezTo>
                    <a:pt x="0" y="37719"/>
                    <a:pt x="11303" y="47498"/>
                    <a:pt x="24003" y="47498"/>
                  </a:cubicBezTo>
                  <a:lnTo>
                    <a:pt x="363728" y="47498"/>
                  </a:lnTo>
                  <a:cubicBezTo>
                    <a:pt x="376428" y="47498"/>
                    <a:pt x="387731" y="37719"/>
                    <a:pt x="387731" y="23749"/>
                  </a:cubicBezTo>
                  <a:cubicBezTo>
                    <a:pt x="387731" y="9779"/>
                    <a:pt x="376555" y="0"/>
                    <a:pt x="363728" y="0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16663683" y="662397"/>
            <a:ext cx="52921" cy="52921"/>
            <a:chOff x="0" y="0"/>
            <a:chExt cx="70561" cy="70561"/>
          </a:xfrm>
        </p:grpSpPr>
        <p:sp>
          <p:nvSpPr>
            <p:cNvPr id="88" name="Freeform 88"/>
            <p:cNvSpPr/>
            <p:nvPr/>
          </p:nvSpPr>
          <p:spPr>
            <a:xfrm>
              <a:off x="-63" y="0"/>
              <a:ext cx="70739" cy="70612"/>
            </a:xfrm>
            <a:custGeom>
              <a:avLst/>
              <a:gdLst/>
              <a:ahLst/>
              <a:cxnLst/>
              <a:rect l="l" t="t" r="r" b="b"/>
              <a:pathLst>
                <a:path w="70739" h="70612">
                  <a:moveTo>
                    <a:pt x="35369" y="0"/>
                  </a:moveTo>
                  <a:cubicBezTo>
                    <a:pt x="22796" y="0"/>
                    <a:pt x="11112" y="6604"/>
                    <a:pt x="4762" y="17653"/>
                  </a:cubicBezTo>
                  <a:cubicBezTo>
                    <a:pt x="-1588" y="28702"/>
                    <a:pt x="-1588" y="42037"/>
                    <a:pt x="4762" y="53086"/>
                  </a:cubicBezTo>
                  <a:cubicBezTo>
                    <a:pt x="11112" y="64135"/>
                    <a:pt x="22796" y="70612"/>
                    <a:pt x="35369" y="70612"/>
                  </a:cubicBezTo>
                  <a:cubicBezTo>
                    <a:pt x="47942" y="70612"/>
                    <a:pt x="59626" y="64008"/>
                    <a:pt x="65976" y="52959"/>
                  </a:cubicBezTo>
                  <a:cubicBezTo>
                    <a:pt x="72326" y="41910"/>
                    <a:pt x="72326" y="28575"/>
                    <a:pt x="65976" y="17526"/>
                  </a:cubicBezTo>
                  <a:cubicBezTo>
                    <a:pt x="59626" y="6477"/>
                    <a:pt x="47942" y="0"/>
                    <a:pt x="35369" y="0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15341041" y="1079278"/>
            <a:ext cx="23041" cy="178203"/>
            <a:chOff x="0" y="0"/>
            <a:chExt cx="30721" cy="237604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30734" cy="237617"/>
            </a:xfrm>
            <a:custGeom>
              <a:avLst/>
              <a:gdLst/>
              <a:ahLst/>
              <a:cxnLst/>
              <a:rect l="l" t="t" r="r" b="b"/>
              <a:pathLst>
                <a:path w="30734" h="237617">
                  <a:moveTo>
                    <a:pt x="0" y="29718"/>
                  </a:moveTo>
                  <a:lnTo>
                    <a:pt x="0" y="206502"/>
                  </a:lnTo>
                  <a:cubicBezTo>
                    <a:pt x="0" y="223520"/>
                    <a:pt x="13970" y="237617"/>
                    <a:pt x="30734" y="237617"/>
                  </a:cubicBezTo>
                  <a:lnTo>
                    <a:pt x="30734" y="0"/>
                  </a:lnTo>
                  <a:cubicBezTo>
                    <a:pt x="13970" y="0"/>
                    <a:pt x="0" y="12700"/>
                    <a:pt x="0" y="29718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15341041" y="1390679"/>
            <a:ext cx="23041" cy="321840"/>
            <a:chOff x="0" y="0"/>
            <a:chExt cx="30721" cy="429120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30734" cy="429133"/>
            </a:xfrm>
            <a:custGeom>
              <a:avLst/>
              <a:gdLst/>
              <a:ahLst/>
              <a:cxnLst/>
              <a:rect l="l" t="t" r="r" b="b"/>
              <a:pathLst>
                <a:path w="30734" h="429133">
                  <a:moveTo>
                    <a:pt x="0" y="29718"/>
                  </a:moveTo>
                  <a:lnTo>
                    <a:pt x="0" y="398018"/>
                  </a:lnTo>
                  <a:cubicBezTo>
                    <a:pt x="0" y="415036"/>
                    <a:pt x="13970" y="429133"/>
                    <a:pt x="30734" y="429133"/>
                  </a:cubicBezTo>
                  <a:lnTo>
                    <a:pt x="30734" y="0"/>
                  </a:lnTo>
                  <a:cubicBezTo>
                    <a:pt x="13970" y="0"/>
                    <a:pt x="0" y="12700"/>
                    <a:pt x="0" y="29718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15341041" y="1783080"/>
            <a:ext cx="23041" cy="322917"/>
            <a:chOff x="0" y="0"/>
            <a:chExt cx="30721" cy="430555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30734" cy="430530"/>
            </a:xfrm>
            <a:custGeom>
              <a:avLst/>
              <a:gdLst/>
              <a:ahLst/>
              <a:cxnLst/>
              <a:rect l="l" t="t" r="r" b="b"/>
              <a:pathLst>
                <a:path w="30734" h="430530">
                  <a:moveTo>
                    <a:pt x="0" y="31115"/>
                  </a:moveTo>
                  <a:lnTo>
                    <a:pt x="0" y="399415"/>
                  </a:lnTo>
                  <a:cubicBezTo>
                    <a:pt x="0" y="416433"/>
                    <a:pt x="13970" y="430530"/>
                    <a:pt x="30734" y="430530"/>
                  </a:cubicBezTo>
                  <a:lnTo>
                    <a:pt x="30734" y="0"/>
                  </a:lnTo>
                  <a:cubicBezTo>
                    <a:pt x="13970" y="0"/>
                    <a:pt x="0" y="14224"/>
                    <a:pt x="0" y="31115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17511122" y="1497244"/>
            <a:ext cx="23041" cy="517684"/>
            <a:chOff x="0" y="0"/>
            <a:chExt cx="30721" cy="690245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30734" cy="690245"/>
            </a:xfrm>
            <a:custGeom>
              <a:avLst/>
              <a:gdLst/>
              <a:ahLst/>
              <a:cxnLst/>
              <a:rect l="l" t="t" r="r" b="b"/>
              <a:pathLst>
                <a:path w="30734" h="690245">
                  <a:moveTo>
                    <a:pt x="0" y="0"/>
                  </a:moveTo>
                  <a:lnTo>
                    <a:pt x="0" y="690245"/>
                  </a:lnTo>
                  <a:cubicBezTo>
                    <a:pt x="16764" y="690245"/>
                    <a:pt x="30734" y="676021"/>
                    <a:pt x="30734" y="659003"/>
                  </a:cubicBezTo>
                  <a:lnTo>
                    <a:pt x="30734" y="31242"/>
                  </a:lnTo>
                  <a:cubicBezTo>
                    <a:pt x="30734" y="14224"/>
                    <a:pt x="16764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7" name="Freeform 97"/>
          <p:cNvSpPr/>
          <p:nvPr/>
        </p:nvSpPr>
        <p:spPr>
          <a:xfrm>
            <a:off x="15364444" y="505082"/>
            <a:ext cx="2146678" cy="4339438"/>
          </a:xfrm>
          <a:custGeom>
            <a:avLst/>
            <a:gdLst/>
            <a:ahLst/>
            <a:cxnLst/>
            <a:rect l="l" t="t" r="r" b="b"/>
            <a:pathLst>
              <a:path w="2146678" h="4339438">
                <a:moveTo>
                  <a:pt x="0" y="0"/>
                </a:moveTo>
                <a:lnTo>
                  <a:pt x="2146678" y="0"/>
                </a:lnTo>
                <a:lnTo>
                  <a:pt x="2146678" y="4339438"/>
                </a:lnTo>
                <a:lnTo>
                  <a:pt x="0" y="43394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8" name="Freeform 98"/>
          <p:cNvSpPr/>
          <p:nvPr/>
        </p:nvSpPr>
        <p:spPr>
          <a:xfrm>
            <a:off x="15385675" y="5164922"/>
            <a:ext cx="2104196" cy="4296604"/>
          </a:xfrm>
          <a:custGeom>
            <a:avLst/>
            <a:gdLst/>
            <a:ahLst/>
            <a:cxnLst/>
            <a:rect l="l" t="t" r="r" b="b"/>
            <a:pathLst>
              <a:path w="2104196" h="4296604">
                <a:moveTo>
                  <a:pt x="0" y="0"/>
                </a:moveTo>
                <a:lnTo>
                  <a:pt x="2104197" y="0"/>
                </a:lnTo>
                <a:lnTo>
                  <a:pt x="2104197" y="4296603"/>
                </a:lnTo>
                <a:lnTo>
                  <a:pt x="0" y="42966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9" name="Group 99"/>
          <p:cNvGrpSpPr/>
          <p:nvPr/>
        </p:nvGrpSpPr>
        <p:grpSpPr>
          <a:xfrm>
            <a:off x="15496203" y="5274364"/>
            <a:ext cx="1883883" cy="4083120"/>
            <a:chOff x="0" y="0"/>
            <a:chExt cx="2511844" cy="5444160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2511944" cy="5444109"/>
            </a:xfrm>
            <a:custGeom>
              <a:avLst/>
              <a:gdLst/>
              <a:ahLst/>
              <a:cxnLst/>
              <a:rect l="l" t="t" r="r" b="b"/>
              <a:pathLst>
                <a:path w="2511944" h="5444109">
                  <a:moveTo>
                    <a:pt x="2277999" y="0"/>
                  </a:moveTo>
                  <a:lnTo>
                    <a:pt x="1974596" y="0"/>
                  </a:lnTo>
                  <a:lnTo>
                    <a:pt x="1974596" y="63754"/>
                  </a:lnTo>
                  <a:cubicBezTo>
                    <a:pt x="1974596" y="136017"/>
                    <a:pt x="1915033" y="195580"/>
                    <a:pt x="1842770" y="195580"/>
                  </a:cubicBezTo>
                  <a:lnTo>
                    <a:pt x="671957" y="195580"/>
                  </a:lnTo>
                  <a:cubicBezTo>
                    <a:pt x="599694" y="195580"/>
                    <a:pt x="540131" y="136017"/>
                    <a:pt x="540131" y="63754"/>
                  </a:cubicBezTo>
                  <a:lnTo>
                    <a:pt x="540131" y="0"/>
                  </a:lnTo>
                  <a:lnTo>
                    <a:pt x="233934" y="0"/>
                  </a:lnTo>
                  <a:cubicBezTo>
                    <a:pt x="104902" y="0"/>
                    <a:pt x="0" y="104902"/>
                    <a:pt x="0" y="233934"/>
                  </a:cubicBezTo>
                  <a:lnTo>
                    <a:pt x="0" y="5210175"/>
                  </a:lnTo>
                  <a:cubicBezTo>
                    <a:pt x="0" y="5339207"/>
                    <a:pt x="104902" y="5444109"/>
                    <a:pt x="233934" y="5444109"/>
                  </a:cubicBezTo>
                  <a:lnTo>
                    <a:pt x="2277999" y="5444109"/>
                  </a:lnTo>
                  <a:cubicBezTo>
                    <a:pt x="2407031" y="5444109"/>
                    <a:pt x="2511933" y="5339207"/>
                    <a:pt x="2511933" y="5210175"/>
                  </a:cubicBezTo>
                  <a:lnTo>
                    <a:pt x="2511933" y="233934"/>
                  </a:lnTo>
                  <a:cubicBezTo>
                    <a:pt x="2513203" y="104902"/>
                    <a:pt x="2408301" y="0"/>
                    <a:pt x="2277999" y="0"/>
                  </a:cubicBezTo>
                  <a:close/>
                </a:path>
              </a:pathLst>
            </a:custGeom>
            <a:blipFill>
              <a:blip r:embed="rId12"/>
              <a:stretch>
                <a:fillRect l="-16" r="-1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16279920" y="5309283"/>
            <a:ext cx="290884" cy="35643"/>
            <a:chOff x="0" y="0"/>
            <a:chExt cx="387845" cy="47523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387731" cy="47498"/>
            </a:xfrm>
            <a:custGeom>
              <a:avLst/>
              <a:gdLst/>
              <a:ahLst/>
              <a:cxnLst/>
              <a:rect l="l" t="t" r="r" b="b"/>
              <a:pathLst>
                <a:path w="387731" h="47498">
                  <a:moveTo>
                    <a:pt x="363728" y="0"/>
                  </a:moveTo>
                  <a:lnTo>
                    <a:pt x="24003" y="0"/>
                  </a:lnTo>
                  <a:cubicBezTo>
                    <a:pt x="11303" y="0"/>
                    <a:pt x="0" y="9779"/>
                    <a:pt x="0" y="23749"/>
                  </a:cubicBezTo>
                  <a:cubicBezTo>
                    <a:pt x="0" y="37719"/>
                    <a:pt x="11303" y="47498"/>
                    <a:pt x="24003" y="47498"/>
                  </a:cubicBezTo>
                  <a:lnTo>
                    <a:pt x="363728" y="47498"/>
                  </a:lnTo>
                  <a:cubicBezTo>
                    <a:pt x="376428" y="47498"/>
                    <a:pt x="387731" y="37719"/>
                    <a:pt x="387731" y="23749"/>
                  </a:cubicBezTo>
                  <a:cubicBezTo>
                    <a:pt x="387731" y="9779"/>
                    <a:pt x="376555" y="0"/>
                    <a:pt x="363728" y="0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16663683" y="5300996"/>
            <a:ext cx="52921" cy="52921"/>
            <a:chOff x="0" y="0"/>
            <a:chExt cx="70561" cy="70561"/>
          </a:xfrm>
        </p:grpSpPr>
        <p:sp>
          <p:nvSpPr>
            <p:cNvPr id="104" name="Freeform 104"/>
            <p:cNvSpPr/>
            <p:nvPr/>
          </p:nvSpPr>
          <p:spPr>
            <a:xfrm>
              <a:off x="-63" y="0"/>
              <a:ext cx="70739" cy="70612"/>
            </a:xfrm>
            <a:custGeom>
              <a:avLst/>
              <a:gdLst/>
              <a:ahLst/>
              <a:cxnLst/>
              <a:rect l="l" t="t" r="r" b="b"/>
              <a:pathLst>
                <a:path w="70739" h="70612">
                  <a:moveTo>
                    <a:pt x="35369" y="0"/>
                  </a:moveTo>
                  <a:cubicBezTo>
                    <a:pt x="22796" y="0"/>
                    <a:pt x="11112" y="6604"/>
                    <a:pt x="4762" y="17653"/>
                  </a:cubicBezTo>
                  <a:cubicBezTo>
                    <a:pt x="-1588" y="28702"/>
                    <a:pt x="-1588" y="42037"/>
                    <a:pt x="4762" y="53086"/>
                  </a:cubicBezTo>
                  <a:cubicBezTo>
                    <a:pt x="11112" y="64135"/>
                    <a:pt x="22796" y="70612"/>
                    <a:pt x="35369" y="70612"/>
                  </a:cubicBezTo>
                  <a:cubicBezTo>
                    <a:pt x="47942" y="70612"/>
                    <a:pt x="59626" y="64008"/>
                    <a:pt x="65976" y="52959"/>
                  </a:cubicBezTo>
                  <a:cubicBezTo>
                    <a:pt x="72326" y="41910"/>
                    <a:pt x="72326" y="28575"/>
                    <a:pt x="65976" y="17526"/>
                  </a:cubicBezTo>
                  <a:cubicBezTo>
                    <a:pt x="59626" y="6477"/>
                    <a:pt x="47942" y="0"/>
                    <a:pt x="35369" y="0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15341041" y="5717877"/>
            <a:ext cx="23041" cy="178203"/>
            <a:chOff x="0" y="0"/>
            <a:chExt cx="30721" cy="237604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30734" cy="237617"/>
            </a:xfrm>
            <a:custGeom>
              <a:avLst/>
              <a:gdLst/>
              <a:ahLst/>
              <a:cxnLst/>
              <a:rect l="l" t="t" r="r" b="b"/>
              <a:pathLst>
                <a:path w="30734" h="237617">
                  <a:moveTo>
                    <a:pt x="0" y="29718"/>
                  </a:moveTo>
                  <a:lnTo>
                    <a:pt x="0" y="206502"/>
                  </a:lnTo>
                  <a:cubicBezTo>
                    <a:pt x="0" y="223520"/>
                    <a:pt x="13970" y="237617"/>
                    <a:pt x="30734" y="237617"/>
                  </a:cubicBezTo>
                  <a:lnTo>
                    <a:pt x="30734" y="0"/>
                  </a:lnTo>
                  <a:cubicBezTo>
                    <a:pt x="13970" y="0"/>
                    <a:pt x="0" y="12700"/>
                    <a:pt x="0" y="29718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15341041" y="6029277"/>
            <a:ext cx="23041" cy="321840"/>
            <a:chOff x="0" y="0"/>
            <a:chExt cx="30721" cy="429120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30734" cy="429133"/>
            </a:xfrm>
            <a:custGeom>
              <a:avLst/>
              <a:gdLst/>
              <a:ahLst/>
              <a:cxnLst/>
              <a:rect l="l" t="t" r="r" b="b"/>
              <a:pathLst>
                <a:path w="30734" h="429133">
                  <a:moveTo>
                    <a:pt x="0" y="29718"/>
                  </a:moveTo>
                  <a:lnTo>
                    <a:pt x="0" y="398018"/>
                  </a:lnTo>
                  <a:cubicBezTo>
                    <a:pt x="0" y="415036"/>
                    <a:pt x="13970" y="429133"/>
                    <a:pt x="30734" y="429133"/>
                  </a:cubicBezTo>
                  <a:lnTo>
                    <a:pt x="30734" y="0"/>
                  </a:lnTo>
                  <a:cubicBezTo>
                    <a:pt x="13970" y="0"/>
                    <a:pt x="0" y="12700"/>
                    <a:pt x="0" y="29718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15341041" y="6421679"/>
            <a:ext cx="23041" cy="322917"/>
            <a:chOff x="0" y="0"/>
            <a:chExt cx="30721" cy="430555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30734" cy="430530"/>
            </a:xfrm>
            <a:custGeom>
              <a:avLst/>
              <a:gdLst/>
              <a:ahLst/>
              <a:cxnLst/>
              <a:rect l="l" t="t" r="r" b="b"/>
              <a:pathLst>
                <a:path w="30734" h="430530">
                  <a:moveTo>
                    <a:pt x="0" y="31115"/>
                  </a:moveTo>
                  <a:lnTo>
                    <a:pt x="0" y="399415"/>
                  </a:lnTo>
                  <a:cubicBezTo>
                    <a:pt x="0" y="416433"/>
                    <a:pt x="13970" y="430530"/>
                    <a:pt x="30734" y="430530"/>
                  </a:cubicBezTo>
                  <a:lnTo>
                    <a:pt x="30734" y="0"/>
                  </a:lnTo>
                  <a:cubicBezTo>
                    <a:pt x="13970" y="0"/>
                    <a:pt x="0" y="14224"/>
                    <a:pt x="0" y="31115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17511122" y="6135481"/>
            <a:ext cx="23041" cy="517684"/>
            <a:chOff x="0" y="0"/>
            <a:chExt cx="30721" cy="690245"/>
          </a:xfrm>
        </p:grpSpPr>
        <p:sp>
          <p:nvSpPr>
            <p:cNvPr id="112" name="Freeform 112"/>
            <p:cNvSpPr/>
            <p:nvPr/>
          </p:nvSpPr>
          <p:spPr>
            <a:xfrm>
              <a:off x="0" y="0"/>
              <a:ext cx="30734" cy="690245"/>
            </a:xfrm>
            <a:custGeom>
              <a:avLst/>
              <a:gdLst/>
              <a:ahLst/>
              <a:cxnLst/>
              <a:rect l="l" t="t" r="r" b="b"/>
              <a:pathLst>
                <a:path w="30734" h="690245">
                  <a:moveTo>
                    <a:pt x="0" y="0"/>
                  </a:moveTo>
                  <a:lnTo>
                    <a:pt x="0" y="690245"/>
                  </a:lnTo>
                  <a:cubicBezTo>
                    <a:pt x="16764" y="690245"/>
                    <a:pt x="30734" y="676021"/>
                    <a:pt x="30734" y="659003"/>
                  </a:cubicBezTo>
                  <a:lnTo>
                    <a:pt x="30734" y="31242"/>
                  </a:lnTo>
                  <a:cubicBezTo>
                    <a:pt x="30734" y="14224"/>
                    <a:pt x="16764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3" name="Freeform 113"/>
          <p:cNvSpPr/>
          <p:nvPr/>
        </p:nvSpPr>
        <p:spPr>
          <a:xfrm>
            <a:off x="15364444" y="5143681"/>
            <a:ext cx="2146678" cy="4339438"/>
          </a:xfrm>
          <a:custGeom>
            <a:avLst/>
            <a:gdLst/>
            <a:ahLst/>
            <a:cxnLst/>
            <a:rect l="l" t="t" r="r" b="b"/>
            <a:pathLst>
              <a:path w="2146678" h="4339438">
                <a:moveTo>
                  <a:pt x="0" y="0"/>
                </a:moveTo>
                <a:lnTo>
                  <a:pt x="2146678" y="0"/>
                </a:lnTo>
                <a:lnTo>
                  <a:pt x="2146678" y="4339438"/>
                </a:lnTo>
                <a:lnTo>
                  <a:pt x="0" y="43394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4" name="TextBox 114"/>
          <p:cNvSpPr txBox="1"/>
          <p:nvPr/>
        </p:nvSpPr>
        <p:spPr>
          <a:xfrm>
            <a:off x="4795199" y="653853"/>
            <a:ext cx="8354882" cy="675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73"/>
              </a:lnSpc>
            </a:pPr>
            <a:r>
              <a:rPr lang="en-US" sz="3480" b="1" spc="-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Pregnancy Tab </a:t>
            </a:r>
          </a:p>
        </p:txBody>
      </p:sp>
      <p:sp>
        <p:nvSpPr>
          <p:cNvPr id="115" name="Freeform 115"/>
          <p:cNvSpPr/>
          <p:nvPr/>
        </p:nvSpPr>
        <p:spPr>
          <a:xfrm>
            <a:off x="13807107" y="6570755"/>
            <a:ext cx="1821542" cy="1013336"/>
          </a:xfrm>
          <a:custGeom>
            <a:avLst/>
            <a:gdLst/>
            <a:ahLst/>
            <a:cxnLst/>
            <a:rect l="l" t="t" r="r" b="b"/>
            <a:pathLst>
              <a:path w="1821542" h="1013336">
                <a:moveTo>
                  <a:pt x="0" y="0"/>
                </a:moveTo>
                <a:lnTo>
                  <a:pt x="1821542" y="0"/>
                </a:lnTo>
                <a:lnTo>
                  <a:pt x="1821542" y="1013336"/>
                </a:lnTo>
                <a:lnTo>
                  <a:pt x="0" y="10133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16" name="Group 116"/>
          <p:cNvGrpSpPr/>
          <p:nvPr/>
        </p:nvGrpSpPr>
        <p:grpSpPr>
          <a:xfrm>
            <a:off x="11880752" y="2675192"/>
            <a:ext cx="3478978" cy="3933301"/>
            <a:chOff x="0" y="0"/>
            <a:chExt cx="4638637" cy="5244402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4638675" cy="5244338"/>
            </a:xfrm>
            <a:custGeom>
              <a:avLst/>
              <a:gdLst/>
              <a:ahLst/>
              <a:cxnLst/>
              <a:rect l="l" t="t" r="r" b="b"/>
              <a:pathLst>
                <a:path w="4638675" h="5244338">
                  <a:moveTo>
                    <a:pt x="144526" y="5244338"/>
                  </a:moveTo>
                  <a:lnTo>
                    <a:pt x="72263" y="5244338"/>
                  </a:lnTo>
                  <a:cubicBezTo>
                    <a:pt x="32385" y="5244338"/>
                    <a:pt x="0" y="5211953"/>
                    <a:pt x="0" y="5172202"/>
                  </a:cubicBezTo>
                  <a:lnTo>
                    <a:pt x="0" y="307721"/>
                  </a:lnTo>
                  <a:cubicBezTo>
                    <a:pt x="0" y="226187"/>
                    <a:pt x="32512" y="147828"/>
                    <a:pt x="90297" y="90170"/>
                  </a:cubicBezTo>
                  <a:cubicBezTo>
                    <a:pt x="148082" y="32512"/>
                    <a:pt x="226441" y="0"/>
                    <a:pt x="308102" y="0"/>
                  </a:cubicBezTo>
                  <a:lnTo>
                    <a:pt x="4638675" y="0"/>
                  </a:lnTo>
                </a:path>
              </a:pathLst>
            </a:custGeom>
            <a:blipFill>
              <a:blip r:embed="rId14">
                <a:alphaModFix amt="0"/>
              </a:blip>
              <a:stretch>
                <a:fillRect l="-95058" r="-95057" b="-1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38683" y="1274127"/>
            <a:ext cx="1908992" cy="8433747"/>
            <a:chOff x="0" y="0"/>
            <a:chExt cx="2545322" cy="1124499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27731" cy="11244996"/>
            </a:xfrm>
            <a:custGeom>
              <a:avLst/>
              <a:gdLst/>
              <a:ahLst/>
              <a:cxnLst/>
              <a:rect l="l" t="t" r="r" b="b"/>
              <a:pathLst>
                <a:path w="2527731" h="11244996">
                  <a:moveTo>
                    <a:pt x="0" y="0"/>
                  </a:moveTo>
                  <a:lnTo>
                    <a:pt x="2527731" y="0"/>
                  </a:lnTo>
                  <a:lnTo>
                    <a:pt x="2527731" y="11244996"/>
                  </a:lnTo>
                  <a:lnTo>
                    <a:pt x="0" y="112449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2664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Freeform 4"/>
            <p:cNvSpPr/>
            <p:nvPr/>
          </p:nvSpPr>
          <p:spPr>
            <a:xfrm>
              <a:off x="17591" y="10777735"/>
              <a:ext cx="2527731" cy="467261"/>
            </a:xfrm>
            <a:custGeom>
              <a:avLst/>
              <a:gdLst/>
              <a:ahLst/>
              <a:cxnLst/>
              <a:rect l="l" t="t" r="r" b="b"/>
              <a:pathLst>
                <a:path w="2527731" h="467261">
                  <a:moveTo>
                    <a:pt x="0" y="0"/>
                  </a:moveTo>
                  <a:lnTo>
                    <a:pt x="2527731" y="0"/>
                  </a:lnTo>
                  <a:lnTo>
                    <a:pt x="2527731" y="467261"/>
                  </a:lnTo>
                  <a:lnTo>
                    <a:pt x="0" y="4672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94770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" name="Freeform 5"/>
          <p:cNvSpPr/>
          <p:nvPr/>
        </p:nvSpPr>
        <p:spPr>
          <a:xfrm>
            <a:off x="7503220" y="1314319"/>
            <a:ext cx="2224039" cy="8406952"/>
          </a:xfrm>
          <a:custGeom>
            <a:avLst/>
            <a:gdLst/>
            <a:ahLst/>
            <a:cxnLst/>
            <a:rect l="l" t="t" r="r" b="b"/>
            <a:pathLst>
              <a:path w="2224039" h="8406952">
                <a:moveTo>
                  <a:pt x="0" y="0"/>
                </a:moveTo>
                <a:lnTo>
                  <a:pt x="2224039" y="0"/>
                </a:lnTo>
                <a:lnTo>
                  <a:pt x="2224039" y="8406952"/>
                </a:lnTo>
                <a:lnTo>
                  <a:pt x="0" y="84069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7427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6" name="Group 6"/>
          <p:cNvGrpSpPr/>
          <p:nvPr/>
        </p:nvGrpSpPr>
        <p:grpSpPr>
          <a:xfrm>
            <a:off x="4516663" y="1274127"/>
            <a:ext cx="1919757" cy="8406952"/>
            <a:chOff x="0" y="0"/>
            <a:chExt cx="2559676" cy="11209269"/>
          </a:xfrm>
        </p:grpSpPr>
        <p:sp>
          <p:nvSpPr>
            <p:cNvPr id="7" name="Freeform 7"/>
            <p:cNvSpPr/>
            <p:nvPr/>
          </p:nvSpPr>
          <p:spPr>
            <a:xfrm>
              <a:off x="0" y="10736103"/>
              <a:ext cx="2559676" cy="473166"/>
            </a:xfrm>
            <a:custGeom>
              <a:avLst/>
              <a:gdLst/>
              <a:ahLst/>
              <a:cxnLst/>
              <a:rect l="l" t="t" r="r" b="b"/>
              <a:pathLst>
                <a:path w="2559676" h="473166">
                  <a:moveTo>
                    <a:pt x="0" y="0"/>
                  </a:moveTo>
                  <a:lnTo>
                    <a:pt x="2559676" y="0"/>
                  </a:lnTo>
                  <a:lnTo>
                    <a:pt x="2559676" y="473166"/>
                  </a:lnTo>
                  <a:lnTo>
                    <a:pt x="0" y="4731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94770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2559676" cy="10833785"/>
            </a:xfrm>
            <a:custGeom>
              <a:avLst/>
              <a:gdLst/>
              <a:ahLst/>
              <a:cxnLst/>
              <a:rect l="l" t="t" r="r" b="b"/>
              <a:pathLst>
                <a:path w="2559676" h="10833785">
                  <a:moveTo>
                    <a:pt x="0" y="0"/>
                  </a:moveTo>
                  <a:lnTo>
                    <a:pt x="2559676" y="0"/>
                  </a:lnTo>
                  <a:lnTo>
                    <a:pt x="2559676" y="10833785"/>
                  </a:lnTo>
                  <a:lnTo>
                    <a:pt x="0" y="10833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273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Freeform 9"/>
          <p:cNvSpPr/>
          <p:nvPr/>
        </p:nvSpPr>
        <p:spPr>
          <a:xfrm>
            <a:off x="10794059" y="1247332"/>
            <a:ext cx="2521074" cy="8433747"/>
          </a:xfrm>
          <a:custGeom>
            <a:avLst/>
            <a:gdLst/>
            <a:ahLst/>
            <a:cxnLst/>
            <a:rect l="l" t="t" r="r" b="b"/>
            <a:pathLst>
              <a:path w="2521074" h="8433747">
                <a:moveTo>
                  <a:pt x="0" y="0"/>
                </a:moveTo>
                <a:lnTo>
                  <a:pt x="2521074" y="0"/>
                </a:lnTo>
                <a:lnTo>
                  <a:pt x="2521074" y="8433747"/>
                </a:lnTo>
                <a:lnTo>
                  <a:pt x="0" y="84337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14381933" y="1314319"/>
            <a:ext cx="1645622" cy="8433747"/>
          </a:xfrm>
          <a:custGeom>
            <a:avLst/>
            <a:gdLst/>
            <a:ahLst/>
            <a:cxnLst/>
            <a:rect l="l" t="t" r="r" b="b"/>
            <a:pathLst>
              <a:path w="1645622" h="8433747">
                <a:moveTo>
                  <a:pt x="0" y="0"/>
                </a:moveTo>
                <a:lnTo>
                  <a:pt x="1645622" y="0"/>
                </a:lnTo>
                <a:lnTo>
                  <a:pt x="1645622" y="8433746"/>
                </a:lnTo>
                <a:lnTo>
                  <a:pt x="0" y="84337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43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4966559" y="84166"/>
            <a:ext cx="8354882" cy="578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73"/>
              </a:lnSpc>
            </a:pPr>
            <a:r>
              <a:rPr lang="en-US" sz="3480" b="1" spc="-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Women’s Health Tab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38683" y="870746"/>
            <a:ext cx="1749025" cy="277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8"/>
              </a:lnSpc>
            </a:pPr>
            <a:r>
              <a:rPr lang="en-US" sz="1584" spc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Landing Screen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16663" y="870746"/>
            <a:ext cx="1749025" cy="277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8"/>
              </a:lnSpc>
            </a:pPr>
            <a:r>
              <a:rPr lang="en-US" sz="1584" spc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Pregnancy Tab</a:t>
            </a:r>
          </a:p>
        </p:txBody>
      </p:sp>
      <p:sp>
        <p:nvSpPr>
          <p:cNvPr id="14" name="Freeform 14"/>
          <p:cNvSpPr/>
          <p:nvPr/>
        </p:nvSpPr>
        <p:spPr>
          <a:xfrm>
            <a:off x="6079758" y="1497244"/>
            <a:ext cx="1360187" cy="4240083"/>
          </a:xfrm>
          <a:custGeom>
            <a:avLst/>
            <a:gdLst/>
            <a:ahLst/>
            <a:cxnLst/>
            <a:rect l="l" t="t" r="r" b="b"/>
            <a:pathLst>
              <a:path w="1360187" h="4240083">
                <a:moveTo>
                  <a:pt x="0" y="4240083"/>
                </a:moveTo>
                <a:lnTo>
                  <a:pt x="571802" y="4240083"/>
                </a:lnTo>
                <a:cubicBezTo>
                  <a:pt x="632431" y="4240083"/>
                  <a:pt x="690576" y="4215998"/>
                  <a:pt x="733446" y="4173128"/>
                </a:cubicBezTo>
                <a:cubicBezTo>
                  <a:pt x="776317" y="4130257"/>
                  <a:pt x="800402" y="4072111"/>
                  <a:pt x="800402" y="4011483"/>
                </a:cubicBezTo>
                <a:lnTo>
                  <a:pt x="800402" y="228600"/>
                </a:lnTo>
                <a:cubicBezTo>
                  <a:pt x="800402" y="167972"/>
                  <a:pt x="824486" y="109827"/>
                  <a:pt x="867357" y="66956"/>
                </a:cubicBezTo>
                <a:cubicBezTo>
                  <a:pt x="910228" y="24085"/>
                  <a:pt x="968373" y="0"/>
                  <a:pt x="1029002" y="0"/>
                </a:cubicBezTo>
                <a:lnTo>
                  <a:pt x="1360187" y="0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11001147" y="656902"/>
            <a:ext cx="1749025" cy="55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8"/>
              </a:lnSpc>
            </a:pPr>
            <a:r>
              <a:rPr lang="en-US" sz="1584" spc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Tab for users aged 40-60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278530" y="916765"/>
            <a:ext cx="1749025" cy="277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8"/>
              </a:lnSpc>
            </a:pPr>
            <a:r>
              <a:rPr lang="en-US" sz="1584" spc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Menopause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>
            <a:extLst>
              <a:ext uri="{FF2B5EF4-FFF2-40B4-BE49-F238E27FC236}">
                <a16:creationId xmlns:a16="http://schemas.microsoft.com/office/drawing/2014/main" id="{B76B2157-1D41-3222-DE4E-FB9DB861BDA9}"/>
              </a:ext>
            </a:extLst>
          </p:cNvPr>
          <p:cNvGrpSpPr/>
          <p:nvPr/>
        </p:nvGrpSpPr>
        <p:grpSpPr>
          <a:xfrm>
            <a:off x="164382" y="1476356"/>
            <a:ext cx="4357936" cy="8467744"/>
            <a:chOff x="164382" y="1476356"/>
            <a:chExt cx="4357936" cy="8467744"/>
          </a:xfrm>
        </p:grpSpPr>
        <p:sp>
          <p:nvSpPr>
            <p:cNvPr id="2" name="Freeform 2"/>
            <p:cNvSpPr/>
            <p:nvPr/>
          </p:nvSpPr>
          <p:spPr>
            <a:xfrm>
              <a:off x="252908" y="1517961"/>
              <a:ext cx="4180513" cy="8384543"/>
            </a:xfrm>
            <a:custGeom>
              <a:avLst/>
              <a:gdLst/>
              <a:ahLst/>
              <a:cxnLst/>
              <a:rect l="l" t="t" r="r" b="b"/>
              <a:pathLst>
                <a:path w="4180513" h="8384543">
                  <a:moveTo>
                    <a:pt x="0" y="0"/>
                  </a:moveTo>
                  <a:lnTo>
                    <a:pt x="4180513" y="0"/>
                  </a:lnTo>
                  <a:lnTo>
                    <a:pt x="4180513" y="8384543"/>
                  </a:lnTo>
                  <a:lnTo>
                    <a:pt x="0" y="83845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grpSp>
          <p:nvGrpSpPr>
            <p:cNvPr id="3" name="Group 3"/>
            <p:cNvGrpSpPr/>
            <p:nvPr/>
          </p:nvGrpSpPr>
          <p:grpSpPr>
            <a:xfrm>
              <a:off x="472688" y="1731569"/>
              <a:ext cx="3743230" cy="7967434"/>
              <a:chOff x="0" y="0"/>
              <a:chExt cx="4990973" cy="10623245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990876" cy="10623169"/>
              </a:xfrm>
              <a:custGeom>
                <a:avLst/>
                <a:gdLst/>
                <a:ahLst/>
                <a:cxnLst/>
                <a:rect l="l" t="t" r="r" b="b"/>
                <a:pathLst>
                  <a:path w="4990876" h="10623169">
                    <a:moveTo>
                      <a:pt x="4526153" y="0"/>
                    </a:moveTo>
                    <a:lnTo>
                      <a:pt x="3923411" y="0"/>
                    </a:lnTo>
                    <a:lnTo>
                      <a:pt x="3923411" y="124460"/>
                    </a:lnTo>
                    <a:cubicBezTo>
                      <a:pt x="3923411" y="265557"/>
                      <a:pt x="3805174" y="381762"/>
                      <a:pt x="3661410" y="381762"/>
                    </a:cubicBezTo>
                    <a:lnTo>
                      <a:pt x="1335024" y="381762"/>
                    </a:lnTo>
                    <a:cubicBezTo>
                      <a:pt x="1191387" y="381762"/>
                      <a:pt x="1073150" y="265557"/>
                      <a:pt x="1073150" y="124460"/>
                    </a:cubicBezTo>
                    <a:lnTo>
                      <a:pt x="1073150" y="0"/>
                    </a:lnTo>
                    <a:lnTo>
                      <a:pt x="464693" y="0"/>
                    </a:lnTo>
                    <a:cubicBezTo>
                      <a:pt x="208407" y="0"/>
                      <a:pt x="0" y="204724"/>
                      <a:pt x="0" y="456438"/>
                    </a:cubicBezTo>
                    <a:lnTo>
                      <a:pt x="0" y="10166731"/>
                    </a:lnTo>
                    <a:cubicBezTo>
                      <a:pt x="0" y="10418445"/>
                      <a:pt x="208407" y="10623169"/>
                      <a:pt x="464693" y="10623169"/>
                    </a:cubicBezTo>
                    <a:lnTo>
                      <a:pt x="4526153" y="10623169"/>
                    </a:lnTo>
                    <a:cubicBezTo>
                      <a:pt x="4782439" y="10623169"/>
                      <a:pt x="4990846" y="10418445"/>
                      <a:pt x="4990846" y="10166731"/>
                    </a:cubicBezTo>
                    <a:lnTo>
                      <a:pt x="4990846" y="456438"/>
                    </a:lnTo>
                    <a:cubicBezTo>
                      <a:pt x="4993767" y="204724"/>
                      <a:pt x="4785360" y="0"/>
                      <a:pt x="4526153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t="-883" r="-1" b="-884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>
              <a:off x="2029892" y="1800158"/>
              <a:ext cx="578463" cy="70085"/>
              <a:chOff x="0" y="0"/>
              <a:chExt cx="771284" cy="93447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771398" cy="93472"/>
              </a:xfrm>
              <a:custGeom>
                <a:avLst/>
                <a:gdLst/>
                <a:ahLst/>
                <a:cxnLst/>
                <a:rect l="l" t="t" r="r" b="b"/>
                <a:pathLst>
                  <a:path w="771398" h="93472">
                    <a:moveTo>
                      <a:pt x="723392" y="0"/>
                    </a:moveTo>
                    <a:lnTo>
                      <a:pt x="47879" y="0"/>
                    </a:lnTo>
                    <a:cubicBezTo>
                      <a:pt x="22479" y="0"/>
                      <a:pt x="0" y="19177"/>
                      <a:pt x="0" y="46736"/>
                    </a:cubicBezTo>
                    <a:cubicBezTo>
                      <a:pt x="0" y="74295"/>
                      <a:pt x="22479" y="93472"/>
                      <a:pt x="47879" y="93472"/>
                    </a:cubicBezTo>
                    <a:lnTo>
                      <a:pt x="723519" y="93472"/>
                    </a:lnTo>
                    <a:cubicBezTo>
                      <a:pt x="748792" y="93472"/>
                      <a:pt x="771398" y="74295"/>
                      <a:pt x="771398" y="46736"/>
                    </a:cubicBezTo>
                    <a:cubicBezTo>
                      <a:pt x="771398" y="19177"/>
                      <a:pt x="748792" y="0"/>
                      <a:pt x="723392" y="0"/>
                    </a:cubicBezTo>
                    <a:close/>
                  </a:path>
                </a:pathLst>
              </a:custGeom>
              <a:solidFill>
                <a:srgbClr val="5B5B5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2792273" y="1783290"/>
              <a:ext cx="105699" cy="103432"/>
              <a:chOff x="0" y="0"/>
              <a:chExt cx="140932" cy="137909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-79" y="-1"/>
                <a:ext cx="140827" cy="137924"/>
              </a:xfrm>
              <a:custGeom>
                <a:avLst/>
                <a:gdLst/>
                <a:ahLst/>
                <a:cxnLst/>
                <a:rect l="l" t="t" r="r" b="b"/>
                <a:pathLst>
                  <a:path w="140827" h="137924">
                    <a:moveTo>
                      <a:pt x="70564" y="1"/>
                    </a:moveTo>
                    <a:cubicBezTo>
                      <a:pt x="45418" y="-126"/>
                      <a:pt x="22177" y="12955"/>
                      <a:pt x="9477" y="34418"/>
                    </a:cubicBezTo>
                    <a:cubicBezTo>
                      <a:pt x="-3223" y="55881"/>
                      <a:pt x="-3096" y="82170"/>
                      <a:pt x="9477" y="103506"/>
                    </a:cubicBezTo>
                    <a:cubicBezTo>
                      <a:pt x="22050" y="124842"/>
                      <a:pt x="45291" y="138050"/>
                      <a:pt x="70437" y="137923"/>
                    </a:cubicBezTo>
                    <a:cubicBezTo>
                      <a:pt x="95583" y="138050"/>
                      <a:pt x="118824" y="124969"/>
                      <a:pt x="131397" y="103506"/>
                    </a:cubicBezTo>
                    <a:cubicBezTo>
                      <a:pt x="143970" y="82043"/>
                      <a:pt x="143970" y="55754"/>
                      <a:pt x="131397" y="34418"/>
                    </a:cubicBezTo>
                    <a:cubicBezTo>
                      <a:pt x="118824" y="13082"/>
                      <a:pt x="95710" y="-126"/>
                      <a:pt x="70564" y="1"/>
                    </a:cubicBezTo>
                    <a:close/>
                  </a:path>
                </a:pathLst>
              </a:custGeom>
              <a:solidFill>
                <a:srgbClr val="5B5B5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64382" y="2596896"/>
              <a:ext cx="46168" cy="348158"/>
              <a:chOff x="0" y="0"/>
              <a:chExt cx="61557" cy="46421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1595" cy="464312"/>
              </a:xfrm>
              <a:custGeom>
                <a:avLst/>
                <a:gdLst/>
                <a:ahLst/>
                <a:cxnLst/>
                <a:rect l="l" t="t" r="r" b="b"/>
                <a:pathLst>
                  <a:path w="61595" h="464312">
                    <a:moveTo>
                      <a:pt x="0" y="58039"/>
                    </a:moveTo>
                    <a:lnTo>
                      <a:pt x="0" y="403479"/>
                    </a:lnTo>
                    <a:cubicBezTo>
                      <a:pt x="0" y="436626"/>
                      <a:pt x="27940" y="464312"/>
                      <a:pt x="61595" y="464312"/>
                    </a:cubicBezTo>
                    <a:lnTo>
                      <a:pt x="61595" y="0"/>
                    </a:lnTo>
                    <a:cubicBezTo>
                      <a:pt x="27940" y="0"/>
                      <a:pt x="0" y="24892"/>
                      <a:pt x="0" y="58039"/>
                    </a:cubicBezTo>
                    <a:close/>
                  </a:path>
                </a:pathLst>
              </a:custGeom>
              <a:solidFill>
                <a:srgbClr val="EBCEB5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164382" y="3204762"/>
              <a:ext cx="46168" cy="628479"/>
              <a:chOff x="0" y="0"/>
              <a:chExt cx="61557" cy="83797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1595" cy="837946"/>
              </a:xfrm>
              <a:custGeom>
                <a:avLst/>
                <a:gdLst/>
                <a:ahLst/>
                <a:cxnLst/>
                <a:rect l="l" t="t" r="r" b="b"/>
                <a:pathLst>
                  <a:path w="61595" h="837946">
                    <a:moveTo>
                      <a:pt x="0" y="58039"/>
                    </a:moveTo>
                    <a:lnTo>
                      <a:pt x="0" y="777113"/>
                    </a:lnTo>
                    <a:cubicBezTo>
                      <a:pt x="0" y="810260"/>
                      <a:pt x="27940" y="837946"/>
                      <a:pt x="61595" y="837946"/>
                    </a:cubicBezTo>
                    <a:lnTo>
                      <a:pt x="61595" y="0"/>
                    </a:lnTo>
                    <a:cubicBezTo>
                      <a:pt x="27940" y="0"/>
                      <a:pt x="0" y="24892"/>
                      <a:pt x="0" y="58039"/>
                    </a:cubicBezTo>
                    <a:close/>
                  </a:path>
                </a:pathLst>
              </a:custGeom>
              <a:solidFill>
                <a:srgbClr val="EBCEB5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164382" y="3970401"/>
              <a:ext cx="46168" cy="630345"/>
              <a:chOff x="0" y="0"/>
              <a:chExt cx="61557" cy="840461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1595" cy="840486"/>
              </a:xfrm>
              <a:custGeom>
                <a:avLst/>
                <a:gdLst/>
                <a:ahLst/>
                <a:cxnLst/>
                <a:rect l="l" t="t" r="r" b="b"/>
                <a:pathLst>
                  <a:path w="61595" h="840486">
                    <a:moveTo>
                      <a:pt x="0" y="60833"/>
                    </a:moveTo>
                    <a:lnTo>
                      <a:pt x="0" y="779653"/>
                    </a:lnTo>
                    <a:cubicBezTo>
                      <a:pt x="0" y="812800"/>
                      <a:pt x="27940" y="840486"/>
                      <a:pt x="61595" y="840486"/>
                    </a:cubicBezTo>
                    <a:lnTo>
                      <a:pt x="61595" y="0"/>
                    </a:lnTo>
                    <a:cubicBezTo>
                      <a:pt x="27940" y="0"/>
                      <a:pt x="0" y="27686"/>
                      <a:pt x="0" y="60833"/>
                    </a:cubicBezTo>
                    <a:close/>
                  </a:path>
                </a:pathLst>
              </a:custGeom>
              <a:solidFill>
                <a:srgbClr val="EBCEB5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4476150" y="3412379"/>
              <a:ext cx="46168" cy="1009983"/>
              <a:chOff x="0" y="0"/>
              <a:chExt cx="61557" cy="134664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61595" cy="1346581"/>
              </a:xfrm>
              <a:custGeom>
                <a:avLst/>
                <a:gdLst/>
                <a:ahLst/>
                <a:cxnLst/>
                <a:rect l="l" t="t" r="r" b="b"/>
                <a:pathLst>
                  <a:path w="61595" h="1346581">
                    <a:moveTo>
                      <a:pt x="0" y="0"/>
                    </a:moveTo>
                    <a:lnTo>
                      <a:pt x="0" y="1346581"/>
                    </a:lnTo>
                    <a:cubicBezTo>
                      <a:pt x="33528" y="1346581"/>
                      <a:pt x="61595" y="1318895"/>
                      <a:pt x="61595" y="1285748"/>
                    </a:cubicBezTo>
                    <a:lnTo>
                      <a:pt x="61595" y="60833"/>
                    </a:lnTo>
                    <a:cubicBezTo>
                      <a:pt x="61595" y="27686"/>
                      <a:pt x="33528" y="0"/>
                      <a:pt x="0" y="0"/>
                    </a:cubicBezTo>
                    <a:close/>
                  </a:path>
                </a:pathLst>
              </a:custGeom>
              <a:solidFill>
                <a:srgbClr val="EBCEB5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7" name="Freeform 17"/>
            <p:cNvSpPr/>
            <p:nvPr/>
          </p:nvSpPr>
          <p:spPr>
            <a:xfrm>
              <a:off x="210550" y="1476356"/>
              <a:ext cx="4265219" cy="8467744"/>
            </a:xfrm>
            <a:custGeom>
              <a:avLst/>
              <a:gdLst/>
              <a:ahLst/>
              <a:cxnLst/>
              <a:rect l="l" t="t" r="r" b="b"/>
              <a:pathLst>
                <a:path w="4265219" h="8467744">
                  <a:moveTo>
                    <a:pt x="0" y="0"/>
                  </a:moveTo>
                  <a:lnTo>
                    <a:pt x="4265219" y="0"/>
                  </a:lnTo>
                  <a:lnTo>
                    <a:pt x="4265219" y="8467744"/>
                  </a:lnTo>
                  <a:lnTo>
                    <a:pt x="0" y="84677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5335686" y="372317"/>
            <a:ext cx="8354882" cy="675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73"/>
              </a:lnSpc>
            </a:pPr>
            <a:r>
              <a:rPr lang="en-US" sz="3480" b="1" spc="-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Document Wallet 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A87E4A67-D50B-D36C-411D-D0D845A67AEE}"/>
              </a:ext>
            </a:extLst>
          </p:cNvPr>
          <p:cNvGrpSpPr/>
          <p:nvPr/>
        </p:nvGrpSpPr>
        <p:grpSpPr>
          <a:xfrm>
            <a:off x="4739707" y="1476356"/>
            <a:ext cx="4523193" cy="8467744"/>
            <a:chOff x="4739707" y="1476356"/>
            <a:chExt cx="4523193" cy="8467744"/>
          </a:xfrm>
        </p:grpSpPr>
        <p:sp>
          <p:nvSpPr>
            <p:cNvPr id="18" name="Freeform 18"/>
            <p:cNvSpPr/>
            <p:nvPr/>
          </p:nvSpPr>
          <p:spPr>
            <a:xfrm>
              <a:off x="4831585" y="1517961"/>
              <a:ext cx="4339047" cy="8384543"/>
            </a:xfrm>
            <a:custGeom>
              <a:avLst/>
              <a:gdLst/>
              <a:ahLst/>
              <a:cxnLst/>
              <a:rect l="l" t="t" r="r" b="b"/>
              <a:pathLst>
                <a:path w="4339047" h="8384543">
                  <a:moveTo>
                    <a:pt x="0" y="0"/>
                  </a:moveTo>
                  <a:lnTo>
                    <a:pt x="4339047" y="0"/>
                  </a:lnTo>
                  <a:lnTo>
                    <a:pt x="4339047" y="8384543"/>
                  </a:lnTo>
                  <a:lnTo>
                    <a:pt x="0" y="83845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5059709" y="1731569"/>
              <a:ext cx="3885181" cy="7967434"/>
              <a:chOff x="0" y="0"/>
              <a:chExt cx="5180241" cy="1062324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5180232" cy="10623169"/>
              </a:xfrm>
              <a:custGeom>
                <a:avLst/>
                <a:gdLst/>
                <a:ahLst/>
                <a:cxnLst/>
                <a:rect l="l" t="t" r="r" b="b"/>
                <a:pathLst>
                  <a:path w="5180232" h="10623169">
                    <a:moveTo>
                      <a:pt x="4697857" y="0"/>
                    </a:moveTo>
                    <a:lnTo>
                      <a:pt x="4072255" y="0"/>
                    </a:lnTo>
                    <a:lnTo>
                      <a:pt x="4072255" y="124460"/>
                    </a:lnTo>
                    <a:cubicBezTo>
                      <a:pt x="4072255" y="265557"/>
                      <a:pt x="3949446" y="381762"/>
                      <a:pt x="3800348" y="381762"/>
                    </a:cubicBezTo>
                    <a:lnTo>
                      <a:pt x="1385697" y="381762"/>
                    </a:lnTo>
                    <a:cubicBezTo>
                      <a:pt x="1236599" y="381762"/>
                      <a:pt x="1113790" y="265557"/>
                      <a:pt x="1113790" y="124460"/>
                    </a:cubicBezTo>
                    <a:lnTo>
                      <a:pt x="1113790" y="0"/>
                    </a:lnTo>
                    <a:lnTo>
                      <a:pt x="482346" y="0"/>
                    </a:lnTo>
                    <a:cubicBezTo>
                      <a:pt x="216281" y="0"/>
                      <a:pt x="0" y="204724"/>
                      <a:pt x="0" y="456438"/>
                    </a:cubicBezTo>
                    <a:lnTo>
                      <a:pt x="0" y="10166731"/>
                    </a:lnTo>
                    <a:cubicBezTo>
                      <a:pt x="0" y="10418445"/>
                      <a:pt x="216281" y="10623169"/>
                      <a:pt x="482346" y="10623169"/>
                    </a:cubicBezTo>
                    <a:lnTo>
                      <a:pt x="4697857" y="10623169"/>
                    </a:lnTo>
                    <a:cubicBezTo>
                      <a:pt x="4963922" y="10623169"/>
                      <a:pt x="5180203" y="10418445"/>
                      <a:pt x="5180203" y="10166731"/>
                    </a:cubicBezTo>
                    <a:lnTo>
                      <a:pt x="5180203" y="456438"/>
                    </a:lnTo>
                    <a:cubicBezTo>
                      <a:pt x="5183124" y="204724"/>
                      <a:pt x="4966843" y="0"/>
                      <a:pt x="4697857" y="0"/>
                    </a:cubicBezTo>
                    <a:close/>
                  </a:path>
                </a:pathLst>
              </a:custGeom>
              <a:blipFill>
                <a:blip r:embed="rId7"/>
                <a:stretch>
                  <a:fillRect t="-2813" b="-2813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6675958" y="1800158"/>
              <a:ext cx="600399" cy="70085"/>
              <a:chOff x="0" y="0"/>
              <a:chExt cx="800532" cy="93447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00481" cy="93472"/>
              </a:xfrm>
              <a:custGeom>
                <a:avLst/>
                <a:gdLst/>
                <a:ahLst/>
                <a:cxnLst/>
                <a:rect l="l" t="t" r="r" b="b"/>
                <a:pathLst>
                  <a:path w="800481" h="93472">
                    <a:moveTo>
                      <a:pt x="750824" y="0"/>
                    </a:moveTo>
                    <a:lnTo>
                      <a:pt x="49657" y="0"/>
                    </a:lnTo>
                    <a:cubicBezTo>
                      <a:pt x="23368" y="0"/>
                      <a:pt x="0" y="19177"/>
                      <a:pt x="0" y="46736"/>
                    </a:cubicBezTo>
                    <a:cubicBezTo>
                      <a:pt x="0" y="74295"/>
                      <a:pt x="23368" y="93472"/>
                      <a:pt x="49657" y="93472"/>
                    </a:cubicBezTo>
                    <a:lnTo>
                      <a:pt x="750824" y="93472"/>
                    </a:lnTo>
                    <a:cubicBezTo>
                      <a:pt x="777113" y="93472"/>
                      <a:pt x="800481" y="74295"/>
                      <a:pt x="800481" y="46736"/>
                    </a:cubicBezTo>
                    <a:cubicBezTo>
                      <a:pt x="800481" y="19177"/>
                      <a:pt x="777113" y="0"/>
                      <a:pt x="750824" y="0"/>
                    </a:cubicBezTo>
                    <a:close/>
                  </a:path>
                </a:pathLst>
              </a:custGeom>
              <a:solidFill>
                <a:srgbClr val="5B5B5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467248" y="1783290"/>
              <a:ext cx="109699" cy="103432"/>
              <a:chOff x="0" y="0"/>
              <a:chExt cx="146266" cy="137909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-32" y="-1"/>
                <a:ext cx="146367" cy="137924"/>
              </a:xfrm>
              <a:custGeom>
                <a:avLst/>
                <a:gdLst/>
                <a:ahLst/>
                <a:cxnLst/>
                <a:rect l="l" t="t" r="r" b="b"/>
                <a:pathLst>
                  <a:path w="146367" h="137924">
                    <a:moveTo>
                      <a:pt x="73184" y="1"/>
                    </a:moveTo>
                    <a:cubicBezTo>
                      <a:pt x="47022" y="-126"/>
                      <a:pt x="22892" y="12955"/>
                      <a:pt x="9811" y="34418"/>
                    </a:cubicBezTo>
                    <a:cubicBezTo>
                      <a:pt x="-3270" y="55881"/>
                      <a:pt x="-3270" y="82170"/>
                      <a:pt x="9811" y="103506"/>
                    </a:cubicBezTo>
                    <a:cubicBezTo>
                      <a:pt x="22892" y="124842"/>
                      <a:pt x="47022" y="138050"/>
                      <a:pt x="73184" y="137923"/>
                    </a:cubicBezTo>
                    <a:cubicBezTo>
                      <a:pt x="99219" y="138050"/>
                      <a:pt x="123476" y="124969"/>
                      <a:pt x="136557" y="103506"/>
                    </a:cubicBezTo>
                    <a:cubicBezTo>
                      <a:pt x="149638" y="82043"/>
                      <a:pt x="149638" y="55754"/>
                      <a:pt x="136557" y="34418"/>
                    </a:cubicBezTo>
                    <a:cubicBezTo>
                      <a:pt x="123476" y="13082"/>
                      <a:pt x="99219" y="-126"/>
                      <a:pt x="73184" y="1"/>
                    </a:cubicBezTo>
                    <a:close/>
                  </a:path>
                </a:pathLst>
              </a:custGeom>
              <a:solidFill>
                <a:srgbClr val="5B5B5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4739707" y="2596896"/>
              <a:ext cx="47920" cy="348158"/>
              <a:chOff x="0" y="0"/>
              <a:chExt cx="63894" cy="46421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63881" cy="464312"/>
              </a:xfrm>
              <a:custGeom>
                <a:avLst/>
                <a:gdLst/>
                <a:ahLst/>
                <a:cxnLst/>
                <a:rect l="l" t="t" r="r" b="b"/>
                <a:pathLst>
                  <a:path w="63881" h="464312">
                    <a:moveTo>
                      <a:pt x="0" y="58039"/>
                    </a:moveTo>
                    <a:lnTo>
                      <a:pt x="0" y="403479"/>
                    </a:lnTo>
                    <a:cubicBezTo>
                      <a:pt x="0" y="436626"/>
                      <a:pt x="29083" y="464312"/>
                      <a:pt x="63881" y="464312"/>
                    </a:cubicBezTo>
                    <a:lnTo>
                      <a:pt x="63881" y="0"/>
                    </a:lnTo>
                    <a:cubicBezTo>
                      <a:pt x="29083" y="0"/>
                      <a:pt x="0" y="24892"/>
                      <a:pt x="0" y="58039"/>
                    </a:cubicBezTo>
                    <a:close/>
                  </a:path>
                </a:pathLst>
              </a:custGeom>
              <a:solidFill>
                <a:srgbClr val="EBCEB5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4739707" y="3204762"/>
              <a:ext cx="47920" cy="628479"/>
              <a:chOff x="0" y="0"/>
              <a:chExt cx="63894" cy="837971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63881" cy="837946"/>
              </a:xfrm>
              <a:custGeom>
                <a:avLst/>
                <a:gdLst/>
                <a:ahLst/>
                <a:cxnLst/>
                <a:rect l="l" t="t" r="r" b="b"/>
                <a:pathLst>
                  <a:path w="63881" h="837946">
                    <a:moveTo>
                      <a:pt x="0" y="58039"/>
                    </a:moveTo>
                    <a:lnTo>
                      <a:pt x="0" y="777113"/>
                    </a:lnTo>
                    <a:cubicBezTo>
                      <a:pt x="0" y="810260"/>
                      <a:pt x="29083" y="837946"/>
                      <a:pt x="63881" y="837946"/>
                    </a:cubicBezTo>
                    <a:lnTo>
                      <a:pt x="63881" y="0"/>
                    </a:lnTo>
                    <a:cubicBezTo>
                      <a:pt x="29083" y="0"/>
                      <a:pt x="0" y="24892"/>
                      <a:pt x="0" y="58039"/>
                    </a:cubicBezTo>
                    <a:close/>
                  </a:path>
                </a:pathLst>
              </a:custGeom>
              <a:solidFill>
                <a:srgbClr val="EBCEB5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4739707" y="3970401"/>
              <a:ext cx="47920" cy="630345"/>
              <a:chOff x="0" y="0"/>
              <a:chExt cx="63894" cy="840461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63881" cy="840486"/>
              </a:xfrm>
              <a:custGeom>
                <a:avLst/>
                <a:gdLst/>
                <a:ahLst/>
                <a:cxnLst/>
                <a:rect l="l" t="t" r="r" b="b"/>
                <a:pathLst>
                  <a:path w="63881" h="840486">
                    <a:moveTo>
                      <a:pt x="0" y="60833"/>
                    </a:moveTo>
                    <a:lnTo>
                      <a:pt x="0" y="779653"/>
                    </a:lnTo>
                    <a:cubicBezTo>
                      <a:pt x="0" y="812800"/>
                      <a:pt x="29083" y="840486"/>
                      <a:pt x="63881" y="840486"/>
                    </a:cubicBezTo>
                    <a:lnTo>
                      <a:pt x="63881" y="0"/>
                    </a:lnTo>
                    <a:cubicBezTo>
                      <a:pt x="29083" y="0"/>
                      <a:pt x="0" y="27686"/>
                      <a:pt x="0" y="60833"/>
                    </a:cubicBezTo>
                    <a:close/>
                  </a:path>
                </a:pathLst>
              </a:custGeom>
              <a:solidFill>
                <a:srgbClr val="EBCEB5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9214980" y="3412379"/>
              <a:ext cx="47920" cy="1009983"/>
              <a:chOff x="0" y="0"/>
              <a:chExt cx="63894" cy="1346644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63881" cy="1346581"/>
              </a:xfrm>
              <a:custGeom>
                <a:avLst/>
                <a:gdLst/>
                <a:ahLst/>
                <a:cxnLst/>
                <a:rect l="l" t="t" r="r" b="b"/>
                <a:pathLst>
                  <a:path w="63881" h="1346581">
                    <a:moveTo>
                      <a:pt x="0" y="0"/>
                    </a:moveTo>
                    <a:lnTo>
                      <a:pt x="0" y="1346581"/>
                    </a:lnTo>
                    <a:cubicBezTo>
                      <a:pt x="34798" y="1346581"/>
                      <a:pt x="63881" y="1318895"/>
                      <a:pt x="63881" y="1285748"/>
                    </a:cubicBezTo>
                    <a:lnTo>
                      <a:pt x="63881" y="60833"/>
                    </a:lnTo>
                    <a:cubicBezTo>
                      <a:pt x="63881" y="27686"/>
                      <a:pt x="34798" y="0"/>
                      <a:pt x="0" y="0"/>
                    </a:cubicBezTo>
                    <a:close/>
                  </a:path>
                </a:pathLst>
              </a:custGeom>
              <a:solidFill>
                <a:srgbClr val="EBCEB5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33" name="Freeform 33"/>
            <p:cNvSpPr/>
            <p:nvPr/>
          </p:nvSpPr>
          <p:spPr>
            <a:xfrm>
              <a:off x="4788017" y="1476356"/>
              <a:ext cx="4426963" cy="8467744"/>
            </a:xfrm>
            <a:custGeom>
              <a:avLst/>
              <a:gdLst/>
              <a:ahLst/>
              <a:cxnLst/>
              <a:rect l="l" t="t" r="r" b="b"/>
              <a:pathLst>
                <a:path w="4426963" h="8467744">
                  <a:moveTo>
                    <a:pt x="0" y="0"/>
                  </a:moveTo>
                  <a:lnTo>
                    <a:pt x="4426963" y="0"/>
                  </a:lnTo>
                  <a:lnTo>
                    <a:pt x="4426963" y="8467744"/>
                  </a:lnTo>
                  <a:lnTo>
                    <a:pt x="0" y="84677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grpSp>
          <p:nvGrpSpPr>
            <p:cNvPr id="59" name="Group 59"/>
            <p:cNvGrpSpPr/>
            <p:nvPr/>
          </p:nvGrpSpPr>
          <p:grpSpPr>
            <a:xfrm>
              <a:off x="5059328" y="2200709"/>
              <a:ext cx="3885174" cy="7519035"/>
              <a:chOff x="18478" y="220733"/>
              <a:chExt cx="5180232" cy="1002538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18478" y="220733"/>
                <a:ext cx="5180232" cy="10025380"/>
              </a:xfrm>
              <a:custGeom>
                <a:avLst/>
                <a:gdLst/>
                <a:ahLst/>
                <a:cxnLst/>
                <a:rect l="l" t="t" r="r" b="b"/>
                <a:pathLst>
                  <a:path w="5180203" h="10025380">
                    <a:moveTo>
                      <a:pt x="0" y="0"/>
                    </a:moveTo>
                    <a:lnTo>
                      <a:pt x="5180203" y="0"/>
                    </a:lnTo>
                    <a:lnTo>
                      <a:pt x="5180203" y="10025380"/>
                    </a:lnTo>
                    <a:lnTo>
                      <a:pt x="0" y="1002538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t="-94" b="-94"/>
                </a:stretch>
              </a:blipFill>
            </p:spPr>
            <p:txBody>
              <a:bodyPr/>
              <a:lstStyle/>
              <a:p>
                <a:endParaRPr lang="en-IN" dirty="0"/>
              </a:p>
            </p:txBody>
          </p:sp>
        </p:grp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AE6BC31-7786-61A7-FE13-E9C38F5F9FD5}"/>
              </a:ext>
            </a:extLst>
          </p:cNvPr>
          <p:cNvGrpSpPr/>
          <p:nvPr/>
        </p:nvGrpSpPr>
        <p:grpSpPr>
          <a:xfrm>
            <a:off x="9331547" y="1476356"/>
            <a:ext cx="4359002" cy="8467744"/>
            <a:chOff x="9331547" y="1476356"/>
            <a:chExt cx="4359002" cy="8467744"/>
          </a:xfrm>
        </p:grpSpPr>
        <p:grpSp>
          <p:nvGrpSpPr>
            <p:cNvPr id="35" name="Group 35"/>
            <p:cNvGrpSpPr/>
            <p:nvPr/>
          </p:nvGrpSpPr>
          <p:grpSpPr>
            <a:xfrm>
              <a:off x="13115573" y="2540498"/>
              <a:ext cx="45196" cy="348158"/>
              <a:chOff x="0" y="0"/>
              <a:chExt cx="60262" cy="46421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60198" cy="464312"/>
              </a:xfrm>
              <a:custGeom>
                <a:avLst/>
                <a:gdLst/>
                <a:ahLst/>
                <a:cxnLst/>
                <a:rect l="l" t="t" r="r" b="b"/>
                <a:pathLst>
                  <a:path w="60198" h="464312">
                    <a:moveTo>
                      <a:pt x="0" y="58039"/>
                    </a:moveTo>
                    <a:lnTo>
                      <a:pt x="0" y="403479"/>
                    </a:lnTo>
                    <a:cubicBezTo>
                      <a:pt x="0" y="436626"/>
                      <a:pt x="27432" y="464312"/>
                      <a:pt x="60198" y="464312"/>
                    </a:cubicBezTo>
                    <a:lnTo>
                      <a:pt x="60198" y="0"/>
                    </a:lnTo>
                    <a:cubicBezTo>
                      <a:pt x="27432" y="0"/>
                      <a:pt x="0" y="24892"/>
                      <a:pt x="0" y="58039"/>
                    </a:cubicBezTo>
                    <a:close/>
                  </a:path>
                </a:pathLst>
              </a:custGeom>
              <a:solidFill>
                <a:srgbClr val="EBCEB5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13115573" y="3148365"/>
              <a:ext cx="45196" cy="628479"/>
              <a:chOff x="0" y="0"/>
              <a:chExt cx="60262" cy="837971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60198" cy="837946"/>
              </a:xfrm>
              <a:custGeom>
                <a:avLst/>
                <a:gdLst/>
                <a:ahLst/>
                <a:cxnLst/>
                <a:rect l="l" t="t" r="r" b="b"/>
                <a:pathLst>
                  <a:path w="60198" h="837946">
                    <a:moveTo>
                      <a:pt x="0" y="58039"/>
                    </a:moveTo>
                    <a:lnTo>
                      <a:pt x="0" y="777113"/>
                    </a:lnTo>
                    <a:cubicBezTo>
                      <a:pt x="0" y="810260"/>
                      <a:pt x="27432" y="837946"/>
                      <a:pt x="60198" y="837946"/>
                    </a:cubicBezTo>
                    <a:lnTo>
                      <a:pt x="60198" y="0"/>
                    </a:lnTo>
                    <a:cubicBezTo>
                      <a:pt x="27432" y="0"/>
                      <a:pt x="0" y="24892"/>
                      <a:pt x="0" y="58039"/>
                    </a:cubicBezTo>
                    <a:close/>
                  </a:path>
                </a:pathLst>
              </a:custGeom>
              <a:solidFill>
                <a:srgbClr val="EBCEB5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13115573" y="3914003"/>
              <a:ext cx="45196" cy="630345"/>
              <a:chOff x="0" y="0"/>
              <a:chExt cx="60262" cy="840461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60198" cy="840486"/>
              </a:xfrm>
              <a:custGeom>
                <a:avLst/>
                <a:gdLst/>
                <a:ahLst/>
                <a:cxnLst/>
                <a:rect l="l" t="t" r="r" b="b"/>
                <a:pathLst>
                  <a:path w="60198" h="840486">
                    <a:moveTo>
                      <a:pt x="0" y="60833"/>
                    </a:moveTo>
                    <a:lnTo>
                      <a:pt x="0" y="779653"/>
                    </a:lnTo>
                    <a:cubicBezTo>
                      <a:pt x="0" y="812800"/>
                      <a:pt x="27432" y="840486"/>
                      <a:pt x="60198" y="840486"/>
                    </a:cubicBezTo>
                    <a:lnTo>
                      <a:pt x="60198" y="0"/>
                    </a:lnTo>
                    <a:cubicBezTo>
                      <a:pt x="27432" y="0"/>
                      <a:pt x="0" y="27686"/>
                      <a:pt x="0" y="60833"/>
                    </a:cubicBezTo>
                    <a:close/>
                  </a:path>
                </a:pathLst>
              </a:custGeom>
              <a:solidFill>
                <a:srgbClr val="EBCEB5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42" name="Freeform 42"/>
            <p:cNvSpPr/>
            <p:nvPr/>
          </p:nvSpPr>
          <p:spPr>
            <a:xfrm>
              <a:off x="9420463" y="1517961"/>
              <a:ext cx="4181161" cy="8384543"/>
            </a:xfrm>
            <a:custGeom>
              <a:avLst/>
              <a:gdLst/>
              <a:ahLst/>
              <a:cxnLst/>
              <a:rect l="l" t="t" r="r" b="b"/>
              <a:pathLst>
                <a:path w="4181161" h="8384543">
                  <a:moveTo>
                    <a:pt x="0" y="0"/>
                  </a:moveTo>
                  <a:lnTo>
                    <a:pt x="4181161" y="0"/>
                  </a:lnTo>
                  <a:lnTo>
                    <a:pt x="4181161" y="8384543"/>
                  </a:lnTo>
                  <a:lnTo>
                    <a:pt x="0" y="83845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9640291" y="1731569"/>
              <a:ext cx="3743811" cy="7967434"/>
              <a:chOff x="0" y="0"/>
              <a:chExt cx="4991748" cy="1062324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4991763" cy="10623169"/>
              </a:xfrm>
              <a:custGeom>
                <a:avLst/>
                <a:gdLst/>
                <a:ahLst/>
                <a:cxnLst/>
                <a:rect l="l" t="t" r="r" b="b"/>
                <a:pathLst>
                  <a:path w="4991763" h="10623169">
                    <a:moveTo>
                      <a:pt x="4526915" y="0"/>
                    </a:moveTo>
                    <a:lnTo>
                      <a:pt x="3924046" y="0"/>
                    </a:lnTo>
                    <a:lnTo>
                      <a:pt x="3924046" y="124460"/>
                    </a:lnTo>
                    <a:cubicBezTo>
                      <a:pt x="3924046" y="265557"/>
                      <a:pt x="3805682" y="381762"/>
                      <a:pt x="3662045" y="381762"/>
                    </a:cubicBezTo>
                    <a:lnTo>
                      <a:pt x="1335278" y="381762"/>
                    </a:lnTo>
                    <a:cubicBezTo>
                      <a:pt x="1191641" y="381762"/>
                      <a:pt x="1073277" y="265557"/>
                      <a:pt x="1073277" y="124460"/>
                    </a:cubicBezTo>
                    <a:lnTo>
                      <a:pt x="1073277" y="0"/>
                    </a:lnTo>
                    <a:lnTo>
                      <a:pt x="464820" y="0"/>
                    </a:lnTo>
                    <a:cubicBezTo>
                      <a:pt x="208407" y="0"/>
                      <a:pt x="0" y="204724"/>
                      <a:pt x="0" y="456438"/>
                    </a:cubicBezTo>
                    <a:lnTo>
                      <a:pt x="0" y="10166731"/>
                    </a:lnTo>
                    <a:cubicBezTo>
                      <a:pt x="0" y="10418445"/>
                      <a:pt x="208407" y="10623169"/>
                      <a:pt x="464820" y="10623169"/>
                    </a:cubicBezTo>
                    <a:lnTo>
                      <a:pt x="4526915" y="10623169"/>
                    </a:lnTo>
                    <a:cubicBezTo>
                      <a:pt x="4783201" y="10623169"/>
                      <a:pt x="4991735" y="10418445"/>
                      <a:pt x="4991735" y="10166731"/>
                    </a:cubicBezTo>
                    <a:lnTo>
                      <a:pt x="4991735" y="456438"/>
                    </a:lnTo>
                    <a:cubicBezTo>
                      <a:pt x="4994529" y="204724"/>
                      <a:pt x="4786122" y="0"/>
                      <a:pt x="4526915" y="0"/>
                    </a:cubicBezTo>
                    <a:close/>
                  </a:path>
                </a:pathLst>
              </a:custGeom>
              <a:blipFill>
                <a:blip r:embed="rId11"/>
                <a:stretch>
                  <a:fillRect t="-891" b="-892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11197342" y="1800158"/>
              <a:ext cx="578558" cy="70085"/>
              <a:chOff x="0" y="0"/>
              <a:chExt cx="771411" cy="93447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771398" cy="93472"/>
              </a:xfrm>
              <a:custGeom>
                <a:avLst/>
                <a:gdLst/>
                <a:ahLst/>
                <a:cxnLst/>
                <a:rect l="l" t="t" r="r" b="b"/>
                <a:pathLst>
                  <a:path w="771398" h="93472">
                    <a:moveTo>
                      <a:pt x="723519" y="0"/>
                    </a:moveTo>
                    <a:lnTo>
                      <a:pt x="47879" y="0"/>
                    </a:lnTo>
                    <a:cubicBezTo>
                      <a:pt x="22479" y="0"/>
                      <a:pt x="0" y="19177"/>
                      <a:pt x="0" y="46736"/>
                    </a:cubicBezTo>
                    <a:cubicBezTo>
                      <a:pt x="0" y="74295"/>
                      <a:pt x="22479" y="93472"/>
                      <a:pt x="47879" y="93472"/>
                    </a:cubicBezTo>
                    <a:lnTo>
                      <a:pt x="723519" y="93472"/>
                    </a:lnTo>
                    <a:cubicBezTo>
                      <a:pt x="748919" y="93472"/>
                      <a:pt x="771398" y="74295"/>
                      <a:pt x="771398" y="46736"/>
                    </a:cubicBezTo>
                    <a:cubicBezTo>
                      <a:pt x="771398" y="19177"/>
                      <a:pt x="748919" y="0"/>
                      <a:pt x="723519" y="0"/>
                    </a:cubicBezTo>
                    <a:close/>
                  </a:path>
                </a:pathLst>
              </a:custGeom>
              <a:solidFill>
                <a:srgbClr val="5B5B5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11959847" y="1783290"/>
              <a:ext cx="105708" cy="103432"/>
              <a:chOff x="0" y="0"/>
              <a:chExt cx="140945" cy="137909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-79" y="-1"/>
                <a:ext cx="140827" cy="137924"/>
              </a:xfrm>
              <a:custGeom>
                <a:avLst/>
                <a:gdLst/>
                <a:ahLst/>
                <a:cxnLst/>
                <a:rect l="l" t="t" r="r" b="b"/>
                <a:pathLst>
                  <a:path w="140827" h="137924">
                    <a:moveTo>
                      <a:pt x="70564" y="1"/>
                    </a:moveTo>
                    <a:cubicBezTo>
                      <a:pt x="45418" y="-126"/>
                      <a:pt x="22177" y="12955"/>
                      <a:pt x="9477" y="34418"/>
                    </a:cubicBezTo>
                    <a:cubicBezTo>
                      <a:pt x="-3223" y="55881"/>
                      <a:pt x="-3096" y="82170"/>
                      <a:pt x="9477" y="103506"/>
                    </a:cubicBezTo>
                    <a:cubicBezTo>
                      <a:pt x="22050" y="124842"/>
                      <a:pt x="45418" y="138050"/>
                      <a:pt x="70437" y="137923"/>
                    </a:cubicBezTo>
                    <a:cubicBezTo>
                      <a:pt x="95583" y="138050"/>
                      <a:pt x="118824" y="124969"/>
                      <a:pt x="131397" y="103506"/>
                    </a:cubicBezTo>
                    <a:cubicBezTo>
                      <a:pt x="143970" y="82043"/>
                      <a:pt x="143970" y="55754"/>
                      <a:pt x="131397" y="34418"/>
                    </a:cubicBezTo>
                    <a:cubicBezTo>
                      <a:pt x="118824" y="13082"/>
                      <a:pt x="95710" y="-126"/>
                      <a:pt x="70564" y="1"/>
                    </a:cubicBezTo>
                    <a:close/>
                  </a:path>
                </a:pathLst>
              </a:custGeom>
              <a:solidFill>
                <a:srgbClr val="5B5B5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9331547" y="2596896"/>
              <a:ext cx="46177" cy="348158"/>
              <a:chOff x="0" y="0"/>
              <a:chExt cx="61570" cy="46421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61595" cy="464312"/>
              </a:xfrm>
              <a:custGeom>
                <a:avLst/>
                <a:gdLst/>
                <a:ahLst/>
                <a:cxnLst/>
                <a:rect l="l" t="t" r="r" b="b"/>
                <a:pathLst>
                  <a:path w="61595" h="464312">
                    <a:moveTo>
                      <a:pt x="0" y="58039"/>
                    </a:moveTo>
                    <a:lnTo>
                      <a:pt x="0" y="403479"/>
                    </a:lnTo>
                    <a:cubicBezTo>
                      <a:pt x="0" y="436626"/>
                      <a:pt x="27940" y="464312"/>
                      <a:pt x="61595" y="464312"/>
                    </a:cubicBezTo>
                    <a:lnTo>
                      <a:pt x="61595" y="0"/>
                    </a:lnTo>
                    <a:cubicBezTo>
                      <a:pt x="27940" y="0"/>
                      <a:pt x="0" y="24892"/>
                      <a:pt x="0" y="58039"/>
                    </a:cubicBezTo>
                    <a:close/>
                  </a:path>
                </a:pathLst>
              </a:custGeom>
              <a:solidFill>
                <a:srgbClr val="EBCEB5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9331547" y="3204762"/>
              <a:ext cx="46177" cy="628479"/>
              <a:chOff x="0" y="0"/>
              <a:chExt cx="61570" cy="837971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61595" cy="837946"/>
              </a:xfrm>
              <a:custGeom>
                <a:avLst/>
                <a:gdLst/>
                <a:ahLst/>
                <a:cxnLst/>
                <a:rect l="l" t="t" r="r" b="b"/>
                <a:pathLst>
                  <a:path w="61595" h="837946">
                    <a:moveTo>
                      <a:pt x="0" y="58039"/>
                    </a:moveTo>
                    <a:lnTo>
                      <a:pt x="0" y="777113"/>
                    </a:lnTo>
                    <a:cubicBezTo>
                      <a:pt x="0" y="810260"/>
                      <a:pt x="27940" y="837946"/>
                      <a:pt x="61595" y="837946"/>
                    </a:cubicBezTo>
                    <a:lnTo>
                      <a:pt x="61595" y="0"/>
                    </a:lnTo>
                    <a:cubicBezTo>
                      <a:pt x="27940" y="0"/>
                      <a:pt x="0" y="24892"/>
                      <a:pt x="0" y="58039"/>
                    </a:cubicBezTo>
                    <a:close/>
                  </a:path>
                </a:pathLst>
              </a:custGeom>
              <a:solidFill>
                <a:srgbClr val="EBCEB5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9331547" y="3970401"/>
              <a:ext cx="46177" cy="630345"/>
              <a:chOff x="0" y="0"/>
              <a:chExt cx="61570" cy="840461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61595" cy="840486"/>
              </a:xfrm>
              <a:custGeom>
                <a:avLst/>
                <a:gdLst/>
                <a:ahLst/>
                <a:cxnLst/>
                <a:rect l="l" t="t" r="r" b="b"/>
                <a:pathLst>
                  <a:path w="61595" h="840486">
                    <a:moveTo>
                      <a:pt x="0" y="60833"/>
                    </a:moveTo>
                    <a:lnTo>
                      <a:pt x="0" y="779653"/>
                    </a:lnTo>
                    <a:cubicBezTo>
                      <a:pt x="0" y="812800"/>
                      <a:pt x="27940" y="840486"/>
                      <a:pt x="61595" y="840486"/>
                    </a:cubicBezTo>
                    <a:lnTo>
                      <a:pt x="61595" y="0"/>
                    </a:lnTo>
                    <a:cubicBezTo>
                      <a:pt x="27940" y="0"/>
                      <a:pt x="0" y="27686"/>
                      <a:pt x="0" y="60833"/>
                    </a:cubicBezTo>
                    <a:close/>
                  </a:path>
                </a:pathLst>
              </a:custGeom>
              <a:solidFill>
                <a:srgbClr val="EBCEB5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13644372" y="3412379"/>
              <a:ext cx="46177" cy="1009983"/>
              <a:chOff x="0" y="0"/>
              <a:chExt cx="61570" cy="1346644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61595" cy="1346581"/>
              </a:xfrm>
              <a:custGeom>
                <a:avLst/>
                <a:gdLst/>
                <a:ahLst/>
                <a:cxnLst/>
                <a:rect l="l" t="t" r="r" b="b"/>
                <a:pathLst>
                  <a:path w="61595" h="1346581">
                    <a:moveTo>
                      <a:pt x="0" y="0"/>
                    </a:moveTo>
                    <a:lnTo>
                      <a:pt x="0" y="1346581"/>
                    </a:lnTo>
                    <a:cubicBezTo>
                      <a:pt x="33528" y="1346581"/>
                      <a:pt x="61595" y="1318895"/>
                      <a:pt x="61595" y="1285748"/>
                    </a:cubicBezTo>
                    <a:lnTo>
                      <a:pt x="61595" y="60833"/>
                    </a:lnTo>
                    <a:cubicBezTo>
                      <a:pt x="61595" y="27686"/>
                      <a:pt x="33528" y="0"/>
                      <a:pt x="0" y="0"/>
                    </a:cubicBezTo>
                    <a:close/>
                  </a:path>
                </a:pathLst>
              </a:custGeom>
              <a:solidFill>
                <a:srgbClr val="EBCEB5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57" name="Freeform 57"/>
            <p:cNvSpPr/>
            <p:nvPr/>
          </p:nvSpPr>
          <p:spPr>
            <a:xfrm>
              <a:off x="9378105" y="1476356"/>
              <a:ext cx="4265886" cy="8467744"/>
            </a:xfrm>
            <a:custGeom>
              <a:avLst/>
              <a:gdLst/>
              <a:ahLst/>
              <a:cxnLst/>
              <a:rect l="l" t="t" r="r" b="b"/>
              <a:pathLst>
                <a:path w="4265886" h="8467744">
                  <a:moveTo>
                    <a:pt x="0" y="0"/>
                  </a:moveTo>
                  <a:lnTo>
                    <a:pt x="4265886" y="0"/>
                  </a:lnTo>
                  <a:lnTo>
                    <a:pt x="4265886" y="8467744"/>
                  </a:lnTo>
                  <a:lnTo>
                    <a:pt x="0" y="84677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grpSp>
          <p:nvGrpSpPr>
            <p:cNvPr id="61" name="Group 61"/>
            <p:cNvGrpSpPr/>
            <p:nvPr/>
          </p:nvGrpSpPr>
          <p:grpSpPr>
            <a:xfrm>
              <a:off x="9608813" y="2035159"/>
              <a:ext cx="3778282" cy="7598035"/>
              <a:chOff x="0" y="0"/>
              <a:chExt cx="5037709" cy="10130714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0" y="0"/>
                <a:ext cx="5037709" cy="10130663"/>
              </a:xfrm>
              <a:custGeom>
                <a:avLst/>
                <a:gdLst/>
                <a:ahLst/>
                <a:cxnLst/>
                <a:rect l="l" t="t" r="r" b="b"/>
                <a:pathLst>
                  <a:path w="5037709" h="10130663">
                    <a:moveTo>
                      <a:pt x="0" y="0"/>
                    </a:moveTo>
                    <a:lnTo>
                      <a:pt x="5037709" y="0"/>
                    </a:lnTo>
                    <a:lnTo>
                      <a:pt x="5037709" y="10130663"/>
                    </a:lnTo>
                    <a:lnTo>
                      <a:pt x="0" y="1013066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3"/>
                <a:stretch>
                  <a:fillRect t="-530" b="-531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B560816-2F9D-58D7-BA5E-582B46C4EC1B}"/>
              </a:ext>
            </a:extLst>
          </p:cNvPr>
          <p:cNvGrpSpPr/>
          <p:nvPr/>
        </p:nvGrpSpPr>
        <p:grpSpPr>
          <a:xfrm>
            <a:off x="13903442" y="1476356"/>
            <a:ext cx="4220175" cy="8467744"/>
            <a:chOff x="13903442" y="1476356"/>
            <a:chExt cx="4220175" cy="8467744"/>
          </a:xfrm>
        </p:grpSpPr>
        <p:sp>
          <p:nvSpPr>
            <p:cNvPr id="34" name="Freeform 34"/>
            <p:cNvSpPr/>
            <p:nvPr/>
          </p:nvSpPr>
          <p:spPr>
            <a:xfrm>
              <a:off x="13944524" y="1517961"/>
              <a:ext cx="4092064" cy="8384543"/>
            </a:xfrm>
            <a:custGeom>
              <a:avLst/>
              <a:gdLst/>
              <a:ahLst/>
              <a:cxnLst/>
              <a:rect l="l" t="t" r="r" b="b"/>
              <a:pathLst>
                <a:path w="4092064" h="8384543">
                  <a:moveTo>
                    <a:pt x="0" y="0"/>
                  </a:moveTo>
                  <a:lnTo>
                    <a:pt x="4092064" y="0"/>
                  </a:lnTo>
                  <a:lnTo>
                    <a:pt x="4092064" y="8384543"/>
                  </a:lnTo>
                  <a:lnTo>
                    <a:pt x="0" y="83845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41"/>
            <p:cNvSpPr/>
            <p:nvPr/>
          </p:nvSpPr>
          <p:spPr>
            <a:xfrm>
              <a:off x="13903442" y="1476356"/>
              <a:ext cx="4174988" cy="8467744"/>
            </a:xfrm>
            <a:custGeom>
              <a:avLst/>
              <a:gdLst/>
              <a:ahLst/>
              <a:cxnLst/>
              <a:rect l="l" t="t" r="r" b="b"/>
              <a:pathLst>
                <a:path w="4174988" h="8467744">
                  <a:moveTo>
                    <a:pt x="0" y="0"/>
                  </a:moveTo>
                  <a:lnTo>
                    <a:pt x="4174989" y="0"/>
                  </a:lnTo>
                  <a:lnTo>
                    <a:pt x="4174989" y="8467744"/>
                  </a:lnTo>
                  <a:lnTo>
                    <a:pt x="0" y="84677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grpSp>
          <p:nvGrpSpPr>
            <p:cNvPr id="63" name="Group 63"/>
            <p:cNvGrpSpPr/>
            <p:nvPr/>
          </p:nvGrpSpPr>
          <p:grpSpPr>
            <a:xfrm>
              <a:off x="14159665" y="1731569"/>
              <a:ext cx="3664039" cy="7967434"/>
              <a:chOff x="0" y="0"/>
              <a:chExt cx="4885385" cy="10623245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0" y="0"/>
                <a:ext cx="4885338" cy="10623169"/>
              </a:xfrm>
              <a:custGeom>
                <a:avLst/>
                <a:gdLst/>
                <a:ahLst/>
                <a:cxnLst/>
                <a:rect l="l" t="t" r="r" b="b"/>
                <a:pathLst>
                  <a:path w="4885338" h="10623169">
                    <a:moveTo>
                      <a:pt x="4430395" y="0"/>
                    </a:moveTo>
                    <a:lnTo>
                      <a:pt x="3840480" y="0"/>
                    </a:lnTo>
                    <a:lnTo>
                      <a:pt x="3840480" y="124460"/>
                    </a:lnTo>
                    <a:cubicBezTo>
                      <a:pt x="3840480" y="265557"/>
                      <a:pt x="3724656" y="381762"/>
                      <a:pt x="3584067" y="381762"/>
                    </a:cubicBezTo>
                    <a:lnTo>
                      <a:pt x="1306830" y="381762"/>
                    </a:lnTo>
                    <a:cubicBezTo>
                      <a:pt x="1166241" y="381762"/>
                      <a:pt x="1050417" y="265557"/>
                      <a:pt x="1050417" y="124460"/>
                    </a:cubicBezTo>
                    <a:lnTo>
                      <a:pt x="1050417" y="0"/>
                    </a:lnTo>
                    <a:lnTo>
                      <a:pt x="454914" y="0"/>
                    </a:lnTo>
                    <a:cubicBezTo>
                      <a:pt x="203962" y="0"/>
                      <a:pt x="0" y="204724"/>
                      <a:pt x="0" y="456438"/>
                    </a:cubicBezTo>
                    <a:lnTo>
                      <a:pt x="0" y="10166731"/>
                    </a:lnTo>
                    <a:cubicBezTo>
                      <a:pt x="0" y="10418445"/>
                      <a:pt x="203962" y="10623169"/>
                      <a:pt x="454914" y="10623169"/>
                    </a:cubicBezTo>
                    <a:lnTo>
                      <a:pt x="4430395" y="10623169"/>
                    </a:lnTo>
                    <a:cubicBezTo>
                      <a:pt x="4681220" y="10623169"/>
                      <a:pt x="4885309" y="10418445"/>
                      <a:pt x="4885309" y="10166731"/>
                    </a:cubicBezTo>
                    <a:lnTo>
                      <a:pt x="4885309" y="456438"/>
                    </a:lnTo>
                    <a:cubicBezTo>
                      <a:pt x="4888103" y="204724"/>
                      <a:pt x="4684141" y="0"/>
                      <a:pt x="4430395" y="0"/>
                    </a:cubicBezTo>
                    <a:close/>
                  </a:path>
                </a:pathLst>
              </a:custGeom>
              <a:blipFill>
                <a:blip r:embed="rId16"/>
                <a:stretch>
                  <a:fillRect l="-193" r="-194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15683913" y="1800158"/>
              <a:ext cx="566223" cy="70075"/>
              <a:chOff x="0" y="0"/>
              <a:chExt cx="754964" cy="93434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0" y="0"/>
                <a:ext cx="755015" cy="93472"/>
              </a:xfrm>
              <a:custGeom>
                <a:avLst/>
                <a:gdLst/>
                <a:ahLst/>
                <a:cxnLst/>
                <a:rect l="l" t="t" r="r" b="b"/>
                <a:pathLst>
                  <a:path w="755015" h="93472">
                    <a:moveTo>
                      <a:pt x="708152" y="0"/>
                    </a:moveTo>
                    <a:lnTo>
                      <a:pt x="46863" y="0"/>
                    </a:lnTo>
                    <a:cubicBezTo>
                      <a:pt x="22098" y="0"/>
                      <a:pt x="0" y="19177"/>
                      <a:pt x="0" y="46736"/>
                    </a:cubicBezTo>
                    <a:cubicBezTo>
                      <a:pt x="0" y="74295"/>
                      <a:pt x="22098" y="93472"/>
                      <a:pt x="46863" y="93472"/>
                    </a:cubicBezTo>
                    <a:lnTo>
                      <a:pt x="708152" y="93472"/>
                    </a:lnTo>
                    <a:cubicBezTo>
                      <a:pt x="732917" y="93472"/>
                      <a:pt x="755015" y="74295"/>
                      <a:pt x="755015" y="46736"/>
                    </a:cubicBezTo>
                    <a:cubicBezTo>
                      <a:pt x="755015" y="19177"/>
                      <a:pt x="732917" y="0"/>
                      <a:pt x="708152" y="0"/>
                    </a:cubicBezTo>
                    <a:close/>
                  </a:path>
                </a:pathLst>
              </a:custGeom>
              <a:solidFill>
                <a:srgbClr val="5B5B5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>
              <a:off x="16430168" y="1783290"/>
              <a:ext cx="103461" cy="103432"/>
              <a:chOff x="0" y="0"/>
              <a:chExt cx="137947" cy="137909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32" y="-1"/>
                <a:ext cx="137858" cy="137924"/>
              </a:xfrm>
              <a:custGeom>
                <a:avLst/>
                <a:gdLst/>
                <a:ahLst/>
                <a:cxnLst/>
                <a:rect l="l" t="t" r="r" b="b"/>
                <a:pathLst>
                  <a:path w="137858" h="137924">
                    <a:moveTo>
                      <a:pt x="68929" y="1"/>
                    </a:moveTo>
                    <a:cubicBezTo>
                      <a:pt x="44291" y="-126"/>
                      <a:pt x="21558" y="12955"/>
                      <a:pt x="9239" y="34418"/>
                    </a:cubicBezTo>
                    <a:cubicBezTo>
                      <a:pt x="-3080" y="55881"/>
                      <a:pt x="-3080" y="82170"/>
                      <a:pt x="9239" y="103506"/>
                    </a:cubicBezTo>
                    <a:cubicBezTo>
                      <a:pt x="21558" y="124842"/>
                      <a:pt x="44418" y="138050"/>
                      <a:pt x="68929" y="137923"/>
                    </a:cubicBezTo>
                    <a:cubicBezTo>
                      <a:pt x="93567" y="138050"/>
                      <a:pt x="116300" y="124969"/>
                      <a:pt x="128619" y="103506"/>
                    </a:cubicBezTo>
                    <a:cubicBezTo>
                      <a:pt x="140938" y="82043"/>
                      <a:pt x="140938" y="55754"/>
                      <a:pt x="128619" y="34418"/>
                    </a:cubicBezTo>
                    <a:cubicBezTo>
                      <a:pt x="116300" y="13082"/>
                      <a:pt x="93567" y="-126"/>
                      <a:pt x="68929" y="1"/>
                    </a:cubicBezTo>
                    <a:close/>
                  </a:path>
                </a:pathLst>
              </a:custGeom>
              <a:solidFill>
                <a:srgbClr val="5B5B5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69" name="Group 69"/>
            <p:cNvGrpSpPr/>
            <p:nvPr/>
          </p:nvGrpSpPr>
          <p:grpSpPr>
            <a:xfrm>
              <a:off x="18078421" y="3412379"/>
              <a:ext cx="45196" cy="1009983"/>
              <a:chOff x="0" y="0"/>
              <a:chExt cx="60262" cy="1346644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0" y="0"/>
                <a:ext cx="60198" cy="1346581"/>
              </a:xfrm>
              <a:custGeom>
                <a:avLst/>
                <a:gdLst/>
                <a:ahLst/>
                <a:cxnLst/>
                <a:rect l="l" t="t" r="r" b="b"/>
                <a:pathLst>
                  <a:path w="60198" h="1346581">
                    <a:moveTo>
                      <a:pt x="0" y="0"/>
                    </a:moveTo>
                    <a:lnTo>
                      <a:pt x="0" y="1346581"/>
                    </a:lnTo>
                    <a:cubicBezTo>
                      <a:pt x="32893" y="1346581"/>
                      <a:pt x="60198" y="1318895"/>
                      <a:pt x="60198" y="1285748"/>
                    </a:cubicBezTo>
                    <a:lnTo>
                      <a:pt x="60198" y="60833"/>
                    </a:lnTo>
                    <a:cubicBezTo>
                      <a:pt x="60198" y="27686"/>
                      <a:pt x="32893" y="0"/>
                      <a:pt x="0" y="0"/>
                    </a:cubicBezTo>
                    <a:close/>
                  </a:path>
                </a:pathLst>
              </a:custGeom>
              <a:solidFill>
                <a:srgbClr val="EBCEB5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1" name="Group 71"/>
            <p:cNvGrpSpPr/>
            <p:nvPr/>
          </p:nvGrpSpPr>
          <p:grpSpPr>
            <a:xfrm>
              <a:off x="14223482" y="2035159"/>
              <a:ext cx="3531603" cy="7535437"/>
              <a:chOff x="0" y="0"/>
              <a:chExt cx="4708804" cy="10047249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0" y="0"/>
                <a:ext cx="4708779" cy="10047224"/>
              </a:xfrm>
              <a:custGeom>
                <a:avLst/>
                <a:gdLst/>
                <a:ahLst/>
                <a:cxnLst/>
                <a:rect l="l" t="t" r="r" b="b"/>
                <a:pathLst>
                  <a:path w="4708779" h="10047224">
                    <a:moveTo>
                      <a:pt x="0" y="0"/>
                    </a:moveTo>
                    <a:lnTo>
                      <a:pt x="4708779" y="0"/>
                    </a:lnTo>
                    <a:lnTo>
                      <a:pt x="4708779" y="10047224"/>
                    </a:lnTo>
                    <a:lnTo>
                      <a:pt x="0" y="1004722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7"/>
                <a:stretch>
                  <a:fillRect l="-132" r="-132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roup 80">
            <a:extLst>
              <a:ext uri="{FF2B5EF4-FFF2-40B4-BE49-F238E27FC236}">
                <a16:creationId xmlns:a16="http://schemas.microsoft.com/office/drawing/2014/main" id="{A8D691C6-F416-65C6-160B-CBBDD6629936}"/>
              </a:ext>
            </a:extLst>
          </p:cNvPr>
          <p:cNvGrpSpPr/>
          <p:nvPr/>
        </p:nvGrpSpPr>
        <p:grpSpPr>
          <a:xfrm>
            <a:off x="161258" y="2355390"/>
            <a:ext cx="3295736" cy="6080141"/>
            <a:chOff x="161258" y="2355390"/>
            <a:chExt cx="3295736" cy="6080141"/>
          </a:xfrm>
        </p:grpSpPr>
        <p:grpSp>
          <p:nvGrpSpPr>
            <p:cNvPr id="2" name="Group 2"/>
            <p:cNvGrpSpPr/>
            <p:nvPr/>
          </p:nvGrpSpPr>
          <p:grpSpPr>
            <a:xfrm rot="-10800000">
              <a:off x="911114" y="5263791"/>
              <a:ext cx="1958731" cy="2706672"/>
              <a:chOff x="0" y="0"/>
              <a:chExt cx="2611641" cy="3608896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0" y="0"/>
                <a:ext cx="2611628" cy="3608832"/>
              </a:xfrm>
              <a:custGeom>
                <a:avLst/>
                <a:gdLst/>
                <a:ahLst/>
                <a:cxnLst/>
                <a:rect l="l" t="t" r="r" b="b"/>
                <a:pathLst>
                  <a:path w="2611628" h="3608832">
                    <a:moveTo>
                      <a:pt x="2611628" y="3608832"/>
                    </a:moveTo>
                    <a:lnTo>
                      <a:pt x="2611628" y="1469009"/>
                    </a:lnTo>
                    <a:cubicBezTo>
                      <a:pt x="2611628" y="837946"/>
                      <a:pt x="2100072" y="326390"/>
                      <a:pt x="1469009" y="326390"/>
                    </a:cubicBezTo>
                    <a:lnTo>
                      <a:pt x="652907" y="326390"/>
                    </a:lnTo>
                    <a:lnTo>
                      <a:pt x="652907" y="0"/>
                    </a:lnTo>
                    <a:lnTo>
                      <a:pt x="0" y="652907"/>
                    </a:lnTo>
                    <a:lnTo>
                      <a:pt x="652907" y="1305814"/>
                    </a:lnTo>
                    <a:lnTo>
                      <a:pt x="652907" y="979424"/>
                    </a:lnTo>
                    <a:lnTo>
                      <a:pt x="1469009" y="979424"/>
                    </a:lnTo>
                    <a:cubicBezTo>
                      <a:pt x="1739392" y="979424"/>
                      <a:pt x="1958721" y="1198626"/>
                      <a:pt x="1958721" y="1469136"/>
                    </a:cubicBezTo>
                    <a:lnTo>
                      <a:pt x="1958721" y="3608832"/>
                    </a:lnTo>
                    <a:close/>
                  </a:path>
                </a:pathLst>
              </a:custGeom>
              <a:solidFill>
                <a:srgbClr val="4F81BD"/>
              </a:solidFill>
              <a:ln w="25400" cap="sq">
                <a:solidFill>
                  <a:srgbClr val="1C334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4" name="TextBox 4"/>
            <p:cNvSpPr txBox="1"/>
            <p:nvPr/>
          </p:nvSpPr>
          <p:spPr>
            <a:xfrm>
              <a:off x="243068" y="3063678"/>
              <a:ext cx="1957492" cy="2022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Share your prescription screen:</a:t>
              </a:r>
            </a:p>
          </p:txBody>
        </p:sp>
        <p:sp>
          <p:nvSpPr>
            <p:cNvPr id="5" name="Freeform 5"/>
            <p:cNvSpPr/>
            <p:nvPr/>
          </p:nvSpPr>
          <p:spPr>
            <a:xfrm>
              <a:off x="228209" y="2385260"/>
              <a:ext cx="3161548" cy="6020400"/>
            </a:xfrm>
            <a:custGeom>
              <a:avLst/>
              <a:gdLst/>
              <a:ahLst/>
              <a:cxnLst/>
              <a:rect l="l" t="t" r="r" b="b"/>
              <a:pathLst>
                <a:path w="3161548" h="6020400">
                  <a:moveTo>
                    <a:pt x="0" y="0"/>
                  </a:moveTo>
                  <a:lnTo>
                    <a:pt x="3161548" y="0"/>
                  </a:lnTo>
                  <a:lnTo>
                    <a:pt x="3161548" y="6020400"/>
                  </a:lnTo>
                  <a:lnTo>
                    <a:pt x="0" y="602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394421" y="2538641"/>
              <a:ext cx="2830849" cy="5720906"/>
              <a:chOff x="0" y="0"/>
              <a:chExt cx="3774465" cy="7627874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3774462" cy="7627874"/>
              </a:xfrm>
              <a:custGeom>
                <a:avLst/>
                <a:gdLst/>
                <a:ahLst/>
                <a:cxnLst/>
                <a:rect l="l" t="t" r="r" b="b"/>
                <a:pathLst>
                  <a:path w="3774462" h="7627874">
                    <a:moveTo>
                      <a:pt x="3423031" y="0"/>
                    </a:moveTo>
                    <a:lnTo>
                      <a:pt x="2967101" y="0"/>
                    </a:lnTo>
                    <a:lnTo>
                      <a:pt x="2967101" y="89408"/>
                    </a:lnTo>
                    <a:cubicBezTo>
                      <a:pt x="2967101" y="190754"/>
                      <a:pt x="2877693" y="274193"/>
                      <a:pt x="2768981" y="274193"/>
                    </a:cubicBezTo>
                    <a:lnTo>
                      <a:pt x="1009650" y="274193"/>
                    </a:lnTo>
                    <a:cubicBezTo>
                      <a:pt x="901065" y="274193"/>
                      <a:pt x="811530" y="190754"/>
                      <a:pt x="811530" y="89408"/>
                    </a:cubicBezTo>
                    <a:lnTo>
                      <a:pt x="811530" y="0"/>
                    </a:lnTo>
                    <a:lnTo>
                      <a:pt x="351409" y="0"/>
                    </a:lnTo>
                    <a:cubicBezTo>
                      <a:pt x="157607" y="0"/>
                      <a:pt x="0" y="146939"/>
                      <a:pt x="0" y="327787"/>
                    </a:cubicBezTo>
                    <a:lnTo>
                      <a:pt x="0" y="7300087"/>
                    </a:lnTo>
                    <a:cubicBezTo>
                      <a:pt x="0" y="7480808"/>
                      <a:pt x="157607" y="7627874"/>
                      <a:pt x="351409" y="7627874"/>
                    </a:cubicBezTo>
                    <a:lnTo>
                      <a:pt x="3423031" y="7627874"/>
                    </a:lnTo>
                    <a:cubicBezTo>
                      <a:pt x="3616833" y="7627874"/>
                      <a:pt x="3774440" y="7480935"/>
                      <a:pt x="3774440" y="7300087"/>
                    </a:cubicBezTo>
                    <a:lnTo>
                      <a:pt x="3774440" y="327787"/>
                    </a:lnTo>
                    <a:cubicBezTo>
                      <a:pt x="3776599" y="146939"/>
                      <a:pt x="3618992" y="0"/>
                      <a:pt x="3423031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t="-3592" b="-3592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1572063" y="2587885"/>
              <a:ext cx="437464" cy="50321"/>
              <a:chOff x="0" y="0"/>
              <a:chExt cx="583286" cy="67094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583311" cy="67056"/>
              </a:xfrm>
              <a:custGeom>
                <a:avLst/>
                <a:gdLst/>
                <a:ahLst/>
                <a:cxnLst/>
                <a:rect l="l" t="t" r="r" b="b"/>
                <a:pathLst>
                  <a:path w="583311" h="67056">
                    <a:moveTo>
                      <a:pt x="547116" y="0"/>
                    </a:moveTo>
                    <a:lnTo>
                      <a:pt x="36195" y="0"/>
                    </a:lnTo>
                    <a:cubicBezTo>
                      <a:pt x="17018" y="0"/>
                      <a:pt x="0" y="13843"/>
                      <a:pt x="0" y="33528"/>
                    </a:cubicBezTo>
                    <a:cubicBezTo>
                      <a:pt x="0" y="53213"/>
                      <a:pt x="17018" y="67056"/>
                      <a:pt x="36195" y="67056"/>
                    </a:cubicBezTo>
                    <a:lnTo>
                      <a:pt x="547116" y="67056"/>
                    </a:lnTo>
                    <a:cubicBezTo>
                      <a:pt x="566293" y="67056"/>
                      <a:pt x="583311" y="53213"/>
                      <a:pt x="583311" y="33528"/>
                    </a:cubicBezTo>
                    <a:cubicBezTo>
                      <a:pt x="583311" y="13843"/>
                      <a:pt x="566293" y="0"/>
                      <a:pt x="547116" y="0"/>
                    </a:cubicBezTo>
                    <a:close/>
                  </a:path>
                </a:pathLst>
              </a:custGeom>
              <a:solidFill>
                <a:srgbClr val="5B5B5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2148621" y="2575779"/>
              <a:ext cx="79934" cy="74266"/>
              <a:chOff x="0" y="0"/>
              <a:chExt cx="106578" cy="99022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-32" y="-1"/>
                <a:ext cx="106616" cy="99063"/>
              </a:xfrm>
              <a:custGeom>
                <a:avLst/>
                <a:gdLst/>
                <a:ahLst/>
                <a:cxnLst/>
                <a:rect l="l" t="t" r="r" b="b"/>
                <a:pathLst>
                  <a:path w="106616" h="99063">
                    <a:moveTo>
                      <a:pt x="53372" y="1"/>
                    </a:moveTo>
                    <a:cubicBezTo>
                      <a:pt x="34322" y="-126"/>
                      <a:pt x="16669" y="9399"/>
                      <a:pt x="7144" y="24639"/>
                    </a:cubicBezTo>
                    <a:cubicBezTo>
                      <a:pt x="-2381" y="39879"/>
                      <a:pt x="-2381" y="58929"/>
                      <a:pt x="7144" y="74296"/>
                    </a:cubicBezTo>
                    <a:cubicBezTo>
                      <a:pt x="16669" y="89663"/>
                      <a:pt x="34322" y="99061"/>
                      <a:pt x="53372" y="99061"/>
                    </a:cubicBezTo>
                    <a:cubicBezTo>
                      <a:pt x="72422" y="99188"/>
                      <a:pt x="89948" y="89663"/>
                      <a:pt x="99473" y="74423"/>
                    </a:cubicBezTo>
                    <a:cubicBezTo>
                      <a:pt x="108998" y="59183"/>
                      <a:pt x="108998" y="40133"/>
                      <a:pt x="99473" y="24766"/>
                    </a:cubicBezTo>
                    <a:cubicBezTo>
                      <a:pt x="89948" y="9399"/>
                      <a:pt x="72295" y="-126"/>
                      <a:pt x="53372" y="1"/>
                    </a:cubicBezTo>
                    <a:close/>
                  </a:path>
                </a:pathLst>
              </a:custGeom>
              <a:solidFill>
                <a:srgbClr val="5B5B5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1258" y="3159976"/>
              <a:ext cx="34919" cy="249984"/>
              <a:chOff x="0" y="0"/>
              <a:chExt cx="46558" cy="333312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6609" cy="333375"/>
              </a:xfrm>
              <a:custGeom>
                <a:avLst/>
                <a:gdLst/>
                <a:ahLst/>
                <a:cxnLst/>
                <a:rect l="l" t="t" r="r" b="b"/>
                <a:pathLst>
                  <a:path w="46609" h="333375">
                    <a:moveTo>
                      <a:pt x="0" y="41656"/>
                    </a:moveTo>
                    <a:lnTo>
                      <a:pt x="0" y="289687"/>
                    </a:lnTo>
                    <a:cubicBezTo>
                      <a:pt x="0" y="313436"/>
                      <a:pt x="21209" y="333375"/>
                      <a:pt x="46609" y="333375"/>
                    </a:cubicBezTo>
                    <a:lnTo>
                      <a:pt x="46609" y="0"/>
                    </a:lnTo>
                    <a:cubicBezTo>
                      <a:pt x="21209" y="0"/>
                      <a:pt x="0" y="17907"/>
                      <a:pt x="0" y="41656"/>
                    </a:cubicBezTo>
                    <a:close/>
                  </a:path>
                </a:pathLst>
              </a:custGeom>
              <a:solidFill>
                <a:srgbClr val="EBCEB5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161258" y="3596440"/>
              <a:ext cx="34919" cy="451266"/>
              <a:chOff x="0" y="0"/>
              <a:chExt cx="46558" cy="601688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46609" cy="601726"/>
              </a:xfrm>
              <a:custGeom>
                <a:avLst/>
                <a:gdLst/>
                <a:ahLst/>
                <a:cxnLst/>
                <a:rect l="l" t="t" r="r" b="b"/>
                <a:pathLst>
                  <a:path w="46609" h="601726">
                    <a:moveTo>
                      <a:pt x="0" y="41656"/>
                    </a:moveTo>
                    <a:lnTo>
                      <a:pt x="0" y="558038"/>
                    </a:lnTo>
                    <a:cubicBezTo>
                      <a:pt x="0" y="581914"/>
                      <a:pt x="21209" y="601726"/>
                      <a:pt x="46609" y="601726"/>
                    </a:cubicBezTo>
                    <a:lnTo>
                      <a:pt x="46609" y="0"/>
                    </a:lnTo>
                    <a:cubicBezTo>
                      <a:pt x="21209" y="0"/>
                      <a:pt x="0" y="17907"/>
                      <a:pt x="0" y="41656"/>
                    </a:cubicBezTo>
                    <a:close/>
                  </a:path>
                </a:pathLst>
              </a:custGeom>
              <a:solidFill>
                <a:srgbClr val="EBCEB5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161258" y="4146194"/>
              <a:ext cx="34919" cy="452609"/>
              <a:chOff x="0" y="0"/>
              <a:chExt cx="46558" cy="603479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46609" cy="603504"/>
              </a:xfrm>
              <a:custGeom>
                <a:avLst/>
                <a:gdLst/>
                <a:ahLst/>
                <a:cxnLst/>
                <a:rect l="l" t="t" r="r" b="b"/>
                <a:pathLst>
                  <a:path w="46609" h="603504">
                    <a:moveTo>
                      <a:pt x="0" y="43688"/>
                    </a:moveTo>
                    <a:lnTo>
                      <a:pt x="0" y="559816"/>
                    </a:lnTo>
                    <a:cubicBezTo>
                      <a:pt x="0" y="583692"/>
                      <a:pt x="21209" y="603504"/>
                      <a:pt x="46609" y="603504"/>
                    </a:cubicBezTo>
                    <a:lnTo>
                      <a:pt x="46609" y="0"/>
                    </a:lnTo>
                    <a:cubicBezTo>
                      <a:pt x="21209" y="0"/>
                      <a:pt x="0" y="19812"/>
                      <a:pt x="0" y="43688"/>
                    </a:cubicBezTo>
                    <a:close/>
                  </a:path>
                </a:pathLst>
              </a:custGeom>
              <a:solidFill>
                <a:srgbClr val="EBCEB5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3422075" y="3745516"/>
              <a:ext cx="34919" cy="725205"/>
              <a:chOff x="0" y="0"/>
              <a:chExt cx="46558" cy="96694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46609" cy="966978"/>
              </a:xfrm>
              <a:custGeom>
                <a:avLst/>
                <a:gdLst/>
                <a:ahLst/>
                <a:cxnLst/>
                <a:rect l="l" t="t" r="r" b="b"/>
                <a:pathLst>
                  <a:path w="46609" h="966978">
                    <a:moveTo>
                      <a:pt x="0" y="0"/>
                    </a:moveTo>
                    <a:lnTo>
                      <a:pt x="0" y="966978"/>
                    </a:lnTo>
                    <a:cubicBezTo>
                      <a:pt x="25400" y="966978"/>
                      <a:pt x="46609" y="947166"/>
                      <a:pt x="46609" y="923290"/>
                    </a:cubicBezTo>
                    <a:lnTo>
                      <a:pt x="46609" y="43688"/>
                    </a:lnTo>
                    <a:cubicBezTo>
                      <a:pt x="46609" y="19812"/>
                      <a:pt x="25400" y="0"/>
                      <a:pt x="0" y="0"/>
                    </a:cubicBezTo>
                    <a:close/>
                  </a:path>
                </a:pathLst>
              </a:custGeom>
              <a:solidFill>
                <a:srgbClr val="EBCEB5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0" name="Freeform 20"/>
            <p:cNvSpPr/>
            <p:nvPr/>
          </p:nvSpPr>
          <p:spPr>
            <a:xfrm>
              <a:off x="196177" y="2355390"/>
              <a:ext cx="3225613" cy="6080141"/>
            </a:xfrm>
            <a:custGeom>
              <a:avLst/>
              <a:gdLst/>
              <a:ahLst/>
              <a:cxnLst/>
              <a:rect l="l" t="t" r="r" b="b"/>
              <a:pathLst>
                <a:path w="3225613" h="6080141">
                  <a:moveTo>
                    <a:pt x="0" y="0"/>
                  </a:moveTo>
                  <a:lnTo>
                    <a:pt x="3225613" y="0"/>
                  </a:lnTo>
                  <a:lnTo>
                    <a:pt x="3225613" y="6080140"/>
                  </a:lnTo>
                  <a:lnTo>
                    <a:pt x="0" y="60801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416462" y="2699290"/>
              <a:ext cx="2800360" cy="5461845"/>
              <a:chOff x="0" y="0"/>
              <a:chExt cx="3733813" cy="7282459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3733800" cy="7282434"/>
              </a:xfrm>
              <a:custGeom>
                <a:avLst/>
                <a:gdLst/>
                <a:ahLst/>
                <a:cxnLst/>
                <a:rect l="l" t="t" r="r" b="b"/>
                <a:pathLst>
                  <a:path w="3733800" h="7282434">
                    <a:moveTo>
                      <a:pt x="0" y="0"/>
                    </a:moveTo>
                    <a:lnTo>
                      <a:pt x="3733800" y="0"/>
                    </a:lnTo>
                    <a:lnTo>
                      <a:pt x="3733800" y="7282434"/>
                    </a:lnTo>
                    <a:lnTo>
                      <a:pt x="0" y="728243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t="-54" b="-54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CBA8B991-9945-F0FF-0978-A99ACCFA8AE3}"/>
              </a:ext>
            </a:extLst>
          </p:cNvPr>
          <p:cNvGrpSpPr/>
          <p:nvPr/>
        </p:nvGrpSpPr>
        <p:grpSpPr>
          <a:xfrm>
            <a:off x="4876800" y="2385260"/>
            <a:ext cx="3389442" cy="6192422"/>
            <a:chOff x="4876800" y="2385260"/>
            <a:chExt cx="3389442" cy="6192422"/>
          </a:xfrm>
        </p:grpSpPr>
        <p:sp>
          <p:nvSpPr>
            <p:cNvPr id="23" name="Freeform 23"/>
            <p:cNvSpPr/>
            <p:nvPr/>
          </p:nvSpPr>
          <p:spPr>
            <a:xfrm>
              <a:off x="4945647" y="2415673"/>
              <a:ext cx="3251444" cy="6131585"/>
            </a:xfrm>
            <a:custGeom>
              <a:avLst/>
              <a:gdLst/>
              <a:ahLst/>
              <a:cxnLst/>
              <a:rect l="l" t="t" r="r" b="b"/>
              <a:pathLst>
                <a:path w="3251444" h="6131585">
                  <a:moveTo>
                    <a:pt x="0" y="0"/>
                  </a:moveTo>
                  <a:lnTo>
                    <a:pt x="3251444" y="0"/>
                  </a:lnTo>
                  <a:lnTo>
                    <a:pt x="3251444" y="6131586"/>
                  </a:lnTo>
                  <a:lnTo>
                    <a:pt x="0" y="61315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5116592" y="2571893"/>
              <a:ext cx="2911345" cy="5826557"/>
              <a:chOff x="0" y="0"/>
              <a:chExt cx="3881793" cy="7768742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3881776" cy="7768717"/>
              </a:xfrm>
              <a:custGeom>
                <a:avLst/>
                <a:gdLst/>
                <a:ahLst/>
                <a:cxnLst/>
                <a:rect l="l" t="t" r="r" b="b"/>
                <a:pathLst>
                  <a:path w="3881776" h="7768717">
                    <a:moveTo>
                      <a:pt x="3520313" y="0"/>
                    </a:moveTo>
                    <a:lnTo>
                      <a:pt x="3051556" y="0"/>
                    </a:lnTo>
                    <a:lnTo>
                      <a:pt x="3051556" y="91059"/>
                    </a:lnTo>
                    <a:cubicBezTo>
                      <a:pt x="3051556" y="194183"/>
                      <a:pt x="2959608" y="279146"/>
                      <a:pt x="2847848" y="279146"/>
                    </a:cubicBezTo>
                    <a:lnTo>
                      <a:pt x="1038352" y="279146"/>
                    </a:lnTo>
                    <a:cubicBezTo>
                      <a:pt x="926592" y="279146"/>
                      <a:pt x="834644" y="194183"/>
                      <a:pt x="834644" y="91059"/>
                    </a:cubicBezTo>
                    <a:lnTo>
                      <a:pt x="834644" y="0"/>
                    </a:lnTo>
                    <a:lnTo>
                      <a:pt x="361442" y="0"/>
                    </a:lnTo>
                    <a:cubicBezTo>
                      <a:pt x="162052" y="0"/>
                      <a:pt x="0" y="149733"/>
                      <a:pt x="0" y="333756"/>
                    </a:cubicBezTo>
                    <a:lnTo>
                      <a:pt x="0" y="7434961"/>
                    </a:lnTo>
                    <a:cubicBezTo>
                      <a:pt x="0" y="7619111"/>
                      <a:pt x="162052" y="7768717"/>
                      <a:pt x="361442" y="7768717"/>
                    </a:cubicBezTo>
                    <a:lnTo>
                      <a:pt x="3520313" y="7768717"/>
                    </a:lnTo>
                    <a:cubicBezTo>
                      <a:pt x="3719703" y="7768717"/>
                      <a:pt x="3881755" y="7618984"/>
                      <a:pt x="3881755" y="7434961"/>
                    </a:cubicBezTo>
                    <a:lnTo>
                      <a:pt x="3881755" y="333756"/>
                    </a:lnTo>
                    <a:cubicBezTo>
                      <a:pt x="3883914" y="149733"/>
                      <a:pt x="3721862" y="0"/>
                      <a:pt x="3520313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t="-4116" b="-4116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6327724" y="2622042"/>
              <a:ext cx="449904" cy="51254"/>
              <a:chOff x="0" y="0"/>
              <a:chExt cx="599872" cy="68339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599821" cy="68326"/>
              </a:xfrm>
              <a:custGeom>
                <a:avLst/>
                <a:gdLst/>
                <a:ahLst/>
                <a:cxnLst/>
                <a:rect l="l" t="t" r="r" b="b"/>
                <a:pathLst>
                  <a:path w="599821" h="68326">
                    <a:moveTo>
                      <a:pt x="562610" y="0"/>
                    </a:moveTo>
                    <a:lnTo>
                      <a:pt x="37211" y="0"/>
                    </a:lnTo>
                    <a:cubicBezTo>
                      <a:pt x="17526" y="0"/>
                      <a:pt x="0" y="14097"/>
                      <a:pt x="0" y="34163"/>
                    </a:cubicBezTo>
                    <a:cubicBezTo>
                      <a:pt x="0" y="54229"/>
                      <a:pt x="17526" y="68326"/>
                      <a:pt x="37211" y="68326"/>
                    </a:cubicBezTo>
                    <a:lnTo>
                      <a:pt x="562610" y="68326"/>
                    </a:lnTo>
                    <a:cubicBezTo>
                      <a:pt x="582295" y="68326"/>
                      <a:pt x="599821" y="54229"/>
                      <a:pt x="599821" y="34163"/>
                    </a:cubicBezTo>
                    <a:cubicBezTo>
                      <a:pt x="599821" y="14097"/>
                      <a:pt x="582422" y="0"/>
                      <a:pt x="562610" y="0"/>
                    </a:cubicBezTo>
                    <a:close/>
                  </a:path>
                </a:pathLst>
              </a:custGeom>
              <a:solidFill>
                <a:srgbClr val="5B5B5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6920675" y="2609717"/>
              <a:ext cx="82210" cy="75638"/>
              <a:chOff x="0" y="0"/>
              <a:chExt cx="109614" cy="100851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32" y="-1"/>
                <a:ext cx="109712" cy="100840"/>
              </a:xfrm>
              <a:custGeom>
                <a:avLst/>
                <a:gdLst/>
                <a:ahLst/>
                <a:cxnLst/>
                <a:rect l="l" t="t" r="r" b="b"/>
                <a:pathLst>
                  <a:path w="109712" h="100840">
                    <a:moveTo>
                      <a:pt x="54832" y="1"/>
                    </a:moveTo>
                    <a:cubicBezTo>
                      <a:pt x="35274" y="-126"/>
                      <a:pt x="17113" y="9526"/>
                      <a:pt x="7334" y="25147"/>
                    </a:cubicBezTo>
                    <a:cubicBezTo>
                      <a:pt x="-2445" y="40768"/>
                      <a:pt x="-2445" y="60072"/>
                      <a:pt x="7334" y="75693"/>
                    </a:cubicBezTo>
                    <a:cubicBezTo>
                      <a:pt x="17113" y="91314"/>
                      <a:pt x="35274" y="100966"/>
                      <a:pt x="54832" y="100839"/>
                    </a:cubicBezTo>
                    <a:cubicBezTo>
                      <a:pt x="74390" y="100966"/>
                      <a:pt x="92424" y="91314"/>
                      <a:pt x="102330" y="75693"/>
                    </a:cubicBezTo>
                    <a:cubicBezTo>
                      <a:pt x="112236" y="60072"/>
                      <a:pt x="112109" y="40768"/>
                      <a:pt x="102330" y="25147"/>
                    </a:cubicBezTo>
                    <a:cubicBezTo>
                      <a:pt x="92551" y="9526"/>
                      <a:pt x="74263" y="-126"/>
                      <a:pt x="54832" y="1"/>
                    </a:cubicBezTo>
                    <a:close/>
                  </a:path>
                </a:pathLst>
              </a:custGeom>
              <a:solidFill>
                <a:srgbClr val="5B5B5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4876800" y="3204705"/>
              <a:ext cx="35909" cy="254603"/>
              <a:chOff x="0" y="0"/>
              <a:chExt cx="47879" cy="339471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47879" cy="339471"/>
              </a:xfrm>
              <a:custGeom>
                <a:avLst/>
                <a:gdLst/>
                <a:ahLst/>
                <a:cxnLst/>
                <a:rect l="l" t="t" r="r" b="b"/>
                <a:pathLst>
                  <a:path w="47879" h="339471">
                    <a:moveTo>
                      <a:pt x="0" y="42418"/>
                    </a:moveTo>
                    <a:lnTo>
                      <a:pt x="0" y="295021"/>
                    </a:lnTo>
                    <a:cubicBezTo>
                      <a:pt x="0" y="319278"/>
                      <a:pt x="21717" y="339471"/>
                      <a:pt x="47879" y="339471"/>
                    </a:cubicBezTo>
                    <a:lnTo>
                      <a:pt x="47879" y="0"/>
                    </a:lnTo>
                    <a:cubicBezTo>
                      <a:pt x="21717" y="0"/>
                      <a:pt x="0" y="18161"/>
                      <a:pt x="0" y="42418"/>
                    </a:cubicBezTo>
                    <a:close/>
                  </a:path>
                </a:pathLst>
              </a:custGeom>
              <a:solidFill>
                <a:srgbClr val="EBCEB5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4876800" y="3649228"/>
              <a:ext cx="35909" cy="459600"/>
              <a:chOff x="0" y="0"/>
              <a:chExt cx="47879" cy="6128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47879" cy="612648"/>
              </a:xfrm>
              <a:custGeom>
                <a:avLst/>
                <a:gdLst/>
                <a:ahLst/>
                <a:cxnLst/>
                <a:rect l="l" t="t" r="r" b="b"/>
                <a:pathLst>
                  <a:path w="47879" h="612648">
                    <a:moveTo>
                      <a:pt x="0" y="42418"/>
                    </a:moveTo>
                    <a:lnTo>
                      <a:pt x="0" y="568198"/>
                    </a:lnTo>
                    <a:cubicBezTo>
                      <a:pt x="0" y="592455"/>
                      <a:pt x="21717" y="612648"/>
                      <a:pt x="47879" y="612648"/>
                    </a:cubicBezTo>
                    <a:lnTo>
                      <a:pt x="47879" y="0"/>
                    </a:lnTo>
                    <a:cubicBezTo>
                      <a:pt x="21717" y="0"/>
                      <a:pt x="0" y="18161"/>
                      <a:pt x="0" y="42418"/>
                    </a:cubicBezTo>
                    <a:close/>
                  </a:path>
                </a:pathLst>
              </a:custGeom>
              <a:solidFill>
                <a:srgbClr val="EBCEB5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4876800" y="4209136"/>
              <a:ext cx="35909" cy="460972"/>
              <a:chOff x="0" y="0"/>
              <a:chExt cx="47879" cy="614629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47879" cy="614553"/>
              </a:xfrm>
              <a:custGeom>
                <a:avLst/>
                <a:gdLst/>
                <a:ahLst/>
                <a:cxnLst/>
                <a:rect l="l" t="t" r="r" b="b"/>
                <a:pathLst>
                  <a:path w="47879" h="614553">
                    <a:moveTo>
                      <a:pt x="0" y="44450"/>
                    </a:moveTo>
                    <a:lnTo>
                      <a:pt x="0" y="570103"/>
                    </a:lnTo>
                    <a:cubicBezTo>
                      <a:pt x="0" y="594360"/>
                      <a:pt x="21717" y="614553"/>
                      <a:pt x="47879" y="614553"/>
                    </a:cubicBezTo>
                    <a:lnTo>
                      <a:pt x="47879" y="0"/>
                    </a:lnTo>
                    <a:cubicBezTo>
                      <a:pt x="21717" y="0"/>
                      <a:pt x="0" y="20193"/>
                      <a:pt x="0" y="44450"/>
                    </a:cubicBezTo>
                    <a:close/>
                  </a:path>
                </a:pathLst>
              </a:custGeom>
              <a:solidFill>
                <a:srgbClr val="EBCEB5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8230333" y="3801056"/>
              <a:ext cx="35909" cy="738597"/>
              <a:chOff x="0" y="0"/>
              <a:chExt cx="47879" cy="984796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47879" cy="984758"/>
              </a:xfrm>
              <a:custGeom>
                <a:avLst/>
                <a:gdLst/>
                <a:ahLst/>
                <a:cxnLst/>
                <a:rect l="l" t="t" r="r" b="b"/>
                <a:pathLst>
                  <a:path w="47879" h="984758">
                    <a:moveTo>
                      <a:pt x="0" y="0"/>
                    </a:moveTo>
                    <a:lnTo>
                      <a:pt x="0" y="984758"/>
                    </a:lnTo>
                    <a:cubicBezTo>
                      <a:pt x="26162" y="984758"/>
                      <a:pt x="47879" y="964565"/>
                      <a:pt x="47879" y="940308"/>
                    </a:cubicBezTo>
                    <a:lnTo>
                      <a:pt x="47879" y="44450"/>
                    </a:lnTo>
                    <a:cubicBezTo>
                      <a:pt x="47879" y="20193"/>
                      <a:pt x="26162" y="0"/>
                      <a:pt x="0" y="0"/>
                    </a:cubicBezTo>
                    <a:close/>
                  </a:path>
                </a:pathLst>
              </a:custGeom>
              <a:solidFill>
                <a:srgbClr val="EBCEB5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38" name="Freeform 38"/>
            <p:cNvSpPr/>
            <p:nvPr/>
          </p:nvSpPr>
          <p:spPr>
            <a:xfrm>
              <a:off x="4912709" y="2385260"/>
              <a:ext cx="3317329" cy="6192422"/>
            </a:xfrm>
            <a:custGeom>
              <a:avLst/>
              <a:gdLst/>
              <a:ahLst/>
              <a:cxnLst/>
              <a:rect l="l" t="t" r="r" b="b"/>
              <a:pathLst>
                <a:path w="3317329" h="6192422">
                  <a:moveTo>
                    <a:pt x="0" y="0"/>
                  </a:moveTo>
                  <a:lnTo>
                    <a:pt x="3317329" y="0"/>
                  </a:lnTo>
                  <a:lnTo>
                    <a:pt x="3317329" y="6192422"/>
                  </a:lnTo>
                  <a:lnTo>
                    <a:pt x="0" y="6192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grpSp>
          <p:nvGrpSpPr>
            <p:cNvPr id="39" name="Group 39"/>
            <p:cNvGrpSpPr/>
            <p:nvPr/>
          </p:nvGrpSpPr>
          <p:grpSpPr>
            <a:xfrm>
              <a:off x="5095504" y="2810617"/>
              <a:ext cx="2885732" cy="5520823"/>
              <a:chOff x="0" y="0"/>
              <a:chExt cx="3847643" cy="7361098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3847592" cy="7361047"/>
              </a:xfrm>
              <a:custGeom>
                <a:avLst/>
                <a:gdLst/>
                <a:ahLst/>
                <a:cxnLst/>
                <a:rect l="l" t="t" r="r" b="b"/>
                <a:pathLst>
                  <a:path w="3847592" h="7361047">
                    <a:moveTo>
                      <a:pt x="0" y="0"/>
                    </a:moveTo>
                    <a:lnTo>
                      <a:pt x="3847592" y="0"/>
                    </a:lnTo>
                    <a:lnTo>
                      <a:pt x="3847592" y="7361047"/>
                    </a:lnTo>
                    <a:lnTo>
                      <a:pt x="0" y="736104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-61" r="-63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EBA77B61-C101-52F5-7C4D-653EF9B588E2}"/>
              </a:ext>
            </a:extLst>
          </p:cNvPr>
          <p:cNvGrpSpPr/>
          <p:nvPr/>
        </p:nvGrpSpPr>
        <p:grpSpPr>
          <a:xfrm>
            <a:off x="9875530" y="2385260"/>
            <a:ext cx="3317338" cy="6162008"/>
            <a:chOff x="9875530" y="2385260"/>
            <a:chExt cx="3317338" cy="6162008"/>
          </a:xfrm>
        </p:grpSpPr>
        <p:sp>
          <p:nvSpPr>
            <p:cNvPr id="41" name="Freeform 41"/>
            <p:cNvSpPr/>
            <p:nvPr/>
          </p:nvSpPr>
          <p:spPr>
            <a:xfrm>
              <a:off x="9942919" y="2415530"/>
              <a:ext cx="3182264" cy="6101458"/>
            </a:xfrm>
            <a:custGeom>
              <a:avLst/>
              <a:gdLst/>
              <a:ahLst/>
              <a:cxnLst/>
              <a:rect l="l" t="t" r="r" b="b"/>
              <a:pathLst>
                <a:path w="3182264" h="6101458">
                  <a:moveTo>
                    <a:pt x="0" y="0"/>
                  </a:moveTo>
                  <a:lnTo>
                    <a:pt x="3182264" y="0"/>
                  </a:lnTo>
                  <a:lnTo>
                    <a:pt x="3182264" y="6101458"/>
                  </a:lnTo>
                  <a:lnTo>
                    <a:pt x="0" y="6101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grpSp>
          <p:nvGrpSpPr>
            <p:cNvPr id="42" name="Group 42"/>
            <p:cNvGrpSpPr/>
            <p:nvPr/>
          </p:nvGrpSpPr>
          <p:grpSpPr>
            <a:xfrm>
              <a:off x="10110226" y="2570978"/>
              <a:ext cx="2849404" cy="5797925"/>
              <a:chOff x="0" y="0"/>
              <a:chExt cx="3799205" cy="7730566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3799227" cy="7730744"/>
              </a:xfrm>
              <a:custGeom>
                <a:avLst/>
                <a:gdLst/>
                <a:ahLst/>
                <a:cxnLst/>
                <a:rect l="l" t="t" r="r" b="b"/>
                <a:pathLst>
                  <a:path w="3799227" h="7730744">
                    <a:moveTo>
                      <a:pt x="3445383" y="0"/>
                    </a:moveTo>
                    <a:lnTo>
                      <a:pt x="2986659" y="0"/>
                    </a:lnTo>
                    <a:lnTo>
                      <a:pt x="2986659" y="90551"/>
                    </a:lnTo>
                    <a:cubicBezTo>
                      <a:pt x="2986659" y="193167"/>
                      <a:pt x="2896616" y="277749"/>
                      <a:pt x="2787269" y="277749"/>
                    </a:cubicBezTo>
                    <a:lnTo>
                      <a:pt x="1016254" y="277749"/>
                    </a:lnTo>
                    <a:cubicBezTo>
                      <a:pt x="906907" y="277749"/>
                      <a:pt x="816864" y="193167"/>
                      <a:pt x="816864" y="90551"/>
                    </a:cubicBezTo>
                    <a:lnTo>
                      <a:pt x="816864" y="0"/>
                    </a:lnTo>
                    <a:lnTo>
                      <a:pt x="353822" y="0"/>
                    </a:lnTo>
                    <a:cubicBezTo>
                      <a:pt x="158623" y="0"/>
                      <a:pt x="0" y="148971"/>
                      <a:pt x="0" y="332232"/>
                    </a:cubicBezTo>
                    <a:lnTo>
                      <a:pt x="0" y="7398512"/>
                    </a:lnTo>
                    <a:cubicBezTo>
                      <a:pt x="0" y="7581774"/>
                      <a:pt x="158623" y="7730744"/>
                      <a:pt x="353822" y="7730744"/>
                    </a:cubicBezTo>
                    <a:lnTo>
                      <a:pt x="3445383" y="7730744"/>
                    </a:lnTo>
                    <a:cubicBezTo>
                      <a:pt x="3640455" y="7730744"/>
                      <a:pt x="3799205" y="7581774"/>
                      <a:pt x="3799205" y="7398512"/>
                    </a:cubicBezTo>
                    <a:lnTo>
                      <a:pt x="3799205" y="332232"/>
                    </a:lnTo>
                    <a:cubicBezTo>
                      <a:pt x="3801364" y="148971"/>
                      <a:pt x="3642614" y="0"/>
                      <a:pt x="3445383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t="-3226" b="-3224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11295583" y="2620880"/>
              <a:ext cx="440331" cy="50997"/>
              <a:chOff x="0" y="0"/>
              <a:chExt cx="587108" cy="67996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587121" cy="67945"/>
              </a:xfrm>
              <a:custGeom>
                <a:avLst/>
                <a:gdLst/>
                <a:ahLst/>
                <a:cxnLst/>
                <a:rect l="l" t="t" r="r" b="b"/>
                <a:pathLst>
                  <a:path w="587121" h="67945">
                    <a:moveTo>
                      <a:pt x="550672" y="0"/>
                    </a:moveTo>
                    <a:lnTo>
                      <a:pt x="36449" y="0"/>
                    </a:lnTo>
                    <a:cubicBezTo>
                      <a:pt x="17145" y="0"/>
                      <a:pt x="0" y="13970"/>
                      <a:pt x="0" y="34036"/>
                    </a:cubicBezTo>
                    <a:cubicBezTo>
                      <a:pt x="0" y="54102"/>
                      <a:pt x="17145" y="67945"/>
                      <a:pt x="36449" y="67945"/>
                    </a:cubicBezTo>
                    <a:lnTo>
                      <a:pt x="550672" y="67945"/>
                    </a:lnTo>
                    <a:cubicBezTo>
                      <a:pt x="569976" y="67945"/>
                      <a:pt x="587121" y="53975"/>
                      <a:pt x="587121" y="33909"/>
                    </a:cubicBezTo>
                    <a:cubicBezTo>
                      <a:pt x="587121" y="13843"/>
                      <a:pt x="569976" y="0"/>
                      <a:pt x="550672" y="0"/>
                    </a:cubicBezTo>
                    <a:close/>
                  </a:path>
                </a:pathLst>
              </a:custGeom>
              <a:solidFill>
                <a:srgbClr val="5B5B5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11875922" y="2608612"/>
              <a:ext cx="80458" cy="75267"/>
              <a:chOff x="0" y="0"/>
              <a:chExt cx="107277" cy="100355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48" y="-1"/>
                <a:ext cx="107267" cy="100332"/>
              </a:xfrm>
              <a:custGeom>
                <a:avLst/>
                <a:gdLst/>
                <a:ahLst/>
                <a:cxnLst/>
                <a:rect l="l" t="t" r="r" b="b"/>
                <a:pathLst>
                  <a:path w="107267" h="100332">
                    <a:moveTo>
                      <a:pt x="53546" y="1"/>
                    </a:moveTo>
                    <a:cubicBezTo>
                      <a:pt x="34496" y="-126"/>
                      <a:pt x="16716" y="9526"/>
                      <a:pt x="7191" y="25020"/>
                    </a:cubicBezTo>
                    <a:cubicBezTo>
                      <a:pt x="-2334" y="40514"/>
                      <a:pt x="-2461" y="59818"/>
                      <a:pt x="7191" y="75312"/>
                    </a:cubicBezTo>
                    <a:cubicBezTo>
                      <a:pt x="16843" y="90806"/>
                      <a:pt x="34496" y="100458"/>
                      <a:pt x="53546" y="100331"/>
                    </a:cubicBezTo>
                    <a:cubicBezTo>
                      <a:pt x="72723" y="100458"/>
                      <a:pt x="90376" y="90806"/>
                      <a:pt x="100028" y="75312"/>
                    </a:cubicBezTo>
                    <a:cubicBezTo>
                      <a:pt x="109680" y="59818"/>
                      <a:pt x="109680" y="40514"/>
                      <a:pt x="100028" y="25020"/>
                    </a:cubicBezTo>
                    <a:cubicBezTo>
                      <a:pt x="90376" y="9526"/>
                      <a:pt x="72723" y="-126"/>
                      <a:pt x="53546" y="1"/>
                    </a:cubicBezTo>
                    <a:close/>
                  </a:path>
                </a:pathLst>
              </a:custGeom>
              <a:solidFill>
                <a:srgbClr val="5B5B5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9875530" y="3200676"/>
              <a:ext cx="35147" cy="253355"/>
              <a:chOff x="0" y="0"/>
              <a:chExt cx="46863" cy="337807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46863" cy="337820"/>
              </a:xfrm>
              <a:custGeom>
                <a:avLst/>
                <a:gdLst/>
                <a:ahLst/>
                <a:cxnLst/>
                <a:rect l="l" t="t" r="r" b="b"/>
                <a:pathLst>
                  <a:path w="46863" h="337820">
                    <a:moveTo>
                      <a:pt x="0" y="42164"/>
                    </a:moveTo>
                    <a:lnTo>
                      <a:pt x="0" y="293624"/>
                    </a:lnTo>
                    <a:cubicBezTo>
                      <a:pt x="0" y="317754"/>
                      <a:pt x="21336" y="337820"/>
                      <a:pt x="46863" y="337820"/>
                    </a:cubicBezTo>
                    <a:lnTo>
                      <a:pt x="46863" y="0"/>
                    </a:lnTo>
                    <a:cubicBezTo>
                      <a:pt x="21336" y="0"/>
                      <a:pt x="0" y="18034"/>
                      <a:pt x="0" y="42164"/>
                    </a:cubicBezTo>
                    <a:close/>
                  </a:path>
                </a:pathLst>
              </a:custGeom>
              <a:solidFill>
                <a:srgbClr val="EBCEB5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9875530" y="3643017"/>
              <a:ext cx="35147" cy="457343"/>
              <a:chOff x="0" y="0"/>
              <a:chExt cx="46863" cy="60979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46863" cy="609854"/>
              </a:xfrm>
              <a:custGeom>
                <a:avLst/>
                <a:gdLst/>
                <a:ahLst/>
                <a:cxnLst/>
                <a:rect l="l" t="t" r="r" b="b"/>
                <a:pathLst>
                  <a:path w="46863" h="609854">
                    <a:moveTo>
                      <a:pt x="0" y="42291"/>
                    </a:moveTo>
                    <a:lnTo>
                      <a:pt x="0" y="565531"/>
                    </a:lnTo>
                    <a:cubicBezTo>
                      <a:pt x="0" y="589661"/>
                      <a:pt x="21336" y="609854"/>
                      <a:pt x="46863" y="609854"/>
                    </a:cubicBezTo>
                    <a:lnTo>
                      <a:pt x="46863" y="0"/>
                    </a:lnTo>
                    <a:cubicBezTo>
                      <a:pt x="21336" y="0"/>
                      <a:pt x="0" y="18161"/>
                      <a:pt x="0" y="42291"/>
                    </a:cubicBezTo>
                    <a:close/>
                  </a:path>
                </a:pathLst>
              </a:custGeom>
              <a:solidFill>
                <a:srgbClr val="EBCEB5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9875530" y="4200182"/>
              <a:ext cx="35147" cy="458705"/>
              <a:chOff x="0" y="0"/>
              <a:chExt cx="46863" cy="611607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46863" cy="611632"/>
              </a:xfrm>
              <a:custGeom>
                <a:avLst/>
                <a:gdLst/>
                <a:ahLst/>
                <a:cxnLst/>
                <a:rect l="l" t="t" r="r" b="b"/>
                <a:pathLst>
                  <a:path w="46863" h="611632">
                    <a:moveTo>
                      <a:pt x="0" y="44323"/>
                    </a:moveTo>
                    <a:lnTo>
                      <a:pt x="0" y="567309"/>
                    </a:lnTo>
                    <a:cubicBezTo>
                      <a:pt x="0" y="591439"/>
                      <a:pt x="21336" y="611632"/>
                      <a:pt x="46863" y="611632"/>
                    </a:cubicBezTo>
                    <a:lnTo>
                      <a:pt x="46863" y="0"/>
                    </a:lnTo>
                    <a:cubicBezTo>
                      <a:pt x="21336" y="0"/>
                      <a:pt x="0" y="20066"/>
                      <a:pt x="0" y="44323"/>
                    </a:cubicBezTo>
                    <a:close/>
                  </a:path>
                </a:pathLst>
              </a:custGeom>
              <a:solidFill>
                <a:srgbClr val="EBCEB5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13157721" y="3794103"/>
              <a:ext cx="35147" cy="734968"/>
              <a:chOff x="0" y="0"/>
              <a:chExt cx="46863" cy="979957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46863" cy="979932"/>
              </a:xfrm>
              <a:custGeom>
                <a:avLst/>
                <a:gdLst/>
                <a:ahLst/>
                <a:cxnLst/>
                <a:rect l="l" t="t" r="r" b="b"/>
                <a:pathLst>
                  <a:path w="46863" h="979932">
                    <a:moveTo>
                      <a:pt x="0" y="0"/>
                    </a:moveTo>
                    <a:lnTo>
                      <a:pt x="0" y="979932"/>
                    </a:lnTo>
                    <a:cubicBezTo>
                      <a:pt x="25527" y="979932"/>
                      <a:pt x="46863" y="959866"/>
                      <a:pt x="46863" y="935609"/>
                    </a:cubicBezTo>
                    <a:lnTo>
                      <a:pt x="46863" y="44323"/>
                    </a:lnTo>
                    <a:cubicBezTo>
                      <a:pt x="46863" y="20066"/>
                      <a:pt x="25527" y="0"/>
                      <a:pt x="0" y="0"/>
                    </a:cubicBezTo>
                    <a:close/>
                  </a:path>
                </a:pathLst>
              </a:custGeom>
              <a:solidFill>
                <a:srgbClr val="EBCEB5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56" name="Freeform 56"/>
            <p:cNvSpPr/>
            <p:nvPr/>
          </p:nvSpPr>
          <p:spPr>
            <a:xfrm>
              <a:off x="9910677" y="2385260"/>
              <a:ext cx="3246749" cy="6162008"/>
            </a:xfrm>
            <a:custGeom>
              <a:avLst/>
              <a:gdLst/>
              <a:ahLst/>
              <a:cxnLst/>
              <a:rect l="l" t="t" r="r" b="b"/>
              <a:pathLst>
                <a:path w="3246749" h="6162008">
                  <a:moveTo>
                    <a:pt x="0" y="0"/>
                  </a:moveTo>
                  <a:lnTo>
                    <a:pt x="3246748" y="0"/>
                  </a:lnTo>
                  <a:lnTo>
                    <a:pt x="3246748" y="6162008"/>
                  </a:lnTo>
                  <a:lnTo>
                    <a:pt x="0" y="61620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grpSp>
          <p:nvGrpSpPr>
            <p:cNvPr id="57" name="Group 57"/>
            <p:cNvGrpSpPr/>
            <p:nvPr/>
          </p:nvGrpSpPr>
          <p:grpSpPr>
            <a:xfrm>
              <a:off x="10109930" y="2785824"/>
              <a:ext cx="2881932" cy="5570382"/>
              <a:chOff x="0" y="0"/>
              <a:chExt cx="3842576" cy="7427176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3842639" cy="7427214"/>
              </a:xfrm>
              <a:custGeom>
                <a:avLst/>
                <a:gdLst/>
                <a:ahLst/>
                <a:cxnLst/>
                <a:rect l="l" t="t" r="r" b="b"/>
                <a:pathLst>
                  <a:path w="3842639" h="7427214">
                    <a:moveTo>
                      <a:pt x="0" y="0"/>
                    </a:moveTo>
                    <a:lnTo>
                      <a:pt x="3842639" y="0"/>
                    </a:lnTo>
                    <a:lnTo>
                      <a:pt x="3842639" y="7427214"/>
                    </a:lnTo>
                    <a:lnTo>
                      <a:pt x="0" y="742721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2"/>
                <a:stretch>
                  <a:fillRect l="-52" r="-50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13865480-1581-9006-5639-96DA0E0BC186}"/>
              </a:ext>
            </a:extLst>
          </p:cNvPr>
          <p:cNvGrpSpPr/>
          <p:nvPr/>
        </p:nvGrpSpPr>
        <p:grpSpPr>
          <a:xfrm>
            <a:off x="14493288" y="2415530"/>
            <a:ext cx="3378260" cy="6131728"/>
            <a:chOff x="14493288" y="2415530"/>
            <a:chExt cx="3378260" cy="6131728"/>
          </a:xfrm>
        </p:grpSpPr>
        <p:sp>
          <p:nvSpPr>
            <p:cNvPr id="59" name="Freeform 59"/>
            <p:cNvSpPr/>
            <p:nvPr/>
          </p:nvSpPr>
          <p:spPr>
            <a:xfrm>
              <a:off x="14561915" y="2445649"/>
              <a:ext cx="3240710" cy="6071483"/>
            </a:xfrm>
            <a:custGeom>
              <a:avLst/>
              <a:gdLst/>
              <a:ahLst/>
              <a:cxnLst/>
              <a:rect l="l" t="t" r="r" b="b"/>
              <a:pathLst>
                <a:path w="3240710" h="6071483">
                  <a:moveTo>
                    <a:pt x="0" y="0"/>
                  </a:moveTo>
                  <a:lnTo>
                    <a:pt x="3240710" y="0"/>
                  </a:lnTo>
                  <a:lnTo>
                    <a:pt x="3240710" y="6071482"/>
                  </a:lnTo>
                  <a:lnTo>
                    <a:pt x="0" y="60714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grpSp>
          <p:nvGrpSpPr>
            <p:cNvPr id="60" name="Group 60"/>
            <p:cNvGrpSpPr/>
            <p:nvPr/>
          </p:nvGrpSpPr>
          <p:grpSpPr>
            <a:xfrm>
              <a:off x="14732289" y="2600335"/>
              <a:ext cx="2901734" cy="5769445"/>
              <a:chOff x="0" y="0"/>
              <a:chExt cx="3868979" cy="7692593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0" y="0"/>
                <a:ext cx="3869074" cy="7692644"/>
              </a:xfrm>
              <a:custGeom>
                <a:avLst/>
                <a:gdLst/>
                <a:ahLst/>
                <a:cxnLst/>
                <a:rect l="l" t="t" r="r" b="b"/>
                <a:pathLst>
                  <a:path w="3869074" h="7692644">
                    <a:moveTo>
                      <a:pt x="3508756" y="0"/>
                    </a:moveTo>
                    <a:lnTo>
                      <a:pt x="3041396" y="0"/>
                    </a:lnTo>
                    <a:lnTo>
                      <a:pt x="3041396" y="90170"/>
                    </a:lnTo>
                    <a:cubicBezTo>
                      <a:pt x="3041396" y="192278"/>
                      <a:pt x="2949702" y="276479"/>
                      <a:pt x="2838323" y="276479"/>
                    </a:cubicBezTo>
                    <a:lnTo>
                      <a:pt x="1034923" y="276479"/>
                    </a:lnTo>
                    <a:cubicBezTo>
                      <a:pt x="923544" y="276479"/>
                      <a:pt x="831850" y="192278"/>
                      <a:pt x="831850" y="90170"/>
                    </a:cubicBezTo>
                    <a:lnTo>
                      <a:pt x="831850" y="0"/>
                    </a:lnTo>
                    <a:lnTo>
                      <a:pt x="360299" y="0"/>
                    </a:lnTo>
                    <a:cubicBezTo>
                      <a:pt x="161544" y="0"/>
                      <a:pt x="0" y="148209"/>
                      <a:pt x="0" y="330581"/>
                    </a:cubicBezTo>
                    <a:lnTo>
                      <a:pt x="0" y="7362063"/>
                    </a:lnTo>
                    <a:cubicBezTo>
                      <a:pt x="0" y="7544308"/>
                      <a:pt x="161544" y="7692644"/>
                      <a:pt x="360299" y="7692644"/>
                    </a:cubicBezTo>
                    <a:lnTo>
                      <a:pt x="3508756" y="7692644"/>
                    </a:lnTo>
                    <a:cubicBezTo>
                      <a:pt x="3707384" y="7692644"/>
                      <a:pt x="3869055" y="7544435"/>
                      <a:pt x="3869055" y="7362063"/>
                    </a:cubicBezTo>
                    <a:lnTo>
                      <a:pt x="3869055" y="330581"/>
                    </a:lnTo>
                    <a:cubicBezTo>
                      <a:pt x="3871087" y="148209"/>
                      <a:pt x="3709543" y="0"/>
                      <a:pt x="3508756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t="-4471" r="2" b="-4471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>
              <a:off x="15939421" y="2649998"/>
              <a:ext cx="448418" cy="50749"/>
              <a:chOff x="0" y="0"/>
              <a:chExt cx="597891" cy="67666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0" y="0"/>
                <a:ext cx="597916" cy="67691"/>
              </a:xfrm>
              <a:custGeom>
                <a:avLst/>
                <a:gdLst/>
                <a:ahLst/>
                <a:cxnLst/>
                <a:rect l="l" t="t" r="r" b="b"/>
                <a:pathLst>
                  <a:path w="597916" h="67691">
                    <a:moveTo>
                      <a:pt x="560832" y="0"/>
                    </a:moveTo>
                    <a:lnTo>
                      <a:pt x="37084" y="0"/>
                    </a:lnTo>
                    <a:cubicBezTo>
                      <a:pt x="17399" y="0"/>
                      <a:pt x="0" y="13970"/>
                      <a:pt x="0" y="33782"/>
                    </a:cubicBezTo>
                    <a:cubicBezTo>
                      <a:pt x="0" y="53594"/>
                      <a:pt x="17399" y="67691"/>
                      <a:pt x="37084" y="67691"/>
                    </a:cubicBezTo>
                    <a:lnTo>
                      <a:pt x="560832" y="67691"/>
                    </a:lnTo>
                    <a:cubicBezTo>
                      <a:pt x="580517" y="67691"/>
                      <a:pt x="597916" y="53721"/>
                      <a:pt x="597916" y="33909"/>
                    </a:cubicBezTo>
                    <a:cubicBezTo>
                      <a:pt x="597916" y="14097"/>
                      <a:pt x="580390" y="0"/>
                      <a:pt x="560832" y="0"/>
                    </a:cubicBezTo>
                    <a:close/>
                  </a:path>
                </a:pathLst>
              </a:custGeom>
              <a:solidFill>
                <a:srgbClr val="5B5B5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>
              <a:off x="16530418" y="2637787"/>
              <a:ext cx="81934" cy="74895"/>
              <a:chOff x="0" y="0"/>
              <a:chExt cx="109245" cy="9986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32" y="-1"/>
                <a:ext cx="109109" cy="99825"/>
              </a:xfrm>
              <a:custGeom>
                <a:avLst/>
                <a:gdLst/>
                <a:ahLst/>
                <a:cxnLst/>
                <a:rect l="l" t="t" r="r" b="b"/>
                <a:pathLst>
                  <a:path w="109109" h="99825">
                    <a:moveTo>
                      <a:pt x="54578" y="1"/>
                    </a:moveTo>
                    <a:cubicBezTo>
                      <a:pt x="35147" y="-126"/>
                      <a:pt x="17113" y="9399"/>
                      <a:pt x="7334" y="24893"/>
                    </a:cubicBezTo>
                    <a:cubicBezTo>
                      <a:pt x="-2445" y="40387"/>
                      <a:pt x="-2445" y="59437"/>
                      <a:pt x="7334" y="74931"/>
                    </a:cubicBezTo>
                    <a:cubicBezTo>
                      <a:pt x="17113" y="90425"/>
                      <a:pt x="35147" y="99950"/>
                      <a:pt x="54578" y="99823"/>
                    </a:cubicBezTo>
                    <a:cubicBezTo>
                      <a:pt x="74009" y="99950"/>
                      <a:pt x="92170" y="90425"/>
                      <a:pt x="101822" y="74931"/>
                    </a:cubicBezTo>
                    <a:cubicBezTo>
                      <a:pt x="111474" y="59437"/>
                      <a:pt x="111601" y="40387"/>
                      <a:pt x="101822" y="24893"/>
                    </a:cubicBezTo>
                    <a:cubicBezTo>
                      <a:pt x="92043" y="9399"/>
                      <a:pt x="74136" y="-126"/>
                      <a:pt x="54578" y="1"/>
                    </a:cubicBezTo>
                    <a:close/>
                  </a:path>
                </a:pathLst>
              </a:custGeom>
              <a:solidFill>
                <a:srgbClr val="5B5B5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14493288" y="3226946"/>
              <a:ext cx="35795" cy="252108"/>
              <a:chOff x="0" y="0"/>
              <a:chExt cx="47727" cy="336144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0" y="0"/>
                <a:ext cx="47752" cy="336169"/>
              </a:xfrm>
              <a:custGeom>
                <a:avLst/>
                <a:gdLst/>
                <a:ahLst/>
                <a:cxnLst/>
                <a:rect l="l" t="t" r="r" b="b"/>
                <a:pathLst>
                  <a:path w="47752" h="336169">
                    <a:moveTo>
                      <a:pt x="0" y="42037"/>
                    </a:moveTo>
                    <a:lnTo>
                      <a:pt x="0" y="292100"/>
                    </a:lnTo>
                    <a:cubicBezTo>
                      <a:pt x="0" y="316103"/>
                      <a:pt x="21717" y="336169"/>
                      <a:pt x="47752" y="336169"/>
                    </a:cubicBezTo>
                    <a:lnTo>
                      <a:pt x="47752" y="0"/>
                    </a:lnTo>
                    <a:cubicBezTo>
                      <a:pt x="21717" y="0"/>
                      <a:pt x="0" y="18034"/>
                      <a:pt x="0" y="42037"/>
                    </a:cubicBezTo>
                    <a:close/>
                  </a:path>
                </a:pathLst>
              </a:custGeom>
              <a:solidFill>
                <a:srgbClr val="EBCEB5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68" name="Group 68"/>
            <p:cNvGrpSpPr/>
            <p:nvPr/>
          </p:nvGrpSpPr>
          <p:grpSpPr>
            <a:xfrm>
              <a:off x="14493288" y="3667115"/>
              <a:ext cx="35795" cy="455095"/>
              <a:chOff x="0" y="0"/>
              <a:chExt cx="47727" cy="606793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0" y="0"/>
                <a:ext cx="47752" cy="606806"/>
              </a:xfrm>
              <a:custGeom>
                <a:avLst/>
                <a:gdLst/>
                <a:ahLst/>
                <a:cxnLst/>
                <a:rect l="l" t="t" r="r" b="b"/>
                <a:pathLst>
                  <a:path w="47752" h="606806">
                    <a:moveTo>
                      <a:pt x="0" y="42037"/>
                    </a:moveTo>
                    <a:lnTo>
                      <a:pt x="0" y="562737"/>
                    </a:lnTo>
                    <a:cubicBezTo>
                      <a:pt x="0" y="586740"/>
                      <a:pt x="21717" y="606806"/>
                      <a:pt x="47752" y="606806"/>
                    </a:cubicBezTo>
                    <a:lnTo>
                      <a:pt x="47752" y="0"/>
                    </a:lnTo>
                    <a:cubicBezTo>
                      <a:pt x="21717" y="0"/>
                      <a:pt x="0" y="18034"/>
                      <a:pt x="0" y="42037"/>
                    </a:cubicBezTo>
                    <a:close/>
                  </a:path>
                </a:pathLst>
              </a:custGeom>
              <a:solidFill>
                <a:srgbClr val="EBCEB5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>
              <a:off x="14493288" y="4221537"/>
              <a:ext cx="35795" cy="456457"/>
              <a:chOff x="0" y="0"/>
              <a:chExt cx="47727" cy="608609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0" y="0"/>
                <a:ext cx="47752" cy="608584"/>
              </a:xfrm>
              <a:custGeom>
                <a:avLst/>
                <a:gdLst/>
                <a:ahLst/>
                <a:cxnLst/>
                <a:rect l="l" t="t" r="r" b="b"/>
                <a:pathLst>
                  <a:path w="47752" h="608584">
                    <a:moveTo>
                      <a:pt x="0" y="44069"/>
                    </a:moveTo>
                    <a:lnTo>
                      <a:pt x="0" y="564515"/>
                    </a:lnTo>
                    <a:cubicBezTo>
                      <a:pt x="0" y="588518"/>
                      <a:pt x="21717" y="608584"/>
                      <a:pt x="47752" y="608584"/>
                    </a:cubicBezTo>
                    <a:lnTo>
                      <a:pt x="47752" y="0"/>
                    </a:lnTo>
                    <a:cubicBezTo>
                      <a:pt x="21717" y="0"/>
                      <a:pt x="0" y="20066"/>
                      <a:pt x="0" y="44069"/>
                    </a:cubicBezTo>
                    <a:close/>
                  </a:path>
                </a:pathLst>
              </a:custGeom>
              <a:solidFill>
                <a:srgbClr val="EBCEB5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17835753" y="3817458"/>
              <a:ext cx="35795" cy="731358"/>
              <a:chOff x="0" y="0"/>
              <a:chExt cx="47727" cy="975144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0" y="0"/>
                <a:ext cx="47752" cy="975106"/>
              </a:xfrm>
              <a:custGeom>
                <a:avLst/>
                <a:gdLst/>
                <a:ahLst/>
                <a:cxnLst/>
                <a:rect l="l" t="t" r="r" b="b"/>
                <a:pathLst>
                  <a:path w="47752" h="975106">
                    <a:moveTo>
                      <a:pt x="0" y="0"/>
                    </a:moveTo>
                    <a:lnTo>
                      <a:pt x="0" y="975106"/>
                    </a:lnTo>
                    <a:cubicBezTo>
                      <a:pt x="26035" y="975106"/>
                      <a:pt x="47752" y="955040"/>
                      <a:pt x="47752" y="931037"/>
                    </a:cubicBezTo>
                    <a:lnTo>
                      <a:pt x="47752" y="44069"/>
                    </a:lnTo>
                    <a:cubicBezTo>
                      <a:pt x="47752" y="20066"/>
                      <a:pt x="26035" y="0"/>
                      <a:pt x="0" y="0"/>
                    </a:cubicBezTo>
                    <a:close/>
                  </a:path>
                </a:pathLst>
              </a:custGeom>
              <a:solidFill>
                <a:srgbClr val="EBCEB5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74" name="Freeform 74"/>
            <p:cNvSpPr/>
            <p:nvPr/>
          </p:nvSpPr>
          <p:spPr>
            <a:xfrm>
              <a:off x="14529083" y="2415530"/>
              <a:ext cx="3306375" cy="6131728"/>
            </a:xfrm>
            <a:custGeom>
              <a:avLst/>
              <a:gdLst/>
              <a:ahLst/>
              <a:cxnLst/>
              <a:rect l="l" t="t" r="r" b="b"/>
              <a:pathLst>
                <a:path w="3306375" h="6131728">
                  <a:moveTo>
                    <a:pt x="0" y="0"/>
                  </a:moveTo>
                  <a:lnTo>
                    <a:pt x="3306375" y="0"/>
                  </a:lnTo>
                  <a:lnTo>
                    <a:pt x="3306375" y="6131729"/>
                  </a:lnTo>
                  <a:lnTo>
                    <a:pt x="0" y="6131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grpSp>
          <p:nvGrpSpPr>
            <p:cNvPr id="75" name="Group 75"/>
            <p:cNvGrpSpPr/>
            <p:nvPr/>
          </p:nvGrpSpPr>
          <p:grpSpPr>
            <a:xfrm>
              <a:off x="14708162" y="2867341"/>
              <a:ext cx="2948216" cy="5453663"/>
              <a:chOff x="0" y="0"/>
              <a:chExt cx="3930955" cy="7271550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0" y="0"/>
                <a:ext cx="3930904" cy="7271512"/>
              </a:xfrm>
              <a:custGeom>
                <a:avLst/>
                <a:gdLst/>
                <a:ahLst/>
                <a:cxnLst/>
                <a:rect l="l" t="t" r="r" b="b"/>
                <a:pathLst>
                  <a:path w="3930904" h="7271512">
                    <a:moveTo>
                      <a:pt x="0" y="0"/>
                    </a:moveTo>
                    <a:lnTo>
                      <a:pt x="3930904" y="0"/>
                    </a:lnTo>
                    <a:lnTo>
                      <a:pt x="3930904" y="7271512"/>
                    </a:lnTo>
                    <a:lnTo>
                      <a:pt x="0" y="727151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5"/>
                <a:stretch>
                  <a:fillRect l="-128" r="-129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77" name="AutoShape 77"/>
          <p:cNvSpPr/>
          <p:nvPr/>
        </p:nvSpPr>
        <p:spPr>
          <a:xfrm rot="132960" flipV="1">
            <a:off x="3428824" y="5588946"/>
            <a:ext cx="1447562" cy="49416"/>
          </a:xfrm>
          <a:prstGeom prst="line">
            <a:avLst/>
          </a:prstGeom>
          <a:ln w="47625" cap="rnd">
            <a:solidFill>
              <a:srgbClr val="4F81BD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IN"/>
          </a:p>
        </p:txBody>
      </p:sp>
      <p:sp>
        <p:nvSpPr>
          <p:cNvPr id="80" name="AutoShape 77">
            <a:extLst>
              <a:ext uri="{FF2B5EF4-FFF2-40B4-BE49-F238E27FC236}">
                <a16:creationId xmlns:a16="http://schemas.microsoft.com/office/drawing/2014/main" id="{04F05997-FBDB-1303-969D-1975E4AFBCD7}"/>
              </a:ext>
            </a:extLst>
          </p:cNvPr>
          <p:cNvSpPr/>
          <p:nvPr/>
        </p:nvSpPr>
        <p:spPr>
          <a:xfrm rot="132960" flipV="1">
            <a:off x="13164963" y="5494227"/>
            <a:ext cx="1447562" cy="49416"/>
          </a:xfrm>
          <a:prstGeom prst="line">
            <a:avLst/>
          </a:prstGeom>
          <a:ln w="47625" cap="rnd">
            <a:solidFill>
              <a:srgbClr val="4F81BD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83C4845-DD85-388D-6191-0D5967A9D941}"/>
              </a:ext>
            </a:extLst>
          </p:cNvPr>
          <p:cNvSpPr txBox="1"/>
          <p:nvPr/>
        </p:nvSpPr>
        <p:spPr>
          <a:xfrm>
            <a:off x="7543800" y="647700"/>
            <a:ext cx="1946367" cy="627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80" b="1" dirty="0">
                <a:latin typeface="Canva Sans Bold" panose="020B0604020202020204" charset="0"/>
              </a:rPr>
              <a:t>E-Script</a:t>
            </a:r>
            <a:endParaRPr lang="en-IN" sz="3480" b="1" dirty="0">
              <a:latin typeface="Canva Sans Bold" panose="020B06040202020202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922" y="2270160"/>
            <a:ext cx="2912402" cy="5947562"/>
          </a:xfrm>
          <a:custGeom>
            <a:avLst/>
            <a:gdLst/>
            <a:ahLst/>
            <a:cxnLst/>
            <a:rect l="l" t="t" r="r" b="b"/>
            <a:pathLst>
              <a:path w="2912402" h="5947562">
                <a:moveTo>
                  <a:pt x="0" y="0"/>
                </a:moveTo>
                <a:lnTo>
                  <a:pt x="2912402" y="0"/>
                </a:lnTo>
                <a:lnTo>
                  <a:pt x="2912402" y="5947562"/>
                </a:lnTo>
                <a:lnTo>
                  <a:pt x="0" y="59475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214922" y="2421722"/>
            <a:ext cx="2607840" cy="5651640"/>
            <a:chOff x="0" y="0"/>
            <a:chExt cx="3477120" cy="75355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477027" cy="7535545"/>
            </a:xfrm>
            <a:custGeom>
              <a:avLst/>
              <a:gdLst/>
              <a:ahLst/>
              <a:cxnLst/>
              <a:rect l="l" t="t" r="r" b="b"/>
              <a:pathLst>
                <a:path w="3477027" h="7535545">
                  <a:moveTo>
                    <a:pt x="3153283" y="0"/>
                  </a:moveTo>
                  <a:lnTo>
                    <a:pt x="2733421" y="0"/>
                  </a:lnTo>
                  <a:lnTo>
                    <a:pt x="2733421" y="88265"/>
                  </a:lnTo>
                  <a:cubicBezTo>
                    <a:pt x="2733421" y="188341"/>
                    <a:pt x="2650998" y="270764"/>
                    <a:pt x="2550922" y="270764"/>
                  </a:cubicBezTo>
                  <a:lnTo>
                    <a:pt x="930148" y="270764"/>
                  </a:lnTo>
                  <a:cubicBezTo>
                    <a:pt x="830072" y="270764"/>
                    <a:pt x="747649" y="188341"/>
                    <a:pt x="747649" y="88265"/>
                  </a:cubicBezTo>
                  <a:lnTo>
                    <a:pt x="747649" y="0"/>
                  </a:lnTo>
                  <a:lnTo>
                    <a:pt x="323723" y="0"/>
                  </a:lnTo>
                  <a:cubicBezTo>
                    <a:pt x="145161" y="0"/>
                    <a:pt x="0" y="145161"/>
                    <a:pt x="0" y="323850"/>
                  </a:cubicBezTo>
                  <a:lnTo>
                    <a:pt x="0" y="7211695"/>
                  </a:lnTo>
                  <a:cubicBezTo>
                    <a:pt x="0" y="7390257"/>
                    <a:pt x="145161" y="7535545"/>
                    <a:pt x="323723" y="7535545"/>
                  </a:cubicBezTo>
                  <a:lnTo>
                    <a:pt x="3153283" y="7535545"/>
                  </a:lnTo>
                  <a:cubicBezTo>
                    <a:pt x="3331845" y="7535545"/>
                    <a:pt x="3477006" y="7390384"/>
                    <a:pt x="3477006" y="7211695"/>
                  </a:cubicBezTo>
                  <a:lnTo>
                    <a:pt x="3477006" y="323850"/>
                  </a:lnTo>
                  <a:cubicBezTo>
                    <a:pt x="3479038" y="145161"/>
                    <a:pt x="3333877" y="0"/>
                    <a:pt x="3153283" y="0"/>
                  </a:cubicBezTo>
                  <a:close/>
                </a:path>
              </a:pathLst>
            </a:custGeom>
            <a:blipFill>
              <a:blip r:embed="rId4"/>
              <a:stretch>
                <a:fillRect t="-4" r="-2" b="-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99601" y="2470318"/>
            <a:ext cx="402841" cy="49682"/>
            <a:chOff x="0" y="0"/>
            <a:chExt cx="537121" cy="662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37083" cy="66294"/>
            </a:xfrm>
            <a:custGeom>
              <a:avLst/>
              <a:gdLst/>
              <a:ahLst/>
              <a:cxnLst/>
              <a:rect l="l" t="t" r="r" b="b"/>
              <a:pathLst>
                <a:path w="537083" h="66294">
                  <a:moveTo>
                    <a:pt x="503809" y="0"/>
                  </a:moveTo>
                  <a:lnTo>
                    <a:pt x="33274" y="0"/>
                  </a:lnTo>
                  <a:cubicBezTo>
                    <a:pt x="15621" y="0"/>
                    <a:pt x="0" y="13589"/>
                    <a:pt x="0" y="33147"/>
                  </a:cubicBezTo>
                  <a:cubicBezTo>
                    <a:pt x="0" y="52705"/>
                    <a:pt x="15621" y="66294"/>
                    <a:pt x="33274" y="66294"/>
                  </a:cubicBezTo>
                  <a:lnTo>
                    <a:pt x="503809" y="66294"/>
                  </a:lnTo>
                  <a:cubicBezTo>
                    <a:pt x="521462" y="66294"/>
                    <a:pt x="537083" y="52705"/>
                    <a:pt x="537083" y="33147"/>
                  </a:cubicBezTo>
                  <a:cubicBezTo>
                    <a:pt x="537083" y="13589"/>
                    <a:pt x="521462" y="0"/>
                    <a:pt x="503809" y="0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830962" y="2458441"/>
            <a:ext cx="73438" cy="73076"/>
            <a:chOff x="0" y="0"/>
            <a:chExt cx="97917" cy="97434"/>
          </a:xfrm>
        </p:grpSpPr>
        <p:sp>
          <p:nvSpPr>
            <p:cNvPr id="8" name="Freeform 8"/>
            <p:cNvSpPr/>
            <p:nvPr/>
          </p:nvSpPr>
          <p:spPr>
            <a:xfrm>
              <a:off x="32" y="-1"/>
              <a:ext cx="97980" cy="97412"/>
            </a:xfrm>
            <a:custGeom>
              <a:avLst/>
              <a:gdLst/>
              <a:ahLst/>
              <a:cxnLst/>
              <a:rect l="l" t="t" r="r" b="b"/>
              <a:pathLst>
                <a:path w="97980" h="97412">
                  <a:moveTo>
                    <a:pt x="48990" y="1"/>
                  </a:moveTo>
                  <a:cubicBezTo>
                    <a:pt x="31464" y="-126"/>
                    <a:pt x="15335" y="9145"/>
                    <a:pt x="6572" y="24258"/>
                  </a:cubicBezTo>
                  <a:cubicBezTo>
                    <a:pt x="-2191" y="39371"/>
                    <a:pt x="-2191" y="58040"/>
                    <a:pt x="6572" y="73153"/>
                  </a:cubicBezTo>
                  <a:cubicBezTo>
                    <a:pt x="15335" y="88266"/>
                    <a:pt x="31464" y="97537"/>
                    <a:pt x="48990" y="97410"/>
                  </a:cubicBezTo>
                  <a:cubicBezTo>
                    <a:pt x="66516" y="97537"/>
                    <a:pt x="82645" y="88266"/>
                    <a:pt x="91408" y="73153"/>
                  </a:cubicBezTo>
                  <a:cubicBezTo>
                    <a:pt x="100171" y="58040"/>
                    <a:pt x="100171" y="39371"/>
                    <a:pt x="91408" y="24258"/>
                  </a:cubicBezTo>
                  <a:cubicBezTo>
                    <a:pt x="82645" y="9145"/>
                    <a:pt x="66389" y="-126"/>
                    <a:pt x="48990" y="1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3035522"/>
            <a:ext cx="32042" cy="246964"/>
            <a:chOff x="0" y="0"/>
            <a:chExt cx="42723" cy="32928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672" cy="329311"/>
            </a:xfrm>
            <a:custGeom>
              <a:avLst/>
              <a:gdLst/>
              <a:ahLst/>
              <a:cxnLst/>
              <a:rect l="l" t="t" r="r" b="b"/>
              <a:pathLst>
                <a:path w="42672" h="329311">
                  <a:moveTo>
                    <a:pt x="0" y="41148"/>
                  </a:moveTo>
                  <a:lnTo>
                    <a:pt x="0" y="286131"/>
                  </a:lnTo>
                  <a:cubicBezTo>
                    <a:pt x="0" y="309626"/>
                    <a:pt x="19431" y="329311"/>
                    <a:pt x="42672" y="329311"/>
                  </a:cubicBezTo>
                  <a:lnTo>
                    <a:pt x="42672" y="0"/>
                  </a:lnTo>
                  <a:cubicBezTo>
                    <a:pt x="19431" y="0"/>
                    <a:pt x="0" y="17653"/>
                    <a:pt x="0" y="41148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3466805"/>
            <a:ext cx="32042" cy="445684"/>
            <a:chOff x="0" y="0"/>
            <a:chExt cx="42723" cy="59424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2672" cy="594233"/>
            </a:xfrm>
            <a:custGeom>
              <a:avLst/>
              <a:gdLst/>
              <a:ahLst/>
              <a:cxnLst/>
              <a:rect l="l" t="t" r="r" b="b"/>
              <a:pathLst>
                <a:path w="42672" h="594233">
                  <a:moveTo>
                    <a:pt x="0" y="41148"/>
                  </a:moveTo>
                  <a:lnTo>
                    <a:pt x="0" y="551053"/>
                  </a:lnTo>
                  <a:cubicBezTo>
                    <a:pt x="0" y="574548"/>
                    <a:pt x="19431" y="594233"/>
                    <a:pt x="42672" y="594233"/>
                  </a:cubicBezTo>
                  <a:lnTo>
                    <a:pt x="42672" y="0"/>
                  </a:lnTo>
                  <a:cubicBezTo>
                    <a:pt x="19431" y="0"/>
                    <a:pt x="0" y="17653"/>
                    <a:pt x="0" y="41148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0" y="4009682"/>
            <a:ext cx="32042" cy="447123"/>
            <a:chOff x="0" y="0"/>
            <a:chExt cx="42723" cy="5961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2672" cy="596138"/>
            </a:xfrm>
            <a:custGeom>
              <a:avLst/>
              <a:gdLst/>
              <a:ahLst/>
              <a:cxnLst/>
              <a:rect l="l" t="t" r="r" b="b"/>
              <a:pathLst>
                <a:path w="42672" h="596138">
                  <a:moveTo>
                    <a:pt x="0" y="43180"/>
                  </a:moveTo>
                  <a:lnTo>
                    <a:pt x="0" y="552958"/>
                  </a:lnTo>
                  <a:cubicBezTo>
                    <a:pt x="0" y="576453"/>
                    <a:pt x="19431" y="596138"/>
                    <a:pt x="42672" y="596138"/>
                  </a:cubicBezTo>
                  <a:lnTo>
                    <a:pt x="42672" y="0"/>
                  </a:lnTo>
                  <a:cubicBezTo>
                    <a:pt x="19431" y="0"/>
                    <a:pt x="0" y="19558"/>
                    <a:pt x="0" y="43180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004204" y="3614042"/>
            <a:ext cx="32042" cy="716404"/>
            <a:chOff x="0" y="0"/>
            <a:chExt cx="42723" cy="95520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2672" cy="955167"/>
            </a:xfrm>
            <a:custGeom>
              <a:avLst/>
              <a:gdLst/>
              <a:ahLst/>
              <a:cxnLst/>
              <a:rect l="l" t="t" r="r" b="b"/>
              <a:pathLst>
                <a:path w="42672" h="955167">
                  <a:moveTo>
                    <a:pt x="0" y="0"/>
                  </a:moveTo>
                  <a:lnTo>
                    <a:pt x="0" y="955167"/>
                  </a:lnTo>
                  <a:cubicBezTo>
                    <a:pt x="23241" y="955167"/>
                    <a:pt x="42672" y="935609"/>
                    <a:pt x="42672" y="911987"/>
                  </a:cubicBezTo>
                  <a:lnTo>
                    <a:pt x="42672" y="43180"/>
                  </a:lnTo>
                  <a:cubicBezTo>
                    <a:pt x="42672" y="19558"/>
                    <a:pt x="23241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7" name="Freeform 17"/>
          <p:cNvSpPr/>
          <p:nvPr/>
        </p:nvSpPr>
        <p:spPr>
          <a:xfrm>
            <a:off x="32404" y="2240642"/>
            <a:ext cx="2971438" cy="6006598"/>
          </a:xfrm>
          <a:custGeom>
            <a:avLst/>
            <a:gdLst/>
            <a:ahLst/>
            <a:cxnLst/>
            <a:rect l="l" t="t" r="r" b="b"/>
            <a:pathLst>
              <a:path w="2971438" h="6006598">
                <a:moveTo>
                  <a:pt x="0" y="0"/>
                </a:moveTo>
                <a:lnTo>
                  <a:pt x="2971438" y="0"/>
                </a:lnTo>
                <a:lnTo>
                  <a:pt x="2971438" y="6006598"/>
                </a:lnTo>
                <a:lnTo>
                  <a:pt x="0" y="60065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8"/>
          <p:cNvSpPr/>
          <p:nvPr/>
        </p:nvSpPr>
        <p:spPr>
          <a:xfrm>
            <a:off x="5196964" y="2270160"/>
            <a:ext cx="2912402" cy="5947562"/>
          </a:xfrm>
          <a:custGeom>
            <a:avLst/>
            <a:gdLst/>
            <a:ahLst/>
            <a:cxnLst/>
            <a:rect l="l" t="t" r="r" b="b"/>
            <a:pathLst>
              <a:path w="2912402" h="5947562">
                <a:moveTo>
                  <a:pt x="0" y="0"/>
                </a:moveTo>
                <a:lnTo>
                  <a:pt x="2912402" y="0"/>
                </a:lnTo>
                <a:lnTo>
                  <a:pt x="2912402" y="5947562"/>
                </a:lnTo>
                <a:lnTo>
                  <a:pt x="0" y="59475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9" name="Group 19"/>
          <p:cNvGrpSpPr/>
          <p:nvPr/>
        </p:nvGrpSpPr>
        <p:grpSpPr>
          <a:xfrm>
            <a:off x="5349964" y="2421722"/>
            <a:ext cx="2607840" cy="5651640"/>
            <a:chOff x="0" y="0"/>
            <a:chExt cx="3477120" cy="75355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477027" cy="7535545"/>
            </a:xfrm>
            <a:custGeom>
              <a:avLst/>
              <a:gdLst/>
              <a:ahLst/>
              <a:cxnLst/>
              <a:rect l="l" t="t" r="r" b="b"/>
              <a:pathLst>
                <a:path w="3477027" h="7535545">
                  <a:moveTo>
                    <a:pt x="3153283" y="0"/>
                  </a:moveTo>
                  <a:lnTo>
                    <a:pt x="2733421" y="0"/>
                  </a:lnTo>
                  <a:lnTo>
                    <a:pt x="2733421" y="88265"/>
                  </a:lnTo>
                  <a:cubicBezTo>
                    <a:pt x="2733421" y="188341"/>
                    <a:pt x="2650998" y="270764"/>
                    <a:pt x="2550922" y="270764"/>
                  </a:cubicBezTo>
                  <a:lnTo>
                    <a:pt x="930148" y="270764"/>
                  </a:lnTo>
                  <a:cubicBezTo>
                    <a:pt x="830072" y="270764"/>
                    <a:pt x="747649" y="188341"/>
                    <a:pt x="747649" y="88265"/>
                  </a:cubicBezTo>
                  <a:lnTo>
                    <a:pt x="747649" y="0"/>
                  </a:lnTo>
                  <a:lnTo>
                    <a:pt x="323723" y="0"/>
                  </a:lnTo>
                  <a:cubicBezTo>
                    <a:pt x="145161" y="0"/>
                    <a:pt x="0" y="145161"/>
                    <a:pt x="0" y="323850"/>
                  </a:cubicBezTo>
                  <a:lnTo>
                    <a:pt x="0" y="7211695"/>
                  </a:lnTo>
                  <a:cubicBezTo>
                    <a:pt x="0" y="7390257"/>
                    <a:pt x="145161" y="7535545"/>
                    <a:pt x="323723" y="7535545"/>
                  </a:cubicBezTo>
                  <a:lnTo>
                    <a:pt x="3153283" y="7535545"/>
                  </a:lnTo>
                  <a:cubicBezTo>
                    <a:pt x="3331845" y="7535545"/>
                    <a:pt x="3477006" y="7390384"/>
                    <a:pt x="3477006" y="7211695"/>
                  </a:cubicBezTo>
                  <a:lnTo>
                    <a:pt x="3477006" y="323850"/>
                  </a:lnTo>
                  <a:cubicBezTo>
                    <a:pt x="3479038" y="145161"/>
                    <a:pt x="3333877" y="0"/>
                    <a:pt x="3153283" y="0"/>
                  </a:cubicBezTo>
                  <a:close/>
                </a:path>
              </a:pathLst>
            </a:custGeom>
            <a:blipFill>
              <a:blip r:embed="rId6"/>
              <a:stretch>
                <a:fillRect t="-4" r="-2" b="-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434642" y="2470318"/>
            <a:ext cx="402841" cy="49682"/>
            <a:chOff x="0" y="0"/>
            <a:chExt cx="537121" cy="6624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37083" cy="66294"/>
            </a:xfrm>
            <a:custGeom>
              <a:avLst/>
              <a:gdLst/>
              <a:ahLst/>
              <a:cxnLst/>
              <a:rect l="l" t="t" r="r" b="b"/>
              <a:pathLst>
                <a:path w="537083" h="66294">
                  <a:moveTo>
                    <a:pt x="503809" y="0"/>
                  </a:moveTo>
                  <a:lnTo>
                    <a:pt x="33274" y="0"/>
                  </a:lnTo>
                  <a:cubicBezTo>
                    <a:pt x="15621" y="0"/>
                    <a:pt x="0" y="13589"/>
                    <a:pt x="0" y="33147"/>
                  </a:cubicBezTo>
                  <a:cubicBezTo>
                    <a:pt x="0" y="52705"/>
                    <a:pt x="15621" y="66294"/>
                    <a:pt x="33274" y="66294"/>
                  </a:cubicBezTo>
                  <a:lnTo>
                    <a:pt x="503809" y="66294"/>
                  </a:lnTo>
                  <a:cubicBezTo>
                    <a:pt x="521462" y="66294"/>
                    <a:pt x="537083" y="52705"/>
                    <a:pt x="537083" y="33147"/>
                  </a:cubicBezTo>
                  <a:cubicBezTo>
                    <a:pt x="537083" y="13589"/>
                    <a:pt x="521462" y="0"/>
                    <a:pt x="503809" y="0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966004" y="2458441"/>
            <a:ext cx="73438" cy="73076"/>
            <a:chOff x="0" y="0"/>
            <a:chExt cx="97917" cy="97434"/>
          </a:xfrm>
        </p:grpSpPr>
        <p:sp>
          <p:nvSpPr>
            <p:cNvPr id="24" name="Freeform 24"/>
            <p:cNvSpPr/>
            <p:nvPr/>
          </p:nvSpPr>
          <p:spPr>
            <a:xfrm>
              <a:off x="32" y="-1"/>
              <a:ext cx="97980" cy="97412"/>
            </a:xfrm>
            <a:custGeom>
              <a:avLst/>
              <a:gdLst/>
              <a:ahLst/>
              <a:cxnLst/>
              <a:rect l="l" t="t" r="r" b="b"/>
              <a:pathLst>
                <a:path w="97980" h="97412">
                  <a:moveTo>
                    <a:pt x="48990" y="1"/>
                  </a:moveTo>
                  <a:cubicBezTo>
                    <a:pt x="31464" y="-126"/>
                    <a:pt x="15335" y="9145"/>
                    <a:pt x="6572" y="24258"/>
                  </a:cubicBezTo>
                  <a:cubicBezTo>
                    <a:pt x="-2191" y="39371"/>
                    <a:pt x="-2191" y="58040"/>
                    <a:pt x="6572" y="73153"/>
                  </a:cubicBezTo>
                  <a:cubicBezTo>
                    <a:pt x="15335" y="88266"/>
                    <a:pt x="31464" y="97537"/>
                    <a:pt x="48990" y="97410"/>
                  </a:cubicBezTo>
                  <a:cubicBezTo>
                    <a:pt x="66516" y="97537"/>
                    <a:pt x="82645" y="88266"/>
                    <a:pt x="91408" y="73153"/>
                  </a:cubicBezTo>
                  <a:cubicBezTo>
                    <a:pt x="100171" y="58040"/>
                    <a:pt x="100171" y="39371"/>
                    <a:pt x="91408" y="24258"/>
                  </a:cubicBezTo>
                  <a:cubicBezTo>
                    <a:pt x="82645" y="9145"/>
                    <a:pt x="66389" y="-126"/>
                    <a:pt x="48990" y="1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135042" y="3035522"/>
            <a:ext cx="32042" cy="246964"/>
            <a:chOff x="0" y="0"/>
            <a:chExt cx="42723" cy="32928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2672" cy="329311"/>
            </a:xfrm>
            <a:custGeom>
              <a:avLst/>
              <a:gdLst/>
              <a:ahLst/>
              <a:cxnLst/>
              <a:rect l="l" t="t" r="r" b="b"/>
              <a:pathLst>
                <a:path w="42672" h="329311">
                  <a:moveTo>
                    <a:pt x="0" y="41148"/>
                  </a:moveTo>
                  <a:lnTo>
                    <a:pt x="0" y="286131"/>
                  </a:lnTo>
                  <a:cubicBezTo>
                    <a:pt x="0" y="309626"/>
                    <a:pt x="19431" y="329311"/>
                    <a:pt x="42672" y="329311"/>
                  </a:cubicBezTo>
                  <a:lnTo>
                    <a:pt x="42672" y="0"/>
                  </a:lnTo>
                  <a:cubicBezTo>
                    <a:pt x="19431" y="0"/>
                    <a:pt x="0" y="17653"/>
                    <a:pt x="0" y="41148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135042" y="3466805"/>
            <a:ext cx="32042" cy="445684"/>
            <a:chOff x="0" y="0"/>
            <a:chExt cx="42723" cy="59424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2672" cy="594233"/>
            </a:xfrm>
            <a:custGeom>
              <a:avLst/>
              <a:gdLst/>
              <a:ahLst/>
              <a:cxnLst/>
              <a:rect l="l" t="t" r="r" b="b"/>
              <a:pathLst>
                <a:path w="42672" h="594233">
                  <a:moveTo>
                    <a:pt x="0" y="41148"/>
                  </a:moveTo>
                  <a:lnTo>
                    <a:pt x="0" y="551053"/>
                  </a:lnTo>
                  <a:cubicBezTo>
                    <a:pt x="0" y="574548"/>
                    <a:pt x="19431" y="594233"/>
                    <a:pt x="42672" y="594233"/>
                  </a:cubicBezTo>
                  <a:lnTo>
                    <a:pt x="42672" y="0"/>
                  </a:lnTo>
                  <a:cubicBezTo>
                    <a:pt x="19431" y="0"/>
                    <a:pt x="0" y="17653"/>
                    <a:pt x="0" y="41148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135042" y="4009682"/>
            <a:ext cx="32042" cy="447123"/>
            <a:chOff x="0" y="0"/>
            <a:chExt cx="42723" cy="59616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2672" cy="596138"/>
            </a:xfrm>
            <a:custGeom>
              <a:avLst/>
              <a:gdLst/>
              <a:ahLst/>
              <a:cxnLst/>
              <a:rect l="l" t="t" r="r" b="b"/>
              <a:pathLst>
                <a:path w="42672" h="596138">
                  <a:moveTo>
                    <a:pt x="0" y="43180"/>
                  </a:moveTo>
                  <a:lnTo>
                    <a:pt x="0" y="552958"/>
                  </a:lnTo>
                  <a:cubicBezTo>
                    <a:pt x="0" y="576453"/>
                    <a:pt x="19431" y="596138"/>
                    <a:pt x="42672" y="596138"/>
                  </a:cubicBezTo>
                  <a:lnTo>
                    <a:pt x="42672" y="0"/>
                  </a:lnTo>
                  <a:cubicBezTo>
                    <a:pt x="19431" y="0"/>
                    <a:pt x="0" y="19558"/>
                    <a:pt x="0" y="43180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139236" y="3614042"/>
            <a:ext cx="32042" cy="716404"/>
            <a:chOff x="0" y="0"/>
            <a:chExt cx="42723" cy="955205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2672" cy="955167"/>
            </a:xfrm>
            <a:custGeom>
              <a:avLst/>
              <a:gdLst/>
              <a:ahLst/>
              <a:cxnLst/>
              <a:rect l="l" t="t" r="r" b="b"/>
              <a:pathLst>
                <a:path w="42672" h="955167">
                  <a:moveTo>
                    <a:pt x="0" y="0"/>
                  </a:moveTo>
                  <a:lnTo>
                    <a:pt x="0" y="955167"/>
                  </a:lnTo>
                  <a:cubicBezTo>
                    <a:pt x="23241" y="955167"/>
                    <a:pt x="42672" y="935609"/>
                    <a:pt x="42672" y="911987"/>
                  </a:cubicBezTo>
                  <a:lnTo>
                    <a:pt x="42672" y="43180"/>
                  </a:lnTo>
                  <a:cubicBezTo>
                    <a:pt x="42672" y="19558"/>
                    <a:pt x="23241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3" name="Freeform 33"/>
          <p:cNvSpPr/>
          <p:nvPr/>
        </p:nvSpPr>
        <p:spPr>
          <a:xfrm>
            <a:off x="5167436" y="2240642"/>
            <a:ext cx="2971438" cy="6006598"/>
          </a:xfrm>
          <a:custGeom>
            <a:avLst/>
            <a:gdLst/>
            <a:ahLst/>
            <a:cxnLst/>
            <a:rect l="l" t="t" r="r" b="b"/>
            <a:pathLst>
              <a:path w="2971438" h="6006598">
                <a:moveTo>
                  <a:pt x="0" y="0"/>
                </a:moveTo>
                <a:lnTo>
                  <a:pt x="2971438" y="0"/>
                </a:lnTo>
                <a:lnTo>
                  <a:pt x="2971438" y="6006598"/>
                </a:lnTo>
                <a:lnTo>
                  <a:pt x="0" y="60065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4" name="Freeform 34"/>
          <p:cNvSpPr/>
          <p:nvPr/>
        </p:nvSpPr>
        <p:spPr>
          <a:xfrm>
            <a:off x="10331996" y="2270160"/>
            <a:ext cx="2912402" cy="5947562"/>
          </a:xfrm>
          <a:custGeom>
            <a:avLst/>
            <a:gdLst/>
            <a:ahLst/>
            <a:cxnLst/>
            <a:rect l="l" t="t" r="r" b="b"/>
            <a:pathLst>
              <a:path w="2912402" h="5947562">
                <a:moveTo>
                  <a:pt x="0" y="0"/>
                </a:moveTo>
                <a:lnTo>
                  <a:pt x="2912402" y="0"/>
                </a:lnTo>
                <a:lnTo>
                  <a:pt x="2912402" y="5947562"/>
                </a:lnTo>
                <a:lnTo>
                  <a:pt x="0" y="59475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/>
          <p:cNvGrpSpPr/>
          <p:nvPr/>
        </p:nvGrpSpPr>
        <p:grpSpPr>
          <a:xfrm>
            <a:off x="10484996" y="2421722"/>
            <a:ext cx="2607840" cy="5651640"/>
            <a:chOff x="0" y="0"/>
            <a:chExt cx="3477120" cy="753552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3477027" cy="7535545"/>
            </a:xfrm>
            <a:custGeom>
              <a:avLst/>
              <a:gdLst/>
              <a:ahLst/>
              <a:cxnLst/>
              <a:rect l="l" t="t" r="r" b="b"/>
              <a:pathLst>
                <a:path w="3477027" h="7535545">
                  <a:moveTo>
                    <a:pt x="3153283" y="0"/>
                  </a:moveTo>
                  <a:lnTo>
                    <a:pt x="2733421" y="0"/>
                  </a:lnTo>
                  <a:lnTo>
                    <a:pt x="2733421" y="88265"/>
                  </a:lnTo>
                  <a:cubicBezTo>
                    <a:pt x="2733421" y="188341"/>
                    <a:pt x="2650998" y="270764"/>
                    <a:pt x="2550922" y="270764"/>
                  </a:cubicBezTo>
                  <a:lnTo>
                    <a:pt x="930148" y="270764"/>
                  </a:lnTo>
                  <a:cubicBezTo>
                    <a:pt x="830072" y="270764"/>
                    <a:pt x="747649" y="188341"/>
                    <a:pt x="747649" y="88265"/>
                  </a:cubicBezTo>
                  <a:lnTo>
                    <a:pt x="747649" y="0"/>
                  </a:lnTo>
                  <a:lnTo>
                    <a:pt x="323723" y="0"/>
                  </a:lnTo>
                  <a:cubicBezTo>
                    <a:pt x="145161" y="0"/>
                    <a:pt x="0" y="145161"/>
                    <a:pt x="0" y="323850"/>
                  </a:cubicBezTo>
                  <a:lnTo>
                    <a:pt x="0" y="7211695"/>
                  </a:lnTo>
                  <a:cubicBezTo>
                    <a:pt x="0" y="7390257"/>
                    <a:pt x="145161" y="7535545"/>
                    <a:pt x="323723" y="7535545"/>
                  </a:cubicBezTo>
                  <a:lnTo>
                    <a:pt x="3153283" y="7535545"/>
                  </a:lnTo>
                  <a:cubicBezTo>
                    <a:pt x="3331845" y="7535545"/>
                    <a:pt x="3477006" y="7390384"/>
                    <a:pt x="3477006" y="7211695"/>
                  </a:cubicBezTo>
                  <a:lnTo>
                    <a:pt x="3477006" y="323850"/>
                  </a:lnTo>
                  <a:cubicBezTo>
                    <a:pt x="3479038" y="145161"/>
                    <a:pt x="3333877" y="0"/>
                    <a:pt x="3153283" y="0"/>
                  </a:cubicBezTo>
                  <a:close/>
                </a:path>
              </a:pathLst>
            </a:custGeom>
            <a:blipFill>
              <a:blip r:embed="rId7"/>
              <a:stretch>
                <a:fillRect t="-4" r="-2" b="-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569684" y="2470318"/>
            <a:ext cx="402841" cy="49682"/>
            <a:chOff x="0" y="0"/>
            <a:chExt cx="537121" cy="66243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37083" cy="66294"/>
            </a:xfrm>
            <a:custGeom>
              <a:avLst/>
              <a:gdLst/>
              <a:ahLst/>
              <a:cxnLst/>
              <a:rect l="l" t="t" r="r" b="b"/>
              <a:pathLst>
                <a:path w="537083" h="66294">
                  <a:moveTo>
                    <a:pt x="503809" y="0"/>
                  </a:moveTo>
                  <a:lnTo>
                    <a:pt x="33274" y="0"/>
                  </a:lnTo>
                  <a:cubicBezTo>
                    <a:pt x="15621" y="0"/>
                    <a:pt x="0" y="13589"/>
                    <a:pt x="0" y="33147"/>
                  </a:cubicBezTo>
                  <a:cubicBezTo>
                    <a:pt x="0" y="52705"/>
                    <a:pt x="15621" y="66294"/>
                    <a:pt x="33274" y="66294"/>
                  </a:cubicBezTo>
                  <a:lnTo>
                    <a:pt x="503809" y="66294"/>
                  </a:lnTo>
                  <a:cubicBezTo>
                    <a:pt x="521462" y="66294"/>
                    <a:pt x="537083" y="52705"/>
                    <a:pt x="537083" y="33147"/>
                  </a:cubicBezTo>
                  <a:cubicBezTo>
                    <a:pt x="537083" y="13589"/>
                    <a:pt x="521462" y="0"/>
                    <a:pt x="503809" y="0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2101036" y="2458441"/>
            <a:ext cx="73438" cy="73076"/>
            <a:chOff x="0" y="0"/>
            <a:chExt cx="97917" cy="97434"/>
          </a:xfrm>
        </p:grpSpPr>
        <p:sp>
          <p:nvSpPr>
            <p:cNvPr id="40" name="Freeform 40"/>
            <p:cNvSpPr/>
            <p:nvPr/>
          </p:nvSpPr>
          <p:spPr>
            <a:xfrm>
              <a:off x="32" y="-1"/>
              <a:ext cx="97980" cy="97412"/>
            </a:xfrm>
            <a:custGeom>
              <a:avLst/>
              <a:gdLst/>
              <a:ahLst/>
              <a:cxnLst/>
              <a:rect l="l" t="t" r="r" b="b"/>
              <a:pathLst>
                <a:path w="97980" h="97412">
                  <a:moveTo>
                    <a:pt x="48990" y="1"/>
                  </a:moveTo>
                  <a:cubicBezTo>
                    <a:pt x="31464" y="-126"/>
                    <a:pt x="15335" y="9145"/>
                    <a:pt x="6572" y="24258"/>
                  </a:cubicBezTo>
                  <a:cubicBezTo>
                    <a:pt x="-2191" y="39371"/>
                    <a:pt x="-2191" y="58040"/>
                    <a:pt x="6572" y="73153"/>
                  </a:cubicBezTo>
                  <a:cubicBezTo>
                    <a:pt x="15335" y="88266"/>
                    <a:pt x="31464" y="97537"/>
                    <a:pt x="48990" y="97410"/>
                  </a:cubicBezTo>
                  <a:cubicBezTo>
                    <a:pt x="66516" y="97537"/>
                    <a:pt x="82645" y="88266"/>
                    <a:pt x="91408" y="73153"/>
                  </a:cubicBezTo>
                  <a:cubicBezTo>
                    <a:pt x="100171" y="58040"/>
                    <a:pt x="100171" y="39371"/>
                    <a:pt x="91408" y="24258"/>
                  </a:cubicBezTo>
                  <a:cubicBezTo>
                    <a:pt x="82645" y="9145"/>
                    <a:pt x="66389" y="-126"/>
                    <a:pt x="48990" y="1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0270084" y="3035522"/>
            <a:ext cx="32042" cy="246964"/>
            <a:chOff x="0" y="0"/>
            <a:chExt cx="42723" cy="329286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2672" cy="329311"/>
            </a:xfrm>
            <a:custGeom>
              <a:avLst/>
              <a:gdLst/>
              <a:ahLst/>
              <a:cxnLst/>
              <a:rect l="l" t="t" r="r" b="b"/>
              <a:pathLst>
                <a:path w="42672" h="329311">
                  <a:moveTo>
                    <a:pt x="0" y="41148"/>
                  </a:moveTo>
                  <a:lnTo>
                    <a:pt x="0" y="286131"/>
                  </a:lnTo>
                  <a:cubicBezTo>
                    <a:pt x="0" y="309626"/>
                    <a:pt x="19431" y="329311"/>
                    <a:pt x="42672" y="329311"/>
                  </a:cubicBezTo>
                  <a:lnTo>
                    <a:pt x="42672" y="0"/>
                  </a:lnTo>
                  <a:cubicBezTo>
                    <a:pt x="19431" y="0"/>
                    <a:pt x="0" y="17653"/>
                    <a:pt x="0" y="41148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0270084" y="3466805"/>
            <a:ext cx="32042" cy="445684"/>
            <a:chOff x="0" y="0"/>
            <a:chExt cx="42723" cy="594246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42672" cy="594233"/>
            </a:xfrm>
            <a:custGeom>
              <a:avLst/>
              <a:gdLst/>
              <a:ahLst/>
              <a:cxnLst/>
              <a:rect l="l" t="t" r="r" b="b"/>
              <a:pathLst>
                <a:path w="42672" h="594233">
                  <a:moveTo>
                    <a:pt x="0" y="41148"/>
                  </a:moveTo>
                  <a:lnTo>
                    <a:pt x="0" y="551053"/>
                  </a:lnTo>
                  <a:cubicBezTo>
                    <a:pt x="0" y="574548"/>
                    <a:pt x="19431" y="594233"/>
                    <a:pt x="42672" y="594233"/>
                  </a:cubicBezTo>
                  <a:lnTo>
                    <a:pt x="42672" y="0"/>
                  </a:lnTo>
                  <a:cubicBezTo>
                    <a:pt x="19431" y="0"/>
                    <a:pt x="0" y="17653"/>
                    <a:pt x="0" y="41148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0270084" y="4009682"/>
            <a:ext cx="32042" cy="447123"/>
            <a:chOff x="0" y="0"/>
            <a:chExt cx="42723" cy="596163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42672" cy="596138"/>
            </a:xfrm>
            <a:custGeom>
              <a:avLst/>
              <a:gdLst/>
              <a:ahLst/>
              <a:cxnLst/>
              <a:rect l="l" t="t" r="r" b="b"/>
              <a:pathLst>
                <a:path w="42672" h="596138">
                  <a:moveTo>
                    <a:pt x="0" y="43180"/>
                  </a:moveTo>
                  <a:lnTo>
                    <a:pt x="0" y="552958"/>
                  </a:lnTo>
                  <a:cubicBezTo>
                    <a:pt x="0" y="576453"/>
                    <a:pt x="19431" y="596138"/>
                    <a:pt x="42672" y="596138"/>
                  </a:cubicBezTo>
                  <a:lnTo>
                    <a:pt x="42672" y="0"/>
                  </a:lnTo>
                  <a:cubicBezTo>
                    <a:pt x="19431" y="0"/>
                    <a:pt x="0" y="19558"/>
                    <a:pt x="0" y="43180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3274278" y="3614042"/>
            <a:ext cx="32042" cy="716404"/>
            <a:chOff x="0" y="0"/>
            <a:chExt cx="42723" cy="955205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2672" cy="955167"/>
            </a:xfrm>
            <a:custGeom>
              <a:avLst/>
              <a:gdLst/>
              <a:ahLst/>
              <a:cxnLst/>
              <a:rect l="l" t="t" r="r" b="b"/>
              <a:pathLst>
                <a:path w="42672" h="955167">
                  <a:moveTo>
                    <a:pt x="0" y="0"/>
                  </a:moveTo>
                  <a:lnTo>
                    <a:pt x="0" y="955167"/>
                  </a:lnTo>
                  <a:cubicBezTo>
                    <a:pt x="23241" y="955167"/>
                    <a:pt x="42672" y="935609"/>
                    <a:pt x="42672" y="911987"/>
                  </a:cubicBezTo>
                  <a:lnTo>
                    <a:pt x="42672" y="43180"/>
                  </a:lnTo>
                  <a:cubicBezTo>
                    <a:pt x="42672" y="19558"/>
                    <a:pt x="23241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9" name="Freeform 49"/>
          <p:cNvSpPr/>
          <p:nvPr/>
        </p:nvSpPr>
        <p:spPr>
          <a:xfrm>
            <a:off x="10302478" y="2240642"/>
            <a:ext cx="2971438" cy="6006598"/>
          </a:xfrm>
          <a:custGeom>
            <a:avLst/>
            <a:gdLst/>
            <a:ahLst/>
            <a:cxnLst/>
            <a:rect l="l" t="t" r="r" b="b"/>
            <a:pathLst>
              <a:path w="2971438" h="6006598">
                <a:moveTo>
                  <a:pt x="0" y="0"/>
                </a:moveTo>
                <a:lnTo>
                  <a:pt x="2971438" y="0"/>
                </a:lnTo>
                <a:lnTo>
                  <a:pt x="2971438" y="6006598"/>
                </a:lnTo>
                <a:lnTo>
                  <a:pt x="0" y="60065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0" name="Freeform 50"/>
          <p:cNvSpPr/>
          <p:nvPr/>
        </p:nvSpPr>
        <p:spPr>
          <a:xfrm>
            <a:off x="15313323" y="2270160"/>
            <a:ext cx="2912402" cy="5947562"/>
          </a:xfrm>
          <a:custGeom>
            <a:avLst/>
            <a:gdLst/>
            <a:ahLst/>
            <a:cxnLst/>
            <a:rect l="l" t="t" r="r" b="b"/>
            <a:pathLst>
              <a:path w="2912402" h="5947562">
                <a:moveTo>
                  <a:pt x="0" y="0"/>
                </a:moveTo>
                <a:lnTo>
                  <a:pt x="2912403" y="0"/>
                </a:lnTo>
                <a:lnTo>
                  <a:pt x="2912403" y="5947562"/>
                </a:lnTo>
                <a:lnTo>
                  <a:pt x="0" y="59475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1" name="Group 51"/>
          <p:cNvGrpSpPr/>
          <p:nvPr/>
        </p:nvGrpSpPr>
        <p:grpSpPr>
          <a:xfrm>
            <a:off x="15466324" y="2421722"/>
            <a:ext cx="2607840" cy="5651640"/>
            <a:chOff x="0" y="0"/>
            <a:chExt cx="3477120" cy="753552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3477027" cy="7535545"/>
            </a:xfrm>
            <a:custGeom>
              <a:avLst/>
              <a:gdLst/>
              <a:ahLst/>
              <a:cxnLst/>
              <a:rect l="l" t="t" r="r" b="b"/>
              <a:pathLst>
                <a:path w="3477027" h="7535545">
                  <a:moveTo>
                    <a:pt x="3153283" y="0"/>
                  </a:moveTo>
                  <a:lnTo>
                    <a:pt x="2733421" y="0"/>
                  </a:lnTo>
                  <a:lnTo>
                    <a:pt x="2733421" y="88265"/>
                  </a:lnTo>
                  <a:cubicBezTo>
                    <a:pt x="2733421" y="188341"/>
                    <a:pt x="2650998" y="270764"/>
                    <a:pt x="2550922" y="270764"/>
                  </a:cubicBezTo>
                  <a:lnTo>
                    <a:pt x="930148" y="270764"/>
                  </a:lnTo>
                  <a:cubicBezTo>
                    <a:pt x="830072" y="270764"/>
                    <a:pt x="747649" y="188341"/>
                    <a:pt x="747649" y="88265"/>
                  </a:cubicBezTo>
                  <a:lnTo>
                    <a:pt x="747649" y="0"/>
                  </a:lnTo>
                  <a:lnTo>
                    <a:pt x="323723" y="0"/>
                  </a:lnTo>
                  <a:cubicBezTo>
                    <a:pt x="145161" y="0"/>
                    <a:pt x="0" y="145161"/>
                    <a:pt x="0" y="323850"/>
                  </a:cubicBezTo>
                  <a:lnTo>
                    <a:pt x="0" y="7211695"/>
                  </a:lnTo>
                  <a:cubicBezTo>
                    <a:pt x="0" y="7390257"/>
                    <a:pt x="145161" y="7535545"/>
                    <a:pt x="323723" y="7535545"/>
                  </a:cubicBezTo>
                  <a:lnTo>
                    <a:pt x="3153283" y="7535545"/>
                  </a:lnTo>
                  <a:cubicBezTo>
                    <a:pt x="3331845" y="7535545"/>
                    <a:pt x="3477006" y="7390384"/>
                    <a:pt x="3477006" y="7211695"/>
                  </a:cubicBezTo>
                  <a:lnTo>
                    <a:pt x="3477006" y="323850"/>
                  </a:lnTo>
                  <a:cubicBezTo>
                    <a:pt x="3479038" y="145161"/>
                    <a:pt x="3333877" y="0"/>
                    <a:pt x="3153283" y="0"/>
                  </a:cubicBezTo>
                  <a:close/>
                </a:path>
              </a:pathLst>
            </a:custGeom>
            <a:blipFill>
              <a:blip r:embed="rId8"/>
              <a:stretch>
                <a:fillRect t="-4" r="-2" b="-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6551002" y="2470318"/>
            <a:ext cx="402841" cy="49682"/>
            <a:chOff x="0" y="0"/>
            <a:chExt cx="537121" cy="66243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537083" cy="66294"/>
            </a:xfrm>
            <a:custGeom>
              <a:avLst/>
              <a:gdLst/>
              <a:ahLst/>
              <a:cxnLst/>
              <a:rect l="l" t="t" r="r" b="b"/>
              <a:pathLst>
                <a:path w="537083" h="66294">
                  <a:moveTo>
                    <a:pt x="503809" y="0"/>
                  </a:moveTo>
                  <a:lnTo>
                    <a:pt x="33274" y="0"/>
                  </a:lnTo>
                  <a:cubicBezTo>
                    <a:pt x="15621" y="0"/>
                    <a:pt x="0" y="13589"/>
                    <a:pt x="0" y="33147"/>
                  </a:cubicBezTo>
                  <a:cubicBezTo>
                    <a:pt x="0" y="52705"/>
                    <a:pt x="15621" y="66294"/>
                    <a:pt x="33274" y="66294"/>
                  </a:cubicBezTo>
                  <a:lnTo>
                    <a:pt x="503809" y="66294"/>
                  </a:lnTo>
                  <a:cubicBezTo>
                    <a:pt x="521462" y="66294"/>
                    <a:pt x="537083" y="52705"/>
                    <a:pt x="537083" y="33147"/>
                  </a:cubicBezTo>
                  <a:cubicBezTo>
                    <a:pt x="537083" y="13589"/>
                    <a:pt x="521462" y="0"/>
                    <a:pt x="503809" y="0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7082364" y="2458441"/>
            <a:ext cx="73438" cy="73076"/>
            <a:chOff x="0" y="0"/>
            <a:chExt cx="97917" cy="97434"/>
          </a:xfrm>
        </p:grpSpPr>
        <p:sp>
          <p:nvSpPr>
            <p:cNvPr id="56" name="Freeform 56"/>
            <p:cNvSpPr/>
            <p:nvPr/>
          </p:nvSpPr>
          <p:spPr>
            <a:xfrm>
              <a:off x="32" y="-1"/>
              <a:ext cx="97980" cy="97412"/>
            </a:xfrm>
            <a:custGeom>
              <a:avLst/>
              <a:gdLst/>
              <a:ahLst/>
              <a:cxnLst/>
              <a:rect l="l" t="t" r="r" b="b"/>
              <a:pathLst>
                <a:path w="97980" h="97412">
                  <a:moveTo>
                    <a:pt x="48990" y="1"/>
                  </a:moveTo>
                  <a:cubicBezTo>
                    <a:pt x="31464" y="-126"/>
                    <a:pt x="15335" y="9145"/>
                    <a:pt x="6572" y="24258"/>
                  </a:cubicBezTo>
                  <a:cubicBezTo>
                    <a:pt x="-2191" y="39371"/>
                    <a:pt x="-2191" y="58040"/>
                    <a:pt x="6572" y="73153"/>
                  </a:cubicBezTo>
                  <a:cubicBezTo>
                    <a:pt x="15335" y="88266"/>
                    <a:pt x="31464" y="97537"/>
                    <a:pt x="48990" y="97410"/>
                  </a:cubicBezTo>
                  <a:cubicBezTo>
                    <a:pt x="66516" y="97537"/>
                    <a:pt x="82645" y="88266"/>
                    <a:pt x="91408" y="73153"/>
                  </a:cubicBezTo>
                  <a:cubicBezTo>
                    <a:pt x="100171" y="58040"/>
                    <a:pt x="100171" y="39371"/>
                    <a:pt x="91408" y="24258"/>
                  </a:cubicBezTo>
                  <a:cubicBezTo>
                    <a:pt x="82645" y="9145"/>
                    <a:pt x="66389" y="-126"/>
                    <a:pt x="48990" y="1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5251401" y="3035522"/>
            <a:ext cx="32042" cy="246964"/>
            <a:chOff x="0" y="0"/>
            <a:chExt cx="42723" cy="329286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42672" cy="329311"/>
            </a:xfrm>
            <a:custGeom>
              <a:avLst/>
              <a:gdLst/>
              <a:ahLst/>
              <a:cxnLst/>
              <a:rect l="l" t="t" r="r" b="b"/>
              <a:pathLst>
                <a:path w="42672" h="329311">
                  <a:moveTo>
                    <a:pt x="0" y="41148"/>
                  </a:moveTo>
                  <a:lnTo>
                    <a:pt x="0" y="286131"/>
                  </a:lnTo>
                  <a:cubicBezTo>
                    <a:pt x="0" y="309626"/>
                    <a:pt x="19431" y="329311"/>
                    <a:pt x="42672" y="329311"/>
                  </a:cubicBezTo>
                  <a:lnTo>
                    <a:pt x="42672" y="0"/>
                  </a:lnTo>
                  <a:cubicBezTo>
                    <a:pt x="19431" y="0"/>
                    <a:pt x="0" y="17653"/>
                    <a:pt x="0" y="41148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5251401" y="3466805"/>
            <a:ext cx="32042" cy="445684"/>
            <a:chOff x="0" y="0"/>
            <a:chExt cx="42723" cy="594246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42672" cy="594233"/>
            </a:xfrm>
            <a:custGeom>
              <a:avLst/>
              <a:gdLst/>
              <a:ahLst/>
              <a:cxnLst/>
              <a:rect l="l" t="t" r="r" b="b"/>
              <a:pathLst>
                <a:path w="42672" h="594233">
                  <a:moveTo>
                    <a:pt x="0" y="41148"/>
                  </a:moveTo>
                  <a:lnTo>
                    <a:pt x="0" y="551053"/>
                  </a:lnTo>
                  <a:cubicBezTo>
                    <a:pt x="0" y="574548"/>
                    <a:pt x="19431" y="594233"/>
                    <a:pt x="42672" y="594233"/>
                  </a:cubicBezTo>
                  <a:lnTo>
                    <a:pt x="42672" y="0"/>
                  </a:lnTo>
                  <a:cubicBezTo>
                    <a:pt x="19431" y="0"/>
                    <a:pt x="0" y="17653"/>
                    <a:pt x="0" y="41148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5251401" y="4009682"/>
            <a:ext cx="32042" cy="447123"/>
            <a:chOff x="0" y="0"/>
            <a:chExt cx="42723" cy="596163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42672" cy="596138"/>
            </a:xfrm>
            <a:custGeom>
              <a:avLst/>
              <a:gdLst/>
              <a:ahLst/>
              <a:cxnLst/>
              <a:rect l="l" t="t" r="r" b="b"/>
              <a:pathLst>
                <a:path w="42672" h="596138">
                  <a:moveTo>
                    <a:pt x="0" y="43180"/>
                  </a:moveTo>
                  <a:lnTo>
                    <a:pt x="0" y="552958"/>
                  </a:lnTo>
                  <a:cubicBezTo>
                    <a:pt x="0" y="576453"/>
                    <a:pt x="19431" y="596138"/>
                    <a:pt x="42672" y="596138"/>
                  </a:cubicBezTo>
                  <a:lnTo>
                    <a:pt x="42672" y="0"/>
                  </a:lnTo>
                  <a:cubicBezTo>
                    <a:pt x="19431" y="0"/>
                    <a:pt x="0" y="19558"/>
                    <a:pt x="0" y="43180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8255596" y="3614042"/>
            <a:ext cx="32042" cy="716404"/>
            <a:chOff x="0" y="0"/>
            <a:chExt cx="42723" cy="955205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42672" cy="955167"/>
            </a:xfrm>
            <a:custGeom>
              <a:avLst/>
              <a:gdLst/>
              <a:ahLst/>
              <a:cxnLst/>
              <a:rect l="l" t="t" r="r" b="b"/>
              <a:pathLst>
                <a:path w="42672" h="955167">
                  <a:moveTo>
                    <a:pt x="0" y="0"/>
                  </a:moveTo>
                  <a:lnTo>
                    <a:pt x="0" y="955167"/>
                  </a:lnTo>
                  <a:cubicBezTo>
                    <a:pt x="23241" y="955167"/>
                    <a:pt x="42672" y="935609"/>
                    <a:pt x="42672" y="911987"/>
                  </a:cubicBezTo>
                  <a:lnTo>
                    <a:pt x="42672" y="43180"/>
                  </a:lnTo>
                  <a:cubicBezTo>
                    <a:pt x="42672" y="19558"/>
                    <a:pt x="23241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5" name="Freeform 65"/>
          <p:cNvSpPr/>
          <p:nvPr/>
        </p:nvSpPr>
        <p:spPr>
          <a:xfrm>
            <a:off x="15283796" y="2240642"/>
            <a:ext cx="2971438" cy="6006598"/>
          </a:xfrm>
          <a:custGeom>
            <a:avLst/>
            <a:gdLst/>
            <a:ahLst/>
            <a:cxnLst/>
            <a:rect l="l" t="t" r="r" b="b"/>
            <a:pathLst>
              <a:path w="2971438" h="6006598">
                <a:moveTo>
                  <a:pt x="0" y="0"/>
                </a:moveTo>
                <a:lnTo>
                  <a:pt x="2971438" y="0"/>
                </a:lnTo>
                <a:lnTo>
                  <a:pt x="2971438" y="6006598"/>
                </a:lnTo>
                <a:lnTo>
                  <a:pt x="0" y="60065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6" name="Freeform 66"/>
          <p:cNvSpPr/>
          <p:nvPr/>
        </p:nvSpPr>
        <p:spPr>
          <a:xfrm>
            <a:off x="12674879" y="5648401"/>
            <a:ext cx="120958" cy="780117"/>
          </a:xfrm>
          <a:custGeom>
            <a:avLst/>
            <a:gdLst/>
            <a:ahLst/>
            <a:cxnLst/>
            <a:rect l="l" t="t" r="r" b="b"/>
            <a:pathLst>
              <a:path w="120958" h="780117">
                <a:moveTo>
                  <a:pt x="0" y="0"/>
                </a:moveTo>
                <a:lnTo>
                  <a:pt x="120958" y="0"/>
                </a:lnTo>
                <a:lnTo>
                  <a:pt x="120958" y="780117"/>
                </a:lnTo>
                <a:lnTo>
                  <a:pt x="0" y="7801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7" name="Freeform 67"/>
          <p:cNvSpPr/>
          <p:nvPr/>
        </p:nvSpPr>
        <p:spPr>
          <a:xfrm>
            <a:off x="12791218" y="5206736"/>
            <a:ext cx="2349236" cy="871804"/>
          </a:xfrm>
          <a:custGeom>
            <a:avLst/>
            <a:gdLst/>
            <a:ahLst/>
            <a:cxnLst/>
            <a:rect l="l" t="t" r="r" b="b"/>
            <a:pathLst>
              <a:path w="2349236" h="871804">
                <a:moveTo>
                  <a:pt x="0" y="0"/>
                </a:moveTo>
                <a:lnTo>
                  <a:pt x="2349236" y="0"/>
                </a:lnTo>
                <a:lnTo>
                  <a:pt x="2349236" y="871805"/>
                </a:lnTo>
                <a:lnTo>
                  <a:pt x="0" y="8718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8" name="TextBox 68"/>
          <p:cNvSpPr txBox="1"/>
          <p:nvPr/>
        </p:nvSpPr>
        <p:spPr>
          <a:xfrm>
            <a:off x="3046676" y="4301861"/>
            <a:ext cx="2088004" cy="965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0"/>
              </a:lnSpc>
            </a:pPr>
            <a:r>
              <a:rPr lang="en-US" sz="1750" spc="-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Clicking on any of the health checks goes to this screen 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8181718" y="4465663"/>
            <a:ext cx="2088004" cy="965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0"/>
              </a:lnSpc>
            </a:pPr>
            <a:r>
              <a:rPr lang="en-US" sz="1750" spc="-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If no, it leads to book appointment screen 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3630244" y="9162974"/>
            <a:ext cx="14365081" cy="773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60"/>
              </a:lnSpc>
            </a:pPr>
            <a:r>
              <a:rPr lang="en-US" sz="2040" spc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If yes, it leads to respective screens that ask to enter the test results including important measurements .</a:t>
            </a:r>
          </a:p>
          <a:p>
            <a:pPr algn="r">
              <a:lnSpc>
                <a:spcPts val="2860"/>
              </a:lnSpc>
            </a:pPr>
            <a:r>
              <a:rPr lang="en-US" sz="2040" spc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These screens are shown in next few slides  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5375881" y="595532"/>
            <a:ext cx="8354882" cy="675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73"/>
              </a:lnSpc>
            </a:pPr>
            <a:r>
              <a:rPr lang="en-US" sz="3480" b="1" spc="-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Available Health Checks 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08796" y="1518476"/>
            <a:ext cx="3770281" cy="7699324"/>
          </a:xfrm>
          <a:custGeom>
            <a:avLst/>
            <a:gdLst/>
            <a:ahLst/>
            <a:cxnLst/>
            <a:rect l="l" t="t" r="r" b="b"/>
            <a:pathLst>
              <a:path w="3770281" h="7699324">
                <a:moveTo>
                  <a:pt x="0" y="0"/>
                </a:moveTo>
                <a:lnTo>
                  <a:pt x="3770280" y="0"/>
                </a:lnTo>
                <a:lnTo>
                  <a:pt x="3770280" y="7699324"/>
                </a:lnTo>
                <a:lnTo>
                  <a:pt x="0" y="76993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306801" y="1714681"/>
            <a:ext cx="3376079" cy="7316276"/>
            <a:chOff x="0" y="0"/>
            <a:chExt cx="4501439" cy="975503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01413" cy="9754870"/>
            </a:xfrm>
            <a:custGeom>
              <a:avLst/>
              <a:gdLst/>
              <a:ahLst/>
              <a:cxnLst/>
              <a:rect l="l" t="t" r="r" b="b"/>
              <a:pathLst>
                <a:path w="4501413" h="9754870">
                  <a:moveTo>
                    <a:pt x="4082288" y="0"/>
                  </a:moveTo>
                  <a:lnTo>
                    <a:pt x="3538601" y="0"/>
                  </a:lnTo>
                  <a:lnTo>
                    <a:pt x="3538601" y="114300"/>
                  </a:lnTo>
                  <a:cubicBezTo>
                    <a:pt x="3538601" y="243840"/>
                    <a:pt x="3431921" y="350520"/>
                    <a:pt x="3302381" y="350520"/>
                  </a:cubicBezTo>
                  <a:lnTo>
                    <a:pt x="1204087" y="350520"/>
                  </a:lnTo>
                  <a:cubicBezTo>
                    <a:pt x="1074547" y="350520"/>
                    <a:pt x="967867" y="243840"/>
                    <a:pt x="967867" y="114300"/>
                  </a:cubicBezTo>
                  <a:lnTo>
                    <a:pt x="967867" y="0"/>
                  </a:lnTo>
                  <a:lnTo>
                    <a:pt x="419100" y="0"/>
                  </a:lnTo>
                  <a:cubicBezTo>
                    <a:pt x="187960" y="0"/>
                    <a:pt x="0" y="187960"/>
                    <a:pt x="0" y="419100"/>
                  </a:cubicBezTo>
                  <a:lnTo>
                    <a:pt x="0" y="9335770"/>
                  </a:lnTo>
                  <a:cubicBezTo>
                    <a:pt x="0" y="9566910"/>
                    <a:pt x="187960" y="9754870"/>
                    <a:pt x="419100" y="9754870"/>
                  </a:cubicBezTo>
                  <a:lnTo>
                    <a:pt x="4082288" y="9754870"/>
                  </a:lnTo>
                  <a:cubicBezTo>
                    <a:pt x="4313428" y="9754870"/>
                    <a:pt x="4501388" y="9566910"/>
                    <a:pt x="4501388" y="9335770"/>
                  </a:cubicBezTo>
                  <a:lnTo>
                    <a:pt x="4501388" y="419100"/>
                  </a:lnTo>
                  <a:cubicBezTo>
                    <a:pt x="4503928" y="187960"/>
                    <a:pt x="4315968" y="0"/>
                    <a:pt x="4082288" y="0"/>
                  </a:cubicBezTo>
                  <a:close/>
                </a:path>
              </a:pathLst>
            </a:custGeom>
            <a:blipFill>
              <a:blip r:embed="rId4"/>
              <a:stretch>
                <a:fillRect l="-22" r="-23" b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711158" y="1777679"/>
            <a:ext cx="521637" cy="64437"/>
            <a:chOff x="0" y="0"/>
            <a:chExt cx="695516" cy="8591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95579" cy="85979"/>
            </a:xfrm>
            <a:custGeom>
              <a:avLst/>
              <a:gdLst/>
              <a:ahLst/>
              <a:cxnLst/>
              <a:rect l="l" t="t" r="r" b="b"/>
              <a:pathLst>
                <a:path w="695579" h="85979">
                  <a:moveTo>
                    <a:pt x="652399" y="0"/>
                  </a:moveTo>
                  <a:lnTo>
                    <a:pt x="43180" y="0"/>
                  </a:lnTo>
                  <a:cubicBezTo>
                    <a:pt x="20320" y="0"/>
                    <a:pt x="0" y="17653"/>
                    <a:pt x="0" y="42926"/>
                  </a:cubicBezTo>
                  <a:cubicBezTo>
                    <a:pt x="0" y="68199"/>
                    <a:pt x="20320" y="85979"/>
                    <a:pt x="43180" y="85979"/>
                  </a:cubicBezTo>
                  <a:lnTo>
                    <a:pt x="652399" y="85979"/>
                  </a:lnTo>
                  <a:cubicBezTo>
                    <a:pt x="675259" y="85979"/>
                    <a:pt x="695579" y="68326"/>
                    <a:pt x="695579" y="43053"/>
                  </a:cubicBezTo>
                  <a:cubicBezTo>
                    <a:pt x="695579" y="17780"/>
                    <a:pt x="675259" y="0"/>
                    <a:pt x="652399" y="0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398758" y="1762563"/>
            <a:ext cx="95402" cy="95040"/>
            <a:chOff x="0" y="0"/>
            <a:chExt cx="127203" cy="126721"/>
          </a:xfrm>
        </p:grpSpPr>
        <p:sp>
          <p:nvSpPr>
            <p:cNvPr id="8" name="Freeform 8"/>
            <p:cNvSpPr/>
            <p:nvPr/>
          </p:nvSpPr>
          <p:spPr>
            <a:xfrm>
              <a:off x="-63" y="-1"/>
              <a:ext cx="127381" cy="126748"/>
            </a:xfrm>
            <a:custGeom>
              <a:avLst/>
              <a:gdLst/>
              <a:ahLst/>
              <a:cxnLst/>
              <a:rect l="l" t="t" r="r" b="b"/>
              <a:pathLst>
                <a:path w="127381" h="126748">
                  <a:moveTo>
                    <a:pt x="63690" y="1"/>
                  </a:moveTo>
                  <a:cubicBezTo>
                    <a:pt x="40957" y="-126"/>
                    <a:pt x="20002" y="11939"/>
                    <a:pt x="8572" y="31624"/>
                  </a:cubicBezTo>
                  <a:cubicBezTo>
                    <a:pt x="-2858" y="51309"/>
                    <a:pt x="-2858" y="75439"/>
                    <a:pt x="8572" y="95124"/>
                  </a:cubicBezTo>
                  <a:cubicBezTo>
                    <a:pt x="20002" y="114809"/>
                    <a:pt x="40957" y="126874"/>
                    <a:pt x="63690" y="126747"/>
                  </a:cubicBezTo>
                  <a:cubicBezTo>
                    <a:pt x="86423" y="126874"/>
                    <a:pt x="107378" y="114809"/>
                    <a:pt x="118808" y="95124"/>
                  </a:cubicBezTo>
                  <a:cubicBezTo>
                    <a:pt x="130238" y="75439"/>
                    <a:pt x="130238" y="51309"/>
                    <a:pt x="118808" y="31624"/>
                  </a:cubicBezTo>
                  <a:cubicBezTo>
                    <a:pt x="107378" y="11939"/>
                    <a:pt x="86296" y="-126"/>
                    <a:pt x="63690" y="1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881" y="2509561"/>
            <a:ext cx="41396" cy="319678"/>
            <a:chOff x="0" y="0"/>
            <a:chExt cx="55194" cy="42623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5245" cy="426339"/>
            </a:xfrm>
            <a:custGeom>
              <a:avLst/>
              <a:gdLst/>
              <a:ahLst/>
              <a:cxnLst/>
              <a:rect l="l" t="t" r="r" b="b"/>
              <a:pathLst>
                <a:path w="55245" h="426339">
                  <a:moveTo>
                    <a:pt x="0" y="53340"/>
                  </a:moveTo>
                  <a:lnTo>
                    <a:pt x="0" y="370459"/>
                  </a:lnTo>
                  <a:cubicBezTo>
                    <a:pt x="0" y="400939"/>
                    <a:pt x="25146" y="426339"/>
                    <a:pt x="55245" y="426339"/>
                  </a:cubicBezTo>
                  <a:lnTo>
                    <a:pt x="55245" y="0"/>
                  </a:lnTo>
                  <a:cubicBezTo>
                    <a:pt x="25146" y="0"/>
                    <a:pt x="0" y="22860"/>
                    <a:pt x="0" y="53340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881" y="3067564"/>
            <a:ext cx="41396" cy="577082"/>
            <a:chOff x="0" y="0"/>
            <a:chExt cx="55194" cy="76944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5245" cy="769493"/>
            </a:xfrm>
            <a:custGeom>
              <a:avLst/>
              <a:gdLst/>
              <a:ahLst/>
              <a:cxnLst/>
              <a:rect l="l" t="t" r="r" b="b"/>
              <a:pathLst>
                <a:path w="55245" h="769493">
                  <a:moveTo>
                    <a:pt x="0" y="53340"/>
                  </a:moveTo>
                  <a:lnTo>
                    <a:pt x="0" y="713613"/>
                  </a:lnTo>
                  <a:cubicBezTo>
                    <a:pt x="0" y="744093"/>
                    <a:pt x="25146" y="769493"/>
                    <a:pt x="55245" y="769493"/>
                  </a:cubicBezTo>
                  <a:lnTo>
                    <a:pt x="55245" y="0"/>
                  </a:lnTo>
                  <a:cubicBezTo>
                    <a:pt x="25146" y="0"/>
                    <a:pt x="0" y="22860"/>
                    <a:pt x="0" y="53340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28881" y="3770643"/>
            <a:ext cx="41396" cy="578882"/>
            <a:chOff x="0" y="0"/>
            <a:chExt cx="55194" cy="77184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5245" cy="771906"/>
            </a:xfrm>
            <a:custGeom>
              <a:avLst/>
              <a:gdLst/>
              <a:ahLst/>
              <a:cxnLst/>
              <a:rect l="l" t="t" r="r" b="b"/>
              <a:pathLst>
                <a:path w="55245" h="771906">
                  <a:moveTo>
                    <a:pt x="0" y="55880"/>
                  </a:moveTo>
                  <a:lnTo>
                    <a:pt x="0" y="716026"/>
                  </a:lnTo>
                  <a:cubicBezTo>
                    <a:pt x="0" y="746506"/>
                    <a:pt x="25146" y="771906"/>
                    <a:pt x="55245" y="771906"/>
                  </a:cubicBezTo>
                  <a:lnTo>
                    <a:pt x="55245" y="0"/>
                  </a:lnTo>
                  <a:cubicBezTo>
                    <a:pt x="25146" y="0"/>
                    <a:pt x="0" y="25400"/>
                    <a:pt x="0" y="55880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917596" y="3258360"/>
            <a:ext cx="41396" cy="927716"/>
            <a:chOff x="0" y="0"/>
            <a:chExt cx="55194" cy="123695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5245" cy="1236980"/>
            </a:xfrm>
            <a:custGeom>
              <a:avLst/>
              <a:gdLst/>
              <a:ahLst/>
              <a:cxnLst/>
              <a:rect l="l" t="t" r="r" b="b"/>
              <a:pathLst>
                <a:path w="55245" h="1236980">
                  <a:moveTo>
                    <a:pt x="0" y="0"/>
                  </a:moveTo>
                  <a:lnTo>
                    <a:pt x="0" y="1236980"/>
                  </a:lnTo>
                  <a:cubicBezTo>
                    <a:pt x="30099" y="1236980"/>
                    <a:pt x="55245" y="1211580"/>
                    <a:pt x="55245" y="1181100"/>
                  </a:cubicBezTo>
                  <a:lnTo>
                    <a:pt x="55245" y="55880"/>
                  </a:lnTo>
                  <a:cubicBezTo>
                    <a:pt x="55245" y="25400"/>
                    <a:pt x="30099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7" name="Freeform 17"/>
          <p:cNvSpPr/>
          <p:nvPr/>
        </p:nvSpPr>
        <p:spPr>
          <a:xfrm>
            <a:off x="1070639" y="1480318"/>
            <a:ext cx="3846605" cy="7775638"/>
          </a:xfrm>
          <a:custGeom>
            <a:avLst/>
            <a:gdLst/>
            <a:ahLst/>
            <a:cxnLst/>
            <a:rect l="l" t="t" r="r" b="b"/>
            <a:pathLst>
              <a:path w="3846605" h="7775638">
                <a:moveTo>
                  <a:pt x="0" y="0"/>
                </a:moveTo>
                <a:lnTo>
                  <a:pt x="3846604" y="0"/>
                </a:lnTo>
                <a:lnTo>
                  <a:pt x="3846604" y="7775639"/>
                </a:lnTo>
                <a:lnTo>
                  <a:pt x="0" y="77756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8"/>
          <p:cNvSpPr/>
          <p:nvPr/>
        </p:nvSpPr>
        <p:spPr>
          <a:xfrm>
            <a:off x="6922084" y="1518476"/>
            <a:ext cx="3770281" cy="7699324"/>
          </a:xfrm>
          <a:custGeom>
            <a:avLst/>
            <a:gdLst/>
            <a:ahLst/>
            <a:cxnLst/>
            <a:rect l="l" t="t" r="r" b="b"/>
            <a:pathLst>
              <a:path w="3770281" h="7699324">
                <a:moveTo>
                  <a:pt x="0" y="0"/>
                </a:moveTo>
                <a:lnTo>
                  <a:pt x="3770281" y="0"/>
                </a:lnTo>
                <a:lnTo>
                  <a:pt x="3770281" y="7699324"/>
                </a:lnTo>
                <a:lnTo>
                  <a:pt x="0" y="76993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9" name="Group 19"/>
          <p:cNvGrpSpPr/>
          <p:nvPr/>
        </p:nvGrpSpPr>
        <p:grpSpPr>
          <a:xfrm>
            <a:off x="7120080" y="1714681"/>
            <a:ext cx="3376079" cy="7316276"/>
            <a:chOff x="0" y="0"/>
            <a:chExt cx="4501439" cy="975503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501413" cy="9754870"/>
            </a:xfrm>
            <a:custGeom>
              <a:avLst/>
              <a:gdLst/>
              <a:ahLst/>
              <a:cxnLst/>
              <a:rect l="l" t="t" r="r" b="b"/>
              <a:pathLst>
                <a:path w="4501413" h="9754870">
                  <a:moveTo>
                    <a:pt x="4082288" y="0"/>
                  </a:moveTo>
                  <a:lnTo>
                    <a:pt x="3538601" y="0"/>
                  </a:lnTo>
                  <a:lnTo>
                    <a:pt x="3538601" y="114300"/>
                  </a:lnTo>
                  <a:cubicBezTo>
                    <a:pt x="3538601" y="243840"/>
                    <a:pt x="3431921" y="350520"/>
                    <a:pt x="3302381" y="350520"/>
                  </a:cubicBezTo>
                  <a:lnTo>
                    <a:pt x="1204087" y="350520"/>
                  </a:lnTo>
                  <a:cubicBezTo>
                    <a:pt x="1074547" y="350520"/>
                    <a:pt x="967867" y="243840"/>
                    <a:pt x="967867" y="114300"/>
                  </a:cubicBezTo>
                  <a:lnTo>
                    <a:pt x="967867" y="0"/>
                  </a:lnTo>
                  <a:lnTo>
                    <a:pt x="419100" y="0"/>
                  </a:lnTo>
                  <a:cubicBezTo>
                    <a:pt x="187960" y="0"/>
                    <a:pt x="0" y="187960"/>
                    <a:pt x="0" y="419100"/>
                  </a:cubicBezTo>
                  <a:lnTo>
                    <a:pt x="0" y="9335770"/>
                  </a:lnTo>
                  <a:cubicBezTo>
                    <a:pt x="0" y="9566910"/>
                    <a:pt x="187960" y="9754870"/>
                    <a:pt x="419100" y="9754870"/>
                  </a:cubicBezTo>
                  <a:lnTo>
                    <a:pt x="4082288" y="9754870"/>
                  </a:lnTo>
                  <a:cubicBezTo>
                    <a:pt x="4313428" y="9754870"/>
                    <a:pt x="4501388" y="9566910"/>
                    <a:pt x="4501388" y="9335770"/>
                  </a:cubicBezTo>
                  <a:lnTo>
                    <a:pt x="4501388" y="419100"/>
                  </a:lnTo>
                  <a:cubicBezTo>
                    <a:pt x="4503928" y="187960"/>
                    <a:pt x="4315968" y="0"/>
                    <a:pt x="4082288" y="0"/>
                  </a:cubicBezTo>
                  <a:close/>
                </a:path>
              </a:pathLst>
            </a:custGeom>
            <a:blipFill>
              <a:blip r:embed="rId6"/>
              <a:stretch>
                <a:fillRect l="-22" r="-23" b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524437" y="1777679"/>
            <a:ext cx="521637" cy="64437"/>
            <a:chOff x="0" y="0"/>
            <a:chExt cx="695516" cy="8591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95579" cy="85979"/>
            </a:xfrm>
            <a:custGeom>
              <a:avLst/>
              <a:gdLst/>
              <a:ahLst/>
              <a:cxnLst/>
              <a:rect l="l" t="t" r="r" b="b"/>
              <a:pathLst>
                <a:path w="695579" h="85979">
                  <a:moveTo>
                    <a:pt x="652399" y="0"/>
                  </a:moveTo>
                  <a:lnTo>
                    <a:pt x="43180" y="0"/>
                  </a:lnTo>
                  <a:cubicBezTo>
                    <a:pt x="20320" y="0"/>
                    <a:pt x="0" y="17653"/>
                    <a:pt x="0" y="42926"/>
                  </a:cubicBezTo>
                  <a:cubicBezTo>
                    <a:pt x="0" y="68199"/>
                    <a:pt x="20320" y="85979"/>
                    <a:pt x="43180" y="85979"/>
                  </a:cubicBezTo>
                  <a:lnTo>
                    <a:pt x="652399" y="85979"/>
                  </a:lnTo>
                  <a:cubicBezTo>
                    <a:pt x="675259" y="85979"/>
                    <a:pt x="695579" y="68326"/>
                    <a:pt x="695579" y="43053"/>
                  </a:cubicBezTo>
                  <a:cubicBezTo>
                    <a:pt x="695579" y="17780"/>
                    <a:pt x="675259" y="0"/>
                    <a:pt x="652399" y="0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212037" y="1762563"/>
            <a:ext cx="95402" cy="95040"/>
            <a:chOff x="0" y="0"/>
            <a:chExt cx="127203" cy="126721"/>
          </a:xfrm>
        </p:grpSpPr>
        <p:sp>
          <p:nvSpPr>
            <p:cNvPr id="24" name="Freeform 24"/>
            <p:cNvSpPr/>
            <p:nvPr/>
          </p:nvSpPr>
          <p:spPr>
            <a:xfrm>
              <a:off x="-63" y="-1"/>
              <a:ext cx="127381" cy="126748"/>
            </a:xfrm>
            <a:custGeom>
              <a:avLst/>
              <a:gdLst/>
              <a:ahLst/>
              <a:cxnLst/>
              <a:rect l="l" t="t" r="r" b="b"/>
              <a:pathLst>
                <a:path w="127381" h="126748">
                  <a:moveTo>
                    <a:pt x="63690" y="1"/>
                  </a:moveTo>
                  <a:cubicBezTo>
                    <a:pt x="40957" y="-126"/>
                    <a:pt x="20002" y="11939"/>
                    <a:pt x="8572" y="31624"/>
                  </a:cubicBezTo>
                  <a:cubicBezTo>
                    <a:pt x="-2858" y="51309"/>
                    <a:pt x="-2858" y="75439"/>
                    <a:pt x="8572" y="95124"/>
                  </a:cubicBezTo>
                  <a:cubicBezTo>
                    <a:pt x="20002" y="114809"/>
                    <a:pt x="40957" y="126874"/>
                    <a:pt x="63690" y="126747"/>
                  </a:cubicBezTo>
                  <a:cubicBezTo>
                    <a:pt x="86423" y="126874"/>
                    <a:pt x="107378" y="114809"/>
                    <a:pt x="118808" y="95124"/>
                  </a:cubicBezTo>
                  <a:cubicBezTo>
                    <a:pt x="130238" y="75439"/>
                    <a:pt x="130238" y="51309"/>
                    <a:pt x="118808" y="31624"/>
                  </a:cubicBezTo>
                  <a:cubicBezTo>
                    <a:pt x="107378" y="11939"/>
                    <a:pt x="86296" y="-126"/>
                    <a:pt x="63690" y="1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841798" y="2509561"/>
            <a:ext cx="41396" cy="319678"/>
            <a:chOff x="0" y="0"/>
            <a:chExt cx="55194" cy="426237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5245" cy="426339"/>
            </a:xfrm>
            <a:custGeom>
              <a:avLst/>
              <a:gdLst/>
              <a:ahLst/>
              <a:cxnLst/>
              <a:rect l="l" t="t" r="r" b="b"/>
              <a:pathLst>
                <a:path w="55245" h="426339">
                  <a:moveTo>
                    <a:pt x="0" y="53340"/>
                  </a:moveTo>
                  <a:lnTo>
                    <a:pt x="0" y="370459"/>
                  </a:lnTo>
                  <a:cubicBezTo>
                    <a:pt x="0" y="400939"/>
                    <a:pt x="25146" y="426339"/>
                    <a:pt x="55245" y="426339"/>
                  </a:cubicBezTo>
                  <a:lnTo>
                    <a:pt x="55245" y="0"/>
                  </a:lnTo>
                  <a:cubicBezTo>
                    <a:pt x="25146" y="0"/>
                    <a:pt x="0" y="22860"/>
                    <a:pt x="0" y="53340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841798" y="3067564"/>
            <a:ext cx="41396" cy="577082"/>
            <a:chOff x="0" y="0"/>
            <a:chExt cx="55194" cy="76944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5245" cy="769493"/>
            </a:xfrm>
            <a:custGeom>
              <a:avLst/>
              <a:gdLst/>
              <a:ahLst/>
              <a:cxnLst/>
              <a:rect l="l" t="t" r="r" b="b"/>
              <a:pathLst>
                <a:path w="55245" h="769493">
                  <a:moveTo>
                    <a:pt x="0" y="53340"/>
                  </a:moveTo>
                  <a:lnTo>
                    <a:pt x="0" y="713613"/>
                  </a:lnTo>
                  <a:cubicBezTo>
                    <a:pt x="0" y="744093"/>
                    <a:pt x="25146" y="769493"/>
                    <a:pt x="55245" y="769493"/>
                  </a:cubicBezTo>
                  <a:lnTo>
                    <a:pt x="55245" y="0"/>
                  </a:lnTo>
                  <a:cubicBezTo>
                    <a:pt x="25146" y="0"/>
                    <a:pt x="0" y="22860"/>
                    <a:pt x="0" y="53340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841798" y="3770643"/>
            <a:ext cx="41396" cy="578882"/>
            <a:chOff x="0" y="0"/>
            <a:chExt cx="55194" cy="77184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5245" cy="771906"/>
            </a:xfrm>
            <a:custGeom>
              <a:avLst/>
              <a:gdLst/>
              <a:ahLst/>
              <a:cxnLst/>
              <a:rect l="l" t="t" r="r" b="b"/>
              <a:pathLst>
                <a:path w="55245" h="771906">
                  <a:moveTo>
                    <a:pt x="0" y="55880"/>
                  </a:moveTo>
                  <a:lnTo>
                    <a:pt x="0" y="716026"/>
                  </a:lnTo>
                  <a:cubicBezTo>
                    <a:pt x="0" y="746506"/>
                    <a:pt x="25146" y="771906"/>
                    <a:pt x="55245" y="771906"/>
                  </a:cubicBezTo>
                  <a:lnTo>
                    <a:pt x="55245" y="0"/>
                  </a:lnTo>
                  <a:cubicBezTo>
                    <a:pt x="25146" y="0"/>
                    <a:pt x="0" y="25400"/>
                    <a:pt x="0" y="55880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0730884" y="3258360"/>
            <a:ext cx="41396" cy="927716"/>
            <a:chOff x="0" y="0"/>
            <a:chExt cx="55194" cy="1236955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5245" cy="1236980"/>
            </a:xfrm>
            <a:custGeom>
              <a:avLst/>
              <a:gdLst/>
              <a:ahLst/>
              <a:cxnLst/>
              <a:rect l="l" t="t" r="r" b="b"/>
              <a:pathLst>
                <a:path w="55245" h="1236980">
                  <a:moveTo>
                    <a:pt x="0" y="0"/>
                  </a:moveTo>
                  <a:lnTo>
                    <a:pt x="0" y="1236980"/>
                  </a:lnTo>
                  <a:cubicBezTo>
                    <a:pt x="30099" y="1236980"/>
                    <a:pt x="55245" y="1211580"/>
                    <a:pt x="55245" y="1181100"/>
                  </a:cubicBezTo>
                  <a:lnTo>
                    <a:pt x="55245" y="55880"/>
                  </a:lnTo>
                  <a:cubicBezTo>
                    <a:pt x="55245" y="25400"/>
                    <a:pt x="30099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3" name="Freeform 33"/>
          <p:cNvSpPr/>
          <p:nvPr/>
        </p:nvSpPr>
        <p:spPr>
          <a:xfrm>
            <a:off x="6883918" y="1480318"/>
            <a:ext cx="3846605" cy="7775638"/>
          </a:xfrm>
          <a:custGeom>
            <a:avLst/>
            <a:gdLst/>
            <a:ahLst/>
            <a:cxnLst/>
            <a:rect l="l" t="t" r="r" b="b"/>
            <a:pathLst>
              <a:path w="3846605" h="7775638">
                <a:moveTo>
                  <a:pt x="0" y="0"/>
                </a:moveTo>
                <a:lnTo>
                  <a:pt x="3846604" y="0"/>
                </a:lnTo>
                <a:lnTo>
                  <a:pt x="3846604" y="7775639"/>
                </a:lnTo>
                <a:lnTo>
                  <a:pt x="0" y="77756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4" name="Freeform 34"/>
          <p:cNvSpPr/>
          <p:nvPr/>
        </p:nvSpPr>
        <p:spPr>
          <a:xfrm>
            <a:off x="12765243" y="1518476"/>
            <a:ext cx="3770281" cy="7699324"/>
          </a:xfrm>
          <a:custGeom>
            <a:avLst/>
            <a:gdLst/>
            <a:ahLst/>
            <a:cxnLst/>
            <a:rect l="l" t="t" r="r" b="b"/>
            <a:pathLst>
              <a:path w="3770281" h="7699324">
                <a:moveTo>
                  <a:pt x="0" y="0"/>
                </a:moveTo>
                <a:lnTo>
                  <a:pt x="3770281" y="0"/>
                </a:lnTo>
                <a:lnTo>
                  <a:pt x="3770281" y="7699324"/>
                </a:lnTo>
                <a:lnTo>
                  <a:pt x="0" y="76993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/>
          <p:cNvGrpSpPr/>
          <p:nvPr/>
        </p:nvGrpSpPr>
        <p:grpSpPr>
          <a:xfrm>
            <a:off x="12963601" y="1714681"/>
            <a:ext cx="3376079" cy="7316276"/>
            <a:chOff x="0" y="0"/>
            <a:chExt cx="4501439" cy="9755035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501413" cy="9754870"/>
            </a:xfrm>
            <a:custGeom>
              <a:avLst/>
              <a:gdLst/>
              <a:ahLst/>
              <a:cxnLst/>
              <a:rect l="l" t="t" r="r" b="b"/>
              <a:pathLst>
                <a:path w="4501413" h="9754870">
                  <a:moveTo>
                    <a:pt x="4082288" y="0"/>
                  </a:moveTo>
                  <a:lnTo>
                    <a:pt x="3538601" y="0"/>
                  </a:lnTo>
                  <a:lnTo>
                    <a:pt x="3538601" y="114300"/>
                  </a:lnTo>
                  <a:cubicBezTo>
                    <a:pt x="3538601" y="243840"/>
                    <a:pt x="3431921" y="350520"/>
                    <a:pt x="3302381" y="350520"/>
                  </a:cubicBezTo>
                  <a:lnTo>
                    <a:pt x="1204087" y="350520"/>
                  </a:lnTo>
                  <a:cubicBezTo>
                    <a:pt x="1074547" y="350520"/>
                    <a:pt x="967867" y="243840"/>
                    <a:pt x="967867" y="114300"/>
                  </a:cubicBezTo>
                  <a:lnTo>
                    <a:pt x="967867" y="0"/>
                  </a:lnTo>
                  <a:lnTo>
                    <a:pt x="419100" y="0"/>
                  </a:lnTo>
                  <a:cubicBezTo>
                    <a:pt x="187960" y="0"/>
                    <a:pt x="0" y="187960"/>
                    <a:pt x="0" y="419100"/>
                  </a:cubicBezTo>
                  <a:lnTo>
                    <a:pt x="0" y="9335770"/>
                  </a:lnTo>
                  <a:cubicBezTo>
                    <a:pt x="0" y="9566910"/>
                    <a:pt x="187960" y="9754870"/>
                    <a:pt x="419100" y="9754870"/>
                  </a:cubicBezTo>
                  <a:lnTo>
                    <a:pt x="4082288" y="9754870"/>
                  </a:lnTo>
                  <a:cubicBezTo>
                    <a:pt x="4313428" y="9754870"/>
                    <a:pt x="4501388" y="9566910"/>
                    <a:pt x="4501388" y="9335770"/>
                  </a:cubicBezTo>
                  <a:lnTo>
                    <a:pt x="4501388" y="419100"/>
                  </a:lnTo>
                  <a:cubicBezTo>
                    <a:pt x="4503928" y="187960"/>
                    <a:pt x="4315968" y="0"/>
                    <a:pt x="4082288" y="0"/>
                  </a:cubicBezTo>
                  <a:close/>
                </a:path>
              </a:pathLst>
            </a:custGeom>
            <a:blipFill>
              <a:blip r:embed="rId7"/>
              <a:stretch>
                <a:fillRect l="-22" r="-23" b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4367596" y="1777679"/>
            <a:ext cx="521637" cy="64437"/>
            <a:chOff x="0" y="0"/>
            <a:chExt cx="695516" cy="85916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695579" cy="85979"/>
            </a:xfrm>
            <a:custGeom>
              <a:avLst/>
              <a:gdLst/>
              <a:ahLst/>
              <a:cxnLst/>
              <a:rect l="l" t="t" r="r" b="b"/>
              <a:pathLst>
                <a:path w="695579" h="85979">
                  <a:moveTo>
                    <a:pt x="652399" y="0"/>
                  </a:moveTo>
                  <a:lnTo>
                    <a:pt x="43180" y="0"/>
                  </a:lnTo>
                  <a:cubicBezTo>
                    <a:pt x="20320" y="0"/>
                    <a:pt x="0" y="17653"/>
                    <a:pt x="0" y="42926"/>
                  </a:cubicBezTo>
                  <a:cubicBezTo>
                    <a:pt x="0" y="68199"/>
                    <a:pt x="20320" y="85979"/>
                    <a:pt x="43180" y="85979"/>
                  </a:cubicBezTo>
                  <a:lnTo>
                    <a:pt x="652399" y="85979"/>
                  </a:lnTo>
                  <a:cubicBezTo>
                    <a:pt x="675259" y="85979"/>
                    <a:pt x="695579" y="68326"/>
                    <a:pt x="695579" y="43053"/>
                  </a:cubicBezTo>
                  <a:cubicBezTo>
                    <a:pt x="695579" y="17780"/>
                    <a:pt x="675259" y="0"/>
                    <a:pt x="652399" y="0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5055196" y="1762563"/>
            <a:ext cx="95402" cy="95040"/>
            <a:chOff x="0" y="0"/>
            <a:chExt cx="127203" cy="126721"/>
          </a:xfrm>
        </p:grpSpPr>
        <p:sp>
          <p:nvSpPr>
            <p:cNvPr id="40" name="Freeform 40"/>
            <p:cNvSpPr/>
            <p:nvPr/>
          </p:nvSpPr>
          <p:spPr>
            <a:xfrm>
              <a:off x="-63" y="-1"/>
              <a:ext cx="127381" cy="126748"/>
            </a:xfrm>
            <a:custGeom>
              <a:avLst/>
              <a:gdLst/>
              <a:ahLst/>
              <a:cxnLst/>
              <a:rect l="l" t="t" r="r" b="b"/>
              <a:pathLst>
                <a:path w="127381" h="126748">
                  <a:moveTo>
                    <a:pt x="63690" y="1"/>
                  </a:moveTo>
                  <a:cubicBezTo>
                    <a:pt x="40957" y="-126"/>
                    <a:pt x="20002" y="11939"/>
                    <a:pt x="8572" y="31624"/>
                  </a:cubicBezTo>
                  <a:cubicBezTo>
                    <a:pt x="-2858" y="51309"/>
                    <a:pt x="-2858" y="75439"/>
                    <a:pt x="8572" y="95124"/>
                  </a:cubicBezTo>
                  <a:cubicBezTo>
                    <a:pt x="20002" y="114809"/>
                    <a:pt x="40957" y="126874"/>
                    <a:pt x="63690" y="126747"/>
                  </a:cubicBezTo>
                  <a:cubicBezTo>
                    <a:pt x="86423" y="126874"/>
                    <a:pt x="107378" y="114809"/>
                    <a:pt x="118808" y="95124"/>
                  </a:cubicBezTo>
                  <a:cubicBezTo>
                    <a:pt x="130238" y="75439"/>
                    <a:pt x="130238" y="51309"/>
                    <a:pt x="118808" y="31624"/>
                  </a:cubicBezTo>
                  <a:cubicBezTo>
                    <a:pt x="107378" y="11939"/>
                    <a:pt x="86296" y="-126"/>
                    <a:pt x="63690" y="1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2685319" y="2509561"/>
            <a:ext cx="41396" cy="319678"/>
            <a:chOff x="0" y="0"/>
            <a:chExt cx="55194" cy="426237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55245" cy="426339"/>
            </a:xfrm>
            <a:custGeom>
              <a:avLst/>
              <a:gdLst/>
              <a:ahLst/>
              <a:cxnLst/>
              <a:rect l="l" t="t" r="r" b="b"/>
              <a:pathLst>
                <a:path w="55245" h="426339">
                  <a:moveTo>
                    <a:pt x="0" y="53340"/>
                  </a:moveTo>
                  <a:lnTo>
                    <a:pt x="0" y="370459"/>
                  </a:lnTo>
                  <a:cubicBezTo>
                    <a:pt x="0" y="400939"/>
                    <a:pt x="25146" y="426339"/>
                    <a:pt x="55245" y="426339"/>
                  </a:cubicBezTo>
                  <a:lnTo>
                    <a:pt x="55245" y="0"/>
                  </a:lnTo>
                  <a:cubicBezTo>
                    <a:pt x="25146" y="0"/>
                    <a:pt x="0" y="22860"/>
                    <a:pt x="0" y="53340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2685319" y="3067564"/>
            <a:ext cx="41396" cy="577082"/>
            <a:chOff x="0" y="0"/>
            <a:chExt cx="55194" cy="769442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55245" cy="769493"/>
            </a:xfrm>
            <a:custGeom>
              <a:avLst/>
              <a:gdLst/>
              <a:ahLst/>
              <a:cxnLst/>
              <a:rect l="l" t="t" r="r" b="b"/>
              <a:pathLst>
                <a:path w="55245" h="769493">
                  <a:moveTo>
                    <a:pt x="0" y="53340"/>
                  </a:moveTo>
                  <a:lnTo>
                    <a:pt x="0" y="713613"/>
                  </a:lnTo>
                  <a:cubicBezTo>
                    <a:pt x="0" y="744093"/>
                    <a:pt x="25146" y="769493"/>
                    <a:pt x="55245" y="769493"/>
                  </a:cubicBezTo>
                  <a:lnTo>
                    <a:pt x="55245" y="0"/>
                  </a:lnTo>
                  <a:cubicBezTo>
                    <a:pt x="25146" y="0"/>
                    <a:pt x="0" y="22860"/>
                    <a:pt x="0" y="53340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2685319" y="3770643"/>
            <a:ext cx="41396" cy="578882"/>
            <a:chOff x="0" y="0"/>
            <a:chExt cx="55194" cy="771842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55245" cy="771906"/>
            </a:xfrm>
            <a:custGeom>
              <a:avLst/>
              <a:gdLst/>
              <a:ahLst/>
              <a:cxnLst/>
              <a:rect l="l" t="t" r="r" b="b"/>
              <a:pathLst>
                <a:path w="55245" h="771906">
                  <a:moveTo>
                    <a:pt x="0" y="55880"/>
                  </a:moveTo>
                  <a:lnTo>
                    <a:pt x="0" y="716026"/>
                  </a:lnTo>
                  <a:cubicBezTo>
                    <a:pt x="0" y="746506"/>
                    <a:pt x="25146" y="771906"/>
                    <a:pt x="55245" y="771906"/>
                  </a:cubicBezTo>
                  <a:lnTo>
                    <a:pt x="55245" y="0"/>
                  </a:lnTo>
                  <a:cubicBezTo>
                    <a:pt x="25146" y="0"/>
                    <a:pt x="0" y="25400"/>
                    <a:pt x="0" y="55880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6574043" y="3258360"/>
            <a:ext cx="41396" cy="927716"/>
            <a:chOff x="0" y="0"/>
            <a:chExt cx="55194" cy="1236955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55245" cy="1236980"/>
            </a:xfrm>
            <a:custGeom>
              <a:avLst/>
              <a:gdLst/>
              <a:ahLst/>
              <a:cxnLst/>
              <a:rect l="l" t="t" r="r" b="b"/>
              <a:pathLst>
                <a:path w="55245" h="1236980">
                  <a:moveTo>
                    <a:pt x="0" y="0"/>
                  </a:moveTo>
                  <a:lnTo>
                    <a:pt x="0" y="1236980"/>
                  </a:lnTo>
                  <a:cubicBezTo>
                    <a:pt x="30099" y="1236980"/>
                    <a:pt x="55245" y="1211580"/>
                    <a:pt x="55245" y="1181100"/>
                  </a:cubicBezTo>
                  <a:lnTo>
                    <a:pt x="55245" y="55880"/>
                  </a:lnTo>
                  <a:cubicBezTo>
                    <a:pt x="55245" y="25400"/>
                    <a:pt x="30099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9" name="Freeform 49"/>
          <p:cNvSpPr/>
          <p:nvPr/>
        </p:nvSpPr>
        <p:spPr>
          <a:xfrm>
            <a:off x="12727076" y="1480318"/>
            <a:ext cx="3846605" cy="7775638"/>
          </a:xfrm>
          <a:custGeom>
            <a:avLst/>
            <a:gdLst/>
            <a:ahLst/>
            <a:cxnLst/>
            <a:rect l="l" t="t" r="r" b="b"/>
            <a:pathLst>
              <a:path w="3846605" h="7775638">
                <a:moveTo>
                  <a:pt x="0" y="0"/>
                </a:moveTo>
                <a:lnTo>
                  <a:pt x="3846605" y="0"/>
                </a:lnTo>
                <a:lnTo>
                  <a:pt x="3846605" y="7775639"/>
                </a:lnTo>
                <a:lnTo>
                  <a:pt x="0" y="77756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0" name="TextBox 50"/>
          <p:cNvSpPr txBox="1"/>
          <p:nvPr/>
        </p:nvSpPr>
        <p:spPr>
          <a:xfrm>
            <a:off x="4629598" y="393211"/>
            <a:ext cx="8354882" cy="675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73"/>
              </a:lnSpc>
            </a:pPr>
            <a:r>
              <a:rPr lang="en-US" sz="3480" b="1" spc="-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Vision Check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84520" y="1415882"/>
            <a:ext cx="3820678" cy="7801556"/>
          </a:xfrm>
          <a:custGeom>
            <a:avLst/>
            <a:gdLst/>
            <a:ahLst/>
            <a:cxnLst/>
            <a:rect l="l" t="t" r="r" b="b"/>
            <a:pathLst>
              <a:path w="3820678" h="7801556">
                <a:moveTo>
                  <a:pt x="0" y="0"/>
                </a:moveTo>
                <a:lnTo>
                  <a:pt x="3820678" y="0"/>
                </a:lnTo>
                <a:lnTo>
                  <a:pt x="3820678" y="7801556"/>
                </a:lnTo>
                <a:lnTo>
                  <a:pt x="0" y="78015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085402" y="1614602"/>
            <a:ext cx="3421085" cy="7413479"/>
            <a:chOff x="0" y="0"/>
            <a:chExt cx="4561446" cy="988463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61360" cy="9884537"/>
            </a:xfrm>
            <a:custGeom>
              <a:avLst/>
              <a:gdLst/>
              <a:ahLst/>
              <a:cxnLst/>
              <a:rect l="l" t="t" r="r" b="b"/>
              <a:pathLst>
                <a:path w="4561360" h="9884537">
                  <a:moveTo>
                    <a:pt x="4136644" y="0"/>
                  </a:moveTo>
                  <a:lnTo>
                    <a:pt x="3585845" y="0"/>
                  </a:lnTo>
                  <a:lnTo>
                    <a:pt x="3585845" y="115824"/>
                  </a:lnTo>
                  <a:cubicBezTo>
                    <a:pt x="3585845" y="247142"/>
                    <a:pt x="3477768" y="355219"/>
                    <a:pt x="3346450" y="355219"/>
                  </a:cubicBezTo>
                  <a:lnTo>
                    <a:pt x="1220089" y="355219"/>
                  </a:lnTo>
                  <a:cubicBezTo>
                    <a:pt x="1088771" y="355219"/>
                    <a:pt x="980694" y="247142"/>
                    <a:pt x="980694" y="115824"/>
                  </a:cubicBezTo>
                  <a:lnTo>
                    <a:pt x="980694" y="0"/>
                  </a:lnTo>
                  <a:lnTo>
                    <a:pt x="424688" y="0"/>
                  </a:lnTo>
                  <a:cubicBezTo>
                    <a:pt x="190500" y="0"/>
                    <a:pt x="0" y="190500"/>
                    <a:pt x="0" y="424688"/>
                  </a:cubicBezTo>
                  <a:lnTo>
                    <a:pt x="0" y="9459849"/>
                  </a:lnTo>
                  <a:cubicBezTo>
                    <a:pt x="0" y="9694037"/>
                    <a:pt x="190500" y="9884537"/>
                    <a:pt x="424688" y="9884537"/>
                  </a:cubicBezTo>
                  <a:lnTo>
                    <a:pt x="4136644" y="9884537"/>
                  </a:lnTo>
                  <a:cubicBezTo>
                    <a:pt x="4370832" y="9884537"/>
                    <a:pt x="4561332" y="9694037"/>
                    <a:pt x="4561332" y="9459849"/>
                  </a:cubicBezTo>
                  <a:lnTo>
                    <a:pt x="4561332" y="424688"/>
                  </a:lnTo>
                  <a:cubicBezTo>
                    <a:pt x="4563999" y="190500"/>
                    <a:pt x="4373499" y="0"/>
                    <a:pt x="4136644" y="0"/>
                  </a:cubicBezTo>
                  <a:close/>
                </a:path>
              </a:pathLst>
            </a:custGeom>
            <a:blipFill>
              <a:blip r:embed="rId4"/>
              <a:stretch>
                <a:fillRect l="-20" r="-22" b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508475" y="1678324"/>
            <a:ext cx="528476" cy="65161"/>
            <a:chOff x="0" y="0"/>
            <a:chExt cx="704634" cy="8688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04596" cy="86868"/>
            </a:xfrm>
            <a:custGeom>
              <a:avLst/>
              <a:gdLst/>
              <a:ahLst/>
              <a:cxnLst/>
              <a:rect l="l" t="t" r="r" b="b"/>
              <a:pathLst>
                <a:path w="704596" h="86868">
                  <a:moveTo>
                    <a:pt x="660908" y="0"/>
                  </a:moveTo>
                  <a:lnTo>
                    <a:pt x="43688" y="0"/>
                  </a:lnTo>
                  <a:cubicBezTo>
                    <a:pt x="20574" y="0"/>
                    <a:pt x="0" y="17907"/>
                    <a:pt x="0" y="43434"/>
                  </a:cubicBezTo>
                  <a:cubicBezTo>
                    <a:pt x="0" y="68961"/>
                    <a:pt x="20574" y="86868"/>
                    <a:pt x="43688" y="86868"/>
                  </a:cubicBezTo>
                  <a:lnTo>
                    <a:pt x="660908" y="86868"/>
                  </a:lnTo>
                  <a:cubicBezTo>
                    <a:pt x="684022" y="86868"/>
                    <a:pt x="704596" y="68961"/>
                    <a:pt x="704596" y="43434"/>
                  </a:cubicBezTo>
                  <a:cubicBezTo>
                    <a:pt x="704596" y="17907"/>
                    <a:pt x="684022" y="0"/>
                    <a:pt x="660908" y="0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205077" y="1662836"/>
            <a:ext cx="96479" cy="96117"/>
            <a:chOff x="0" y="0"/>
            <a:chExt cx="128638" cy="128156"/>
          </a:xfrm>
        </p:grpSpPr>
        <p:sp>
          <p:nvSpPr>
            <p:cNvPr id="8" name="Freeform 8"/>
            <p:cNvSpPr/>
            <p:nvPr/>
          </p:nvSpPr>
          <p:spPr>
            <a:xfrm>
              <a:off x="16" y="-1"/>
              <a:ext cx="128794" cy="128272"/>
            </a:xfrm>
            <a:custGeom>
              <a:avLst/>
              <a:gdLst/>
              <a:ahLst/>
              <a:cxnLst/>
              <a:rect l="l" t="t" r="r" b="b"/>
              <a:pathLst>
                <a:path w="128794" h="128272">
                  <a:moveTo>
                    <a:pt x="64246" y="1"/>
                  </a:moveTo>
                  <a:cubicBezTo>
                    <a:pt x="41386" y="-126"/>
                    <a:pt x="20050" y="12066"/>
                    <a:pt x="8620" y="32005"/>
                  </a:cubicBezTo>
                  <a:cubicBezTo>
                    <a:pt x="-2810" y="51944"/>
                    <a:pt x="-2937" y="76328"/>
                    <a:pt x="8620" y="96267"/>
                  </a:cubicBezTo>
                  <a:cubicBezTo>
                    <a:pt x="20177" y="116206"/>
                    <a:pt x="41386" y="128271"/>
                    <a:pt x="64373" y="128271"/>
                  </a:cubicBezTo>
                  <a:cubicBezTo>
                    <a:pt x="87360" y="128398"/>
                    <a:pt x="108569" y="116206"/>
                    <a:pt x="120126" y="96267"/>
                  </a:cubicBezTo>
                  <a:cubicBezTo>
                    <a:pt x="131683" y="76328"/>
                    <a:pt x="131683" y="51944"/>
                    <a:pt x="120126" y="32005"/>
                  </a:cubicBezTo>
                  <a:cubicBezTo>
                    <a:pt x="108569" y="12066"/>
                    <a:pt x="87233" y="-126"/>
                    <a:pt x="64246" y="1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03519" y="2419560"/>
            <a:ext cx="42120" cy="324002"/>
            <a:chOff x="0" y="0"/>
            <a:chExt cx="56159" cy="43200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6134" cy="431927"/>
            </a:xfrm>
            <a:custGeom>
              <a:avLst/>
              <a:gdLst/>
              <a:ahLst/>
              <a:cxnLst/>
              <a:rect l="l" t="t" r="r" b="b"/>
              <a:pathLst>
                <a:path w="56134" h="431927">
                  <a:moveTo>
                    <a:pt x="0" y="53975"/>
                  </a:moveTo>
                  <a:lnTo>
                    <a:pt x="0" y="375412"/>
                  </a:lnTo>
                  <a:cubicBezTo>
                    <a:pt x="0" y="406273"/>
                    <a:pt x="25527" y="431927"/>
                    <a:pt x="56134" y="431927"/>
                  </a:cubicBezTo>
                  <a:lnTo>
                    <a:pt x="56134" y="0"/>
                  </a:lnTo>
                  <a:cubicBezTo>
                    <a:pt x="25527" y="0"/>
                    <a:pt x="0" y="23114"/>
                    <a:pt x="0" y="53975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03519" y="2985478"/>
            <a:ext cx="42120" cy="584644"/>
            <a:chOff x="0" y="0"/>
            <a:chExt cx="56159" cy="77952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6134" cy="779526"/>
            </a:xfrm>
            <a:custGeom>
              <a:avLst/>
              <a:gdLst/>
              <a:ahLst/>
              <a:cxnLst/>
              <a:rect l="l" t="t" r="r" b="b"/>
              <a:pathLst>
                <a:path w="56134" h="779526">
                  <a:moveTo>
                    <a:pt x="0" y="53975"/>
                  </a:moveTo>
                  <a:lnTo>
                    <a:pt x="0" y="722884"/>
                  </a:lnTo>
                  <a:cubicBezTo>
                    <a:pt x="0" y="753745"/>
                    <a:pt x="25527" y="779526"/>
                    <a:pt x="56134" y="779526"/>
                  </a:cubicBezTo>
                  <a:lnTo>
                    <a:pt x="56134" y="0"/>
                  </a:lnTo>
                  <a:cubicBezTo>
                    <a:pt x="25527" y="0"/>
                    <a:pt x="0" y="23114"/>
                    <a:pt x="0" y="53975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03519" y="3697919"/>
            <a:ext cx="42120" cy="586445"/>
            <a:chOff x="0" y="0"/>
            <a:chExt cx="56159" cy="78192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6134" cy="781939"/>
            </a:xfrm>
            <a:custGeom>
              <a:avLst/>
              <a:gdLst/>
              <a:ahLst/>
              <a:cxnLst/>
              <a:rect l="l" t="t" r="r" b="b"/>
              <a:pathLst>
                <a:path w="56134" h="781939">
                  <a:moveTo>
                    <a:pt x="0" y="56642"/>
                  </a:moveTo>
                  <a:lnTo>
                    <a:pt x="0" y="725297"/>
                  </a:lnTo>
                  <a:cubicBezTo>
                    <a:pt x="0" y="756158"/>
                    <a:pt x="25527" y="781939"/>
                    <a:pt x="56134" y="781939"/>
                  </a:cubicBezTo>
                  <a:lnTo>
                    <a:pt x="56134" y="0"/>
                  </a:lnTo>
                  <a:cubicBezTo>
                    <a:pt x="25527" y="0"/>
                    <a:pt x="0" y="25781"/>
                    <a:pt x="0" y="56642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744079" y="3178435"/>
            <a:ext cx="42120" cy="939956"/>
            <a:chOff x="0" y="0"/>
            <a:chExt cx="56159" cy="125327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6134" cy="1253236"/>
            </a:xfrm>
            <a:custGeom>
              <a:avLst/>
              <a:gdLst/>
              <a:ahLst/>
              <a:cxnLst/>
              <a:rect l="l" t="t" r="r" b="b"/>
              <a:pathLst>
                <a:path w="56134" h="1253236">
                  <a:moveTo>
                    <a:pt x="0" y="0"/>
                  </a:moveTo>
                  <a:lnTo>
                    <a:pt x="0" y="1253236"/>
                  </a:lnTo>
                  <a:cubicBezTo>
                    <a:pt x="30607" y="1253236"/>
                    <a:pt x="56134" y="1227455"/>
                    <a:pt x="56134" y="1196594"/>
                  </a:cubicBezTo>
                  <a:lnTo>
                    <a:pt x="56134" y="56642"/>
                  </a:lnTo>
                  <a:cubicBezTo>
                    <a:pt x="56134" y="25781"/>
                    <a:pt x="30607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7" name="Freeform 17"/>
          <p:cNvSpPr/>
          <p:nvPr/>
        </p:nvSpPr>
        <p:spPr>
          <a:xfrm>
            <a:off x="846001" y="1377001"/>
            <a:ext cx="3897716" cy="7878956"/>
          </a:xfrm>
          <a:custGeom>
            <a:avLst/>
            <a:gdLst/>
            <a:ahLst/>
            <a:cxnLst/>
            <a:rect l="l" t="t" r="r" b="b"/>
            <a:pathLst>
              <a:path w="3897716" h="7878956">
                <a:moveTo>
                  <a:pt x="0" y="0"/>
                </a:moveTo>
                <a:lnTo>
                  <a:pt x="3897716" y="0"/>
                </a:lnTo>
                <a:lnTo>
                  <a:pt x="3897716" y="7878956"/>
                </a:lnTo>
                <a:lnTo>
                  <a:pt x="0" y="78789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8"/>
          <p:cNvSpPr/>
          <p:nvPr/>
        </p:nvSpPr>
        <p:spPr>
          <a:xfrm>
            <a:off x="6779162" y="1415882"/>
            <a:ext cx="3820678" cy="7801556"/>
          </a:xfrm>
          <a:custGeom>
            <a:avLst/>
            <a:gdLst/>
            <a:ahLst/>
            <a:cxnLst/>
            <a:rect l="l" t="t" r="r" b="b"/>
            <a:pathLst>
              <a:path w="3820678" h="7801556">
                <a:moveTo>
                  <a:pt x="0" y="0"/>
                </a:moveTo>
                <a:lnTo>
                  <a:pt x="3820677" y="0"/>
                </a:lnTo>
                <a:lnTo>
                  <a:pt x="3820677" y="7801556"/>
                </a:lnTo>
                <a:lnTo>
                  <a:pt x="0" y="78015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9" name="Group 19"/>
          <p:cNvGrpSpPr/>
          <p:nvPr/>
        </p:nvGrpSpPr>
        <p:grpSpPr>
          <a:xfrm>
            <a:off x="6980044" y="1614602"/>
            <a:ext cx="3421085" cy="7413479"/>
            <a:chOff x="0" y="0"/>
            <a:chExt cx="4561446" cy="988463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561360" cy="9884537"/>
            </a:xfrm>
            <a:custGeom>
              <a:avLst/>
              <a:gdLst/>
              <a:ahLst/>
              <a:cxnLst/>
              <a:rect l="l" t="t" r="r" b="b"/>
              <a:pathLst>
                <a:path w="4561360" h="9884537">
                  <a:moveTo>
                    <a:pt x="4136644" y="0"/>
                  </a:moveTo>
                  <a:lnTo>
                    <a:pt x="3585845" y="0"/>
                  </a:lnTo>
                  <a:lnTo>
                    <a:pt x="3585845" y="115824"/>
                  </a:lnTo>
                  <a:cubicBezTo>
                    <a:pt x="3585845" y="247142"/>
                    <a:pt x="3477768" y="355219"/>
                    <a:pt x="3346450" y="355219"/>
                  </a:cubicBezTo>
                  <a:lnTo>
                    <a:pt x="1220089" y="355219"/>
                  </a:lnTo>
                  <a:cubicBezTo>
                    <a:pt x="1088771" y="355219"/>
                    <a:pt x="980694" y="247142"/>
                    <a:pt x="980694" y="115824"/>
                  </a:cubicBezTo>
                  <a:lnTo>
                    <a:pt x="980694" y="0"/>
                  </a:lnTo>
                  <a:lnTo>
                    <a:pt x="424688" y="0"/>
                  </a:lnTo>
                  <a:cubicBezTo>
                    <a:pt x="190500" y="0"/>
                    <a:pt x="0" y="190500"/>
                    <a:pt x="0" y="424688"/>
                  </a:cubicBezTo>
                  <a:lnTo>
                    <a:pt x="0" y="9459849"/>
                  </a:lnTo>
                  <a:cubicBezTo>
                    <a:pt x="0" y="9694037"/>
                    <a:pt x="190500" y="9884537"/>
                    <a:pt x="424688" y="9884537"/>
                  </a:cubicBezTo>
                  <a:lnTo>
                    <a:pt x="4136644" y="9884537"/>
                  </a:lnTo>
                  <a:cubicBezTo>
                    <a:pt x="4370832" y="9884537"/>
                    <a:pt x="4561332" y="9694037"/>
                    <a:pt x="4561332" y="9459849"/>
                  </a:cubicBezTo>
                  <a:lnTo>
                    <a:pt x="4561332" y="424688"/>
                  </a:lnTo>
                  <a:cubicBezTo>
                    <a:pt x="4563999" y="190500"/>
                    <a:pt x="4373499" y="0"/>
                    <a:pt x="4136644" y="0"/>
                  </a:cubicBezTo>
                  <a:close/>
                </a:path>
              </a:pathLst>
            </a:custGeom>
            <a:blipFill>
              <a:blip r:embed="rId6"/>
              <a:stretch>
                <a:fillRect l="-20" r="-22" b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403117" y="1678324"/>
            <a:ext cx="528476" cy="65161"/>
            <a:chOff x="0" y="0"/>
            <a:chExt cx="704634" cy="8688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04596" cy="86868"/>
            </a:xfrm>
            <a:custGeom>
              <a:avLst/>
              <a:gdLst/>
              <a:ahLst/>
              <a:cxnLst/>
              <a:rect l="l" t="t" r="r" b="b"/>
              <a:pathLst>
                <a:path w="704596" h="86868">
                  <a:moveTo>
                    <a:pt x="660908" y="0"/>
                  </a:moveTo>
                  <a:lnTo>
                    <a:pt x="43688" y="0"/>
                  </a:lnTo>
                  <a:cubicBezTo>
                    <a:pt x="20574" y="0"/>
                    <a:pt x="0" y="17907"/>
                    <a:pt x="0" y="43434"/>
                  </a:cubicBezTo>
                  <a:cubicBezTo>
                    <a:pt x="0" y="68961"/>
                    <a:pt x="20574" y="86868"/>
                    <a:pt x="43688" y="86868"/>
                  </a:cubicBezTo>
                  <a:lnTo>
                    <a:pt x="660908" y="86868"/>
                  </a:lnTo>
                  <a:cubicBezTo>
                    <a:pt x="684022" y="86868"/>
                    <a:pt x="704596" y="68961"/>
                    <a:pt x="704596" y="43434"/>
                  </a:cubicBezTo>
                  <a:cubicBezTo>
                    <a:pt x="704596" y="17907"/>
                    <a:pt x="684022" y="0"/>
                    <a:pt x="660908" y="0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099718" y="1662836"/>
            <a:ext cx="96479" cy="96117"/>
            <a:chOff x="0" y="0"/>
            <a:chExt cx="128638" cy="128156"/>
          </a:xfrm>
        </p:grpSpPr>
        <p:sp>
          <p:nvSpPr>
            <p:cNvPr id="24" name="Freeform 24"/>
            <p:cNvSpPr/>
            <p:nvPr/>
          </p:nvSpPr>
          <p:spPr>
            <a:xfrm>
              <a:off x="16" y="-1"/>
              <a:ext cx="128794" cy="128272"/>
            </a:xfrm>
            <a:custGeom>
              <a:avLst/>
              <a:gdLst/>
              <a:ahLst/>
              <a:cxnLst/>
              <a:rect l="l" t="t" r="r" b="b"/>
              <a:pathLst>
                <a:path w="128794" h="128272">
                  <a:moveTo>
                    <a:pt x="64246" y="1"/>
                  </a:moveTo>
                  <a:cubicBezTo>
                    <a:pt x="41386" y="-126"/>
                    <a:pt x="20050" y="12066"/>
                    <a:pt x="8620" y="32005"/>
                  </a:cubicBezTo>
                  <a:cubicBezTo>
                    <a:pt x="-2810" y="51944"/>
                    <a:pt x="-2937" y="76328"/>
                    <a:pt x="8620" y="96267"/>
                  </a:cubicBezTo>
                  <a:cubicBezTo>
                    <a:pt x="20177" y="116206"/>
                    <a:pt x="41386" y="128271"/>
                    <a:pt x="64373" y="128271"/>
                  </a:cubicBezTo>
                  <a:cubicBezTo>
                    <a:pt x="87360" y="128398"/>
                    <a:pt x="108569" y="116206"/>
                    <a:pt x="120126" y="96267"/>
                  </a:cubicBezTo>
                  <a:cubicBezTo>
                    <a:pt x="131683" y="76328"/>
                    <a:pt x="131683" y="51944"/>
                    <a:pt x="120126" y="32005"/>
                  </a:cubicBezTo>
                  <a:cubicBezTo>
                    <a:pt x="108569" y="12066"/>
                    <a:pt x="87233" y="-126"/>
                    <a:pt x="64246" y="1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698161" y="2419560"/>
            <a:ext cx="42120" cy="324002"/>
            <a:chOff x="0" y="0"/>
            <a:chExt cx="56159" cy="43200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6134" cy="431927"/>
            </a:xfrm>
            <a:custGeom>
              <a:avLst/>
              <a:gdLst/>
              <a:ahLst/>
              <a:cxnLst/>
              <a:rect l="l" t="t" r="r" b="b"/>
              <a:pathLst>
                <a:path w="56134" h="431927">
                  <a:moveTo>
                    <a:pt x="0" y="53975"/>
                  </a:moveTo>
                  <a:lnTo>
                    <a:pt x="0" y="375412"/>
                  </a:lnTo>
                  <a:cubicBezTo>
                    <a:pt x="0" y="406273"/>
                    <a:pt x="25527" y="431927"/>
                    <a:pt x="56134" y="431927"/>
                  </a:cubicBezTo>
                  <a:lnTo>
                    <a:pt x="56134" y="0"/>
                  </a:lnTo>
                  <a:cubicBezTo>
                    <a:pt x="25527" y="0"/>
                    <a:pt x="0" y="23114"/>
                    <a:pt x="0" y="53975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698161" y="2985478"/>
            <a:ext cx="42120" cy="584644"/>
            <a:chOff x="0" y="0"/>
            <a:chExt cx="56159" cy="77952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6134" cy="779526"/>
            </a:xfrm>
            <a:custGeom>
              <a:avLst/>
              <a:gdLst/>
              <a:ahLst/>
              <a:cxnLst/>
              <a:rect l="l" t="t" r="r" b="b"/>
              <a:pathLst>
                <a:path w="56134" h="779526">
                  <a:moveTo>
                    <a:pt x="0" y="53975"/>
                  </a:moveTo>
                  <a:lnTo>
                    <a:pt x="0" y="722884"/>
                  </a:lnTo>
                  <a:cubicBezTo>
                    <a:pt x="0" y="753745"/>
                    <a:pt x="25527" y="779526"/>
                    <a:pt x="56134" y="779526"/>
                  </a:cubicBezTo>
                  <a:lnTo>
                    <a:pt x="56134" y="0"/>
                  </a:lnTo>
                  <a:cubicBezTo>
                    <a:pt x="25527" y="0"/>
                    <a:pt x="0" y="23114"/>
                    <a:pt x="0" y="53975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698161" y="3697919"/>
            <a:ext cx="42120" cy="586445"/>
            <a:chOff x="0" y="0"/>
            <a:chExt cx="56159" cy="78192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6134" cy="781939"/>
            </a:xfrm>
            <a:custGeom>
              <a:avLst/>
              <a:gdLst/>
              <a:ahLst/>
              <a:cxnLst/>
              <a:rect l="l" t="t" r="r" b="b"/>
              <a:pathLst>
                <a:path w="56134" h="781939">
                  <a:moveTo>
                    <a:pt x="0" y="56642"/>
                  </a:moveTo>
                  <a:lnTo>
                    <a:pt x="0" y="725297"/>
                  </a:lnTo>
                  <a:cubicBezTo>
                    <a:pt x="0" y="756158"/>
                    <a:pt x="25527" y="781939"/>
                    <a:pt x="56134" y="781939"/>
                  </a:cubicBezTo>
                  <a:lnTo>
                    <a:pt x="56134" y="0"/>
                  </a:lnTo>
                  <a:cubicBezTo>
                    <a:pt x="25527" y="0"/>
                    <a:pt x="0" y="25781"/>
                    <a:pt x="0" y="56642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0638720" y="3178435"/>
            <a:ext cx="42120" cy="939956"/>
            <a:chOff x="0" y="0"/>
            <a:chExt cx="56159" cy="125327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6134" cy="1253236"/>
            </a:xfrm>
            <a:custGeom>
              <a:avLst/>
              <a:gdLst/>
              <a:ahLst/>
              <a:cxnLst/>
              <a:rect l="l" t="t" r="r" b="b"/>
              <a:pathLst>
                <a:path w="56134" h="1253236">
                  <a:moveTo>
                    <a:pt x="0" y="0"/>
                  </a:moveTo>
                  <a:lnTo>
                    <a:pt x="0" y="1253236"/>
                  </a:lnTo>
                  <a:cubicBezTo>
                    <a:pt x="30607" y="1253236"/>
                    <a:pt x="56134" y="1227455"/>
                    <a:pt x="56134" y="1196594"/>
                  </a:cubicBezTo>
                  <a:lnTo>
                    <a:pt x="56134" y="56642"/>
                  </a:lnTo>
                  <a:cubicBezTo>
                    <a:pt x="56134" y="25781"/>
                    <a:pt x="30607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3" name="Freeform 33"/>
          <p:cNvSpPr/>
          <p:nvPr/>
        </p:nvSpPr>
        <p:spPr>
          <a:xfrm>
            <a:off x="6740642" y="1377001"/>
            <a:ext cx="3897716" cy="7878956"/>
          </a:xfrm>
          <a:custGeom>
            <a:avLst/>
            <a:gdLst/>
            <a:ahLst/>
            <a:cxnLst/>
            <a:rect l="l" t="t" r="r" b="b"/>
            <a:pathLst>
              <a:path w="3897716" h="7878956">
                <a:moveTo>
                  <a:pt x="0" y="0"/>
                </a:moveTo>
                <a:lnTo>
                  <a:pt x="3897716" y="0"/>
                </a:lnTo>
                <a:lnTo>
                  <a:pt x="3897716" y="7878956"/>
                </a:lnTo>
                <a:lnTo>
                  <a:pt x="0" y="78789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4" name="Freeform 34"/>
          <p:cNvSpPr/>
          <p:nvPr/>
        </p:nvSpPr>
        <p:spPr>
          <a:xfrm>
            <a:off x="12682080" y="1415882"/>
            <a:ext cx="3820678" cy="7801556"/>
          </a:xfrm>
          <a:custGeom>
            <a:avLst/>
            <a:gdLst/>
            <a:ahLst/>
            <a:cxnLst/>
            <a:rect l="l" t="t" r="r" b="b"/>
            <a:pathLst>
              <a:path w="3820678" h="7801556">
                <a:moveTo>
                  <a:pt x="0" y="0"/>
                </a:moveTo>
                <a:lnTo>
                  <a:pt x="3820678" y="0"/>
                </a:lnTo>
                <a:lnTo>
                  <a:pt x="3820678" y="7801556"/>
                </a:lnTo>
                <a:lnTo>
                  <a:pt x="0" y="78015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/>
          <p:cNvGrpSpPr/>
          <p:nvPr/>
        </p:nvGrpSpPr>
        <p:grpSpPr>
          <a:xfrm>
            <a:off x="12882963" y="1614602"/>
            <a:ext cx="3421085" cy="7413479"/>
            <a:chOff x="0" y="0"/>
            <a:chExt cx="4561446" cy="9884639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561360" cy="9884537"/>
            </a:xfrm>
            <a:custGeom>
              <a:avLst/>
              <a:gdLst/>
              <a:ahLst/>
              <a:cxnLst/>
              <a:rect l="l" t="t" r="r" b="b"/>
              <a:pathLst>
                <a:path w="4561360" h="9884537">
                  <a:moveTo>
                    <a:pt x="4136644" y="0"/>
                  </a:moveTo>
                  <a:lnTo>
                    <a:pt x="3585845" y="0"/>
                  </a:lnTo>
                  <a:lnTo>
                    <a:pt x="3585845" y="115824"/>
                  </a:lnTo>
                  <a:cubicBezTo>
                    <a:pt x="3585845" y="247142"/>
                    <a:pt x="3477768" y="355219"/>
                    <a:pt x="3346450" y="355219"/>
                  </a:cubicBezTo>
                  <a:lnTo>
                    <a:pt x="1220089" y="355219"/>
                  </a:lnTo>
                  <a:cubicBezTo>
                    <a:pt x="1088771" y="355219"/>
                    <a:pt x="980694" y="247142"/>
                    <a:pt x="980694" y="115824"/>
                  </a:cubicBezTo>
                  <a:lnTo>
                    <a:pt x="980694" y="0"/>
                  </a:lnTo>
                  <a:lnTo>
                    <a:pt x="424688" y="0"/>
                  </a:lnTo>
                  <a:cubicBezTo>
                    <a:pt x="190500" y="0"/>
                    <a:pt x="0" y="190500"/>
                    <a:pt x="0" y="424688"/>
                  </a:cubicBezTo>
                  <a:lnTo>
                    <a:pt x="0" y="9459849"/>
                  </a:lnTo>
                  <a:cubicBezTo>
                    <a:pt x="0" y="9694037"/>
                    <a:pt x="190500" y="9884537"/>
                    <a:pt x="424688" y="9884537"/>
                  </a:cubicBezTo>
                  <a:lnTo>
                    <a:pt x="4136644" y="9884537"/>
                  </a:lnTo>
                  <a:cubicBezTo>
                    <a:pt x="4370832" y="9884537"/>
                    <a:pt x="4561332" y="9694037"/>
                    <a:pt x="4561332" y="9459849"/>
                  </a:cubicBezTo>
                  <a:lnTo>
                    <a:pt x="4561332" y="424688"/>
                  </a:lnTo>
                  <a:cubicBezTo>
                    <a:pt x="4563999" y="190500"/>
                    <a:pt x="4373499" y="0"/>
                    <a:pt x="4136644" y="0"/>
                  </a:cubicBezTo>
                  <a:close/>
                </a:path>
              </a:pathLst>
            </a:custGeom>
            <a:blipFill>
              <a:blip r:embed="rId7"/>
              <a:stretch>
                <a:fillRect l="-20" r="-22" b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4305683" y="1678324"/>
            <a:ext cx="528476" cy="65161"/>
            <a:chOff x="0" y="0"/>
            <a:chExt cx="704634" cy="86881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704596" cy="86868"/>
            </a:xfrm>
            <a:custGeom>
              <a:avLst/>
              <a:gdLst/>
              <a:ahLst/>
              <a:cxnLst/>
              <a:rect l="l" t="t" r="r" b="b"/>
              <a:pathLst>
                <a:path w="704596" h="86868">
                  <a:moveTo>
                    <a:pt x="660908" y="0"/>
                  </a:moveTo>
                  <a:lnTo>
                    <a:pt x="43688" y="0"/>
                  </a:lnTo>
                  <a:cubicBezTo>
                    <a:pt x="20574" y="0"/>
                    <a:pt x="0" y="17907"/>
                    <a:pt x="0" y="43434"/>
                  </a:cubicBezTo>
                  <a:cubicBezTo>
                    <a:pt x="0" y="68961"/>
                    <a:pt x="20574" y="86868"/>
                    <a:pt x="43688" y="86868"/>
                  </a:cubicBezTo>
                  <a:lnTo>
                    <a:pt x="660908" y="86868"/>
                  </a:lnTo>
                  <a:cubicBezTo>
                    <a:pt x="684022" y="86868"/>
                    <a:pt x="704596" y="68961"/>
                    <a:pt x="704596" y="43434"/>
                  </a:cubicBezTo>
                  <a:cubicBezTo>
                    <a:pt x="704596" y="17907"/>
                    <a:pt x="684022" y="0"/>
                    <a:pt x="660908" y="0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5002637" y="1662836"/>
            <a:ext cx="96479" cy="96117"/>
            <a:chOff x="0" y="0"/>
            <a:chExt cx="128638" cy="128156"/>
          </a:xfrm>
        </p:grpSpPr>
        <p:sp>
          <p:nvSpPr>
            <p:cNvPr id="40" name="Freeform 40"/>
            <p:cNvSpPr/>
            <p:nvPr/>
          </p:nvSpPr>
          <p:spPr>
            <a:xfrm>
              <a:off x="16" y="-1"/>
              <a:ext cx="128794" cy="128272"/>
            </a:xfrm>
            <a:custGeom>
              <a:avLst/>
              <a:gdLst/>
              <a:ahLst/>
              <a:cxnLst/>
              <a:rect l="l" t="t" r="r" b="b"/>
              <a:pathLst>
                <a:path w="128794" h="128272">
                  <a:moveTo>
                    <a:pt x="64246" y="1"/>
                  </a:moveTo>
                  <a:cubicBezTo>
                    <a:pt x="41386" y="-126"/>
                    <a:pt x="20050" y="12066"/>
                    <a:pt x="8620" y="32005"/>
                  </a:cubicBezTo>
                  <a:cubicBezTo>
                    <a:pt x="-2810" y="51944"/>
                    <a:pt x="-2937" y="76328"/>
                    <a:pt x="8620" y="96267"/>
                  </a:cubicBezTo>
                  <a:cubicBezTo>
                    <a:pt x="20177" y="116206"/>
                    <a:pt x="41386" y="128271"/>
                    <a:pt x="64373" y="128271"/>
                  </a:cubicBezTo>
                  <a:cubicBezTo>
                    <a:pt x="87360" y="128398"/>
                    <a:pt x="108569" y="116206"/>
                    <a:pt x="120126" y="96267"/>
                  </a:cubicBezTo>
                  <a:cubicBezTo>
                    <a:pt x="131683" y="76328"/>
                    <a:pt x="131683" y="51944"/>
                    <a:pt x="120126" y="32005"/>
                  </a:cubicBezTo>
                  <a:cubicBezTo>
                    <a:pt x="108569" y="12066"/>
                    <a:pt x="87233" y="-126"/>
                    <a:pt x="64246" y="1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2601080" y="2419560"/>
            <a:ext cx="42120" cy="324002"/>
            <a:chOff x="0" y="0"/>
            <a:chExt cx="56159" cy="432003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56134" cy="431927"/>
            </a:xfrm>
            <a:custGeom>
              <a:avLst/>
              <a:gdLst/>
              <a:ahLst/>
              <a:cxnLst/>
              <a:rect l="l" t="t" r="r" b="b"/>
              <a:pathLst>
                <a:path w="56134" h="431927">
                  <a:moveTo>
                    <a:pt x="0" y="53975"/>
                  </a:moveTo>
                  <a:lnTo>
                    <a:pt x="0" y="375412"/>
                  </a:lnTo>
                  <a:cubicBezTo>
                    <a:pt x="0" y="406273"/>
                    <a:pt x="25527" y="431927"/>
                    <a:pt x="56134" y="431927"/>
                  </a:cubicBezTo>
                  <a:lnTo>
                    <a:pt x="56134" y="0"/>
                  </a:lnTo>
                  <a:cubicBezTo>
                    <a:pt x="25527" y="0"/>
                    <a:pt x="0" y="23114"/>
                    <a:pt x="0" y="53975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2601080" y="2985478"/>
            <a:ext cx="42120" cy="584644"/>
            <a:chOff x="0" y="0"/>
            <a:chExt cx="56159" cy="779526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56134" cy="779526"/>
            </a:xfrm>
            <a:custGeom>
              <a:avLst/>
              <a:gdLst/>
              <a:ahLst/>
              <a:cxnLst/>
              <a:rect l="l" t="t" r="r" b="b"/>
              <a:pathLst>
                <a:path w="56134" h="779526">
                  <a:moveTo>
                    <a:pt x="0" y="53975"/>
                  </a:moveTo>
                  <a:lnTo>
                    <a:pt x="0" y="722884"/>
                  </a:lnTo>
                  <a:cubicBezTo>
                    <a:pt x="0" y="753745"/>
                    <a:pt x="25527" y="779526"/>
                    <a:pt x="56134" y="779526"/>
                  </a:cubicBezTo>
                  <a:lnTo>
                    <a:pt x="56134" y="0"/>
                  </a:lnTo>
                  <a:cubicBezTo>
                    <a:pt x="25527" y="0"/>
                    <a:pt x="0" y="23114"/>
                    <a:pt x="0" y="53975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2601080" y="3697919"/>
            <a:ext cx="42120" cy="586445"/>
            <a:chOff x="0" y="0"/>
            <a:chExt cx="56159" cy="781926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56134" cy="781939"/>
            </a:xfrm>
            <a:custGeom>
              <a:avLst/>
              <a:gdLst/>
              <a:ahLst/>
              <a:cxnLst/>
              <a:rect l="l" t="t" r="r" b="b"/>
              <a:pathLst>
                <a:path w="56134" h="781939">
                  <a:moveTo>
                    <a:pt x="0" y="56642"/>
                  </a:moveTo>
                  <a:lnTo>
                    <a:pt x="0" y="725297"/>
                  </a:lnTo>
                  <a:cubicBezTo>
                    <a:pt x="0" y="756158"/>
                    <a:pt x="25527" y="781939"/>
                    <a:pt x="56134" y="781939"/>
                  </a:cubicBezTo>
                  <a:lnTo>
                    <a:pt x="56134" y="0"/>
                  </a:lnTo>
                  <a:cubicBezTo>
                    <a:pt x="25527" y="0"/>
                    <a:pt x="0" y="25781"/>
                    <a:pt x="0" y="56642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6541639" y="3178435"/>
            <a:ext cx="42120" cy="939956"/>
            <a:chOff x="0" y="0"/>
            <a:chExt cx="56159" cy="1253274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56134" cy="1253236"/>
            </a:xfrm>
            <a:custGeom>
              <a:avLst/>
              <a:gdLst/>
              <a:ahLst/>
              <a:cxnLst/>
              <a:rect l="l" t="t" r="r" b="b"/>
              <a:pathLst>
                <a:path w="56134" h="1253236">
                  <a:moveTo>
                    <a:pt x="0" y="0"/>
                  </a:moveTo>
                  <a:lnTo>
                    <a:pt x="0" y="1253236"/>
                  </a:lnTo>
                  <a:cubicBezTo>
                    <a:pt x="30607" y="1253236"/>
                    <a:pt x="56134" y="1227455"/>
                    <a:pt x="56134" y="1196594"/>
                  </a:cubicBezTo>
                  <a:lnTo>
                    <a:pt x="56134" y="56642"/>
                  </a:lnTo>
                  <a:cubicBezTo>
                    <a:pt x="56134" y="25781"/>
                    <a:pt x="30607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9" name="Freeform 49"/>
          <p:cNvSpPr/>
          <p:nvPr/>
        </p:nvSpPr>
        <p:spPr>
          <a:xfrm>
            <a:off x="12643561" y="1377001"/>
            <a:ext cx="3897716" cy="7878956"/>
          </a:xfrm>
          <a:custGeom>
            <a:avLst/>
            <a:gdLst/>
            <a:ahLst/>
            <a:cxnLst/>
            <a:rect l="l" t="t" r="r" b="b"/>
            <a:pathLst>
              <a:path w="3897716" h="7878956">
                <a:moveTo>
                  <a:pt x="0" y="0"/>
                </a:moveTo>
                <a:lnTo>
                  <a:pt x="3897716" y="0"/>
                </a:lnTo>
                <a:lnTo>
                  <a:pt x="3897716" y="7878956"/>
                </a:lnTo>
                <a:lnTo>
                  <a:pt x="0" y="78789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0" name="TextBox 50"/>
          <p:cNvSpPr txBox="1"/>
          <p:nvPr/>
        </p:nvSpPr>
        <p:spPr>
          <a:xfrm>
            <a:off x="5313597" y="393211"/>
            <a:ext cx="8354882" cy="675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73"/>
              </a:lnSpc>
            </a:pPr>
            <a:r>
              <a:rPr lang="en-US" sz="3480" b="1" spc="-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Dental Health Check 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232521" y="1191244"/>
            <a:ext cx="3929758" cy="8025117"/>
          </a:xfrm>
          <a:custGeom>
            <a:avLst/>
            <a:gdLst/>
            <a:ahLst/>
            <a:cxnLst/>
            <a:rect l="l" t="t" r="r" b="b"/>
            <a:pathLst>
              <a:path w="3929758" h="8025117">
                <a:moveTo>
                  <a:pt x="0" y="0"/>
                </a:moveTo>
                <a:lnTo>
                  <a:pt x="3929757" y="0"/>
                </a:lnTo>
                <a:lnTo>
                  <a:pt x="3929757" y="8025117"/>
                </a:lnTo>
                <a:lnTo>
                  <a:pt x="0" y="80251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3439156" y="1395717"/>
            <a:ext cx="3518640" cy="7625877"/>
            <a:chOff x="0" y="0"/>
            <a:chExt cx="4691520" cy="1016783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691534" cy="10167874"/>
            </a:xfrm>
            <a:custGeom>
              <a:avLst/>
              <a:gdLst/>
              <a:ahLst/>
              <a:cxnLst/>
              <a:rect l="l" t="t" r="r" b="b"/>
              <a:pathLst>
                <a:path w="4691534" h="10167874">
                  <a:moveTo>
                    <a:pt x="4254627" y="0"/>
                  </a:moveTo>
                  <a:lnTo>
                    <a:pt x="3688080" y="0"/>
                  </a:lnTo>
                  <a:lnTo>
                    <a:pt x="3688080" y="119126"/>
                  </a:lnTo>
                  <a:cubicBezTo>
                    <a:pt x="3688080" y="254127"/>
                    <a:pt x="3576828" y="365379"/>
                    <a:pt x="3441827" y="365379"/>
                  </a:cubicBezTo>
                  <a:lnTo>
                    <a:pt x="1254887" y="365379"/>
                  </a:lnTo>
                  <a:cubicBezTo>
                    <a:pt x="1119886" y="365379"/>
                    <a:pt x="1008634" y="254127"/>
                    <a:pt x="1008634" y="119126"/>
                  </a:cubicBezTo>
                  <a:lnTo>
                    <a:pt x="1008634" y="0"/>
                  </a:lnTo>
                  <a:lnTo>
                    <a:pt x="436880" y="0"/>
                  </a:lnTo>
                  <a:cubicBezTo>
                    <a:pt x="195961" y="0"/>
                    <a:pt x="0" y="195961"/>
                    <a:pt x="0" y="436880"/>
                  </a:cubicBezTo>
                  <a:lnTo>
                    <a:pt x="0" y="9730994"/>
                  </a:lnTo>
                  <a:cubicBezTo>
                    <a:pt x="0" y="9971912"/>
                    <a:pt x="195961" y="10167874"/>
                    <a:pt x="436880" y="10167874"/>
                  </a:cubicBezTo>
                  <a:lnTo>
                    <a:pt x="4254627" y="10167874"/>
                  </a:lnTo>
                  <a:cubicBezTo>
                    <a:pt x="4495546" y="10167874"/>
                    <a:pt x="4691507" y="9971913"/>
                    <a:pt x="4691507" y="9730994"/>
                  </a:cubicBezTo>
                  <a:lnTo>
                    <a:pt x="4691507" y="436880"/>
                  </a:lnTo>
                  <a:cubicBezTo>
                    <a:pt x="4694174" y="195961"/>
                    <a:pt x="4498213" y="0"/>
                    <a:pt x="4254627" y="0"/>
                  </a:cubicBezTo>
                  <a:close/>
                </a:path>
              </a:pathLst>
            </a:custGeom>
            <a:blipFill>
              <a:blip r:embed="rId3"/>
              <a:stretch>
                <a:fillRect l="-27" r="-2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902920" y="1461240"/>
            <a:ext cx="543963" cy="67323"/>
            <a:chOff x="0" y="0"/>
            <a:chExt cx="725284" cy="897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25297" cy="89789"/>
            </a:xfrm>
            <a:custGeom>
              <a:avLst/>
              <a:gdLst/>
              <a:ahLst/>
              <a:cxnLst/>
              <a:rect l="l" t="t" r="r" b="b"/>
              <a:pathLst>
                <a:path w="725297" h="89789">
                  <a:moveTo>
                    <a:pt x="680339" y="0"/>
                  </a:moveTo>
                  <a:lnTo>
                    <a:pt x="44958" y="0"/>
                  </a:lnTo>
                  <a:cubicBezTo>
                    <a:pt x="21209" y="0"/>
                    <a:pt x="0" y="18542"/>
                    <a:pt x="0" y="44831"/>
                  </a:cubicBezTo>
                  <a:cubicBezTo>
                    <a:pt x="0" y="71120"/>
                    <a:pt x="21209" y="89789"/>
                    <a:pt x="44958" y="89789"/>
                  </a:cubicBezTo>
                  <a:lnTo>
                    <a:pt x="680339" y="89789"/>
                  </a:lnTo>
                  <a:cubicBezTo>
                    <a:pt x="704215" y="89789"/>
                    <a:pt x="725297" y="71247"/>
                    <a:pt x="725297" y="44958"/>
                  </a:cubicBezTo>
                  <a:cubicBezTo>
                    <a:pt x="725297" y="18669"/>
                    <a:pt x="704088" y="0"/>
                    <a:pt x="680339" y="0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619676" y="1445400"/>
            <a:ext cx="99355" cy="99003"/>
            <a:chOff x="0" y="0"/>
            <a:chExt cx="132474" cy="132004"/>
          </a:xfrm>
        </p:grpSpPr>
        <p:sp>
          <p:nvSpPr>
            <p:cNvPr id="8" name="Freeform 8"/>
            <p:cNvSpPr/>
            <p:nvPr/>
          </p:nvSpPr>
          <p:spPr>
            <a:xfrm>
              <a:off x="32" y="-1"/>
              <a:ext cx="132572" cy="131955"/>
            </a:xfrm>
            <a:custGeom>
              <a:avLst/>
              <a:gdLst/>
              <a:ahLst/>
              <a:cxnLst/>
              <a:rect l="l" t="t" r="r" b="b"/>
              <a:pathLst>
                <a:path w="132572" h="131955">
                  <a:moveTo>
                    <a:pt x="66262" y="1"/>
                  </a:moveTo>
                  <a:cubicBezTo>
                    <a:pt x="42640" y="-126"/>
                    <a:pt x="20669" y="12447"/>
                    <a:pt x="8858" y="32894"/>
                  </a:cubicBezTo>
                  <a:cubicBezTo>
                    <a:pt x="-2953" y="53341"/>
                    <a:pt x="-2953" y="78614"/>
                    <a:pt x="8858" y="99061"/>
                  </a:cubicBezTo>
                  <a:cubicBezTo>
                    <a:pt x="20669" y="119508"/>
                    <a:pt x="42640" y="132081"/>
                    <a:pt x="66262" y="131954"/>
                  </a:cubicBezTo>
                  <a:cubicBezTo>
                    <a:pt x="89884" y="132081"/>
                    <a:pt x="111728" y="119508"/>
                    <a:pt x="123666" y="99061"/>
                  </a:cubicBezTo>
                  <a:cubicBezTo>
                    <a:pt x="135604" y="78614"/>
                    <a:pt x="135477" y="53341"/>
                    <a:pt x="123666" y="32894"/>
                  </a:cubicBezTo>
                  <a:cubicBezTo>
                    <a:pt x="111855" y="12447"/>
                    <a:pt x="89884" y="-126"/>
                    <a:pt x="66262" y="1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149358" y="2224078"/>
            <a:ext cx="43196" cy="333356"/>
            <a:chOff x="0" y="0"/>
            <a:chExt cx="57594" cy="4444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7658" cy="444500"/>
            </a:xfrm>
            <a:custGeom>
              <a:avLst/>
              <a:gdLst/>
              <a:ahLst/>
              <a:cxnLst/>
              <a:rect l="l" t="t" r="r" b="b"/>
              <a:pathLst>
                <a:path w="57658" h="444500">
                  <a:moveTo>
                    <a:pt x="0" y="55499"/>
                  </a:moveTo>
                  <a:lnTo>
                    <a:pt x="0" y="386334"/>
                  </a:lnTo>
                  <a:cubicBezTo>
                    <a:pt x="0" y="418084"/>
                    <a:pt x="26162" y="444500"/>
                    <a:pt x="57658" y="444500"/>
                  </a:cubicBezTo>
                  <a:lnTo>
                    <a:pt x="57658" y="0"/>
                  </a:lnTo>
                  <a:cubicBezTo>
                    <a:pt x="26162" y="0"/>
                    <a:pt x="0" y="23749"/>
                    <a:pt x="0" y="55499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149358" y="2805836"/>
            <a:ext cx="43196" cy="601561"/>
            <a:chOff x="0" y="0"/>
            <a:chExt cx="57594" cy="80208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7658" cy="802132"/>
            </a:xfrm>
            <a:custGeom>
              <a:avLst/>
              <a:gdLst/>
              <a:ahLst/>
              <a:cxnLst/>
              <a:rect l="l" t="t" r="r" b="b"/>
              <a:pathLst>
                <a:path w="57658" h="802132">
                  <a:moveTo>
                    <a:pt x="0" y="55626"/>
                  </a:moveTo>
                  <a:lnTo>
                    <a:pt x="0" y="743839"/>
                  </a:lnTo>
                  <a:cubicBezTo>
                    <a:pt x="0" y="775589"/>
                    <a:pt x="26162" y="802132"/>
                    <a:pt x="57658" y="802132"/>
                  </a:cubicBezTo>
                  <a:lnTo>
                    <a:pt x="57658" y="0"/>
                  </a:lnTo>
                  <a:cubicBezTo>
                    <a:pt x="26162" y="0"/>
                    <a:pt x="0" y="23876"/>
                    <a:pt x="0" y="55626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149358" y="3538804"/>
            <a:ext cx="43196" cy="603361"/>
            <a:chOff x="0" y="0"/>
            <a:chExt cx="57594" cy="80448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7658" cy="804418"/>
            </a:xfrm>
            <a:custGeom>
              <a:avLst/>
              <a:gdLst/>
              <a:ahLst/>
              <a:cxnLst/>
              <a:rect l="l" t="t" r="r" b="b"/>
              <a:pathLst>
                <a:path w="57658" h="804418">
                  <a:moveTo>
                    <a:pt x="0" y="58166"/>
                  </a:moveTo>
                  <a:lnTo>
                    <a:pt x="0" y="746252"/>
                  </a:lnTo>
                  <a:cubicBezTo>
                    <a:pt x="0" y="778002"/>
                    <a:pt x="26162" y="804418"/>
                    <a:pt x="57658" y="804418"/>
                  </a:cubicBezTo>
                  <a:lnTo>
                    <a:pt x="57658" y="0"/>
                  </a:lnTo>
                  <a:cubicBezTo>
                    <a:pt x="26162" y="0"/>
                    <a:pt x="0" y="26416"/>
                    <a:pt x="0" y="58166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02598" y="3004556"/>
            <a:ext cx="43196" cy="966959"/>
            <a:chOff x="0" y="0"/>
            <a:chExt cx="57594" cy="128927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7658" cy="1289304"/>
            </a:xfrm>
            <a:custGeom>
              <a:avLst/>
              <a:gdLst/>
              <a:ahLst/>
              <a:cxnLst/>
              <a:rect l="l" t="t" r="r" b="b"/>
              <a:pathLst>
                <a:path w="57658" h="1289304">
                  <a:moveTo>
                    <a:pt x="0" y="0"/>
                  </a:moveTo>
                  <a:lnTo>
                    <a:pt x="0" y="1289304"/>
                  </a:lnTo>
                  <a:cubicBezTo>
                    <a:pt x="31369" y="1289304"/>
                    <a:pt x="57658" y="1262888"/>
                    <a:pt x="57658" y="1231011"/>
                  </a:cubicBezTo>
                  <a:lnTo>
                    <a:pt x="57658" y="58293"/>
                  </a:lnTo>
                  <a:cubicBezTo>
                    <a:pt x="57658" y="26416"/>
                    <a:pt x="31369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7" name="Freeform 17"/>
          <p:cNvSpPr/>
          <p:nvPr/>
        </p:nvSpPr>
        <p:spPr>
          <a:xfrm>
            <a:off x="13192916" y="1151639"/>
            <a:ext cx="4009320" cy="8104318"/>
          </a:xfrm>
          <a:custGeom>
            <a:avLst/>
            <a:gdLst/>
            <a:ahLst/>
            <a:cxnLst/>
            <a:rect l="l" t="t" r="r" b="b"/>
            <a:pathLst>
              <a:path w="4009320" h="8104318">
                <a:moveTo>
                  <a:pt x="0" y="0"/>
                </a:moveTo>
                <a:lnTo>
                  <a:pt x="4009320" y="0"/>
                </a:lnTo>
                <a:lnTo>
                  <a:pt x="4009320" y="8104318"/>
                </a:lnTo>
                <a:lnTo>
                  <a:pt x="0" y="81043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8"/>
          <p:cNvSpPr/>
          <p:nvPr/>
        </p:nvSpPr>
        <p:spPr>
          <a:xfrm>
            <a:off x="7179478" y="1068476"/>
            <a:ext cx="3929758" cy="8025117"/>
          </a:xfrm>
          <a:custGeom>
            <a:avLst/>
            <a:gdLst/>
            <a:ahLst/>
            <a:cxnLst/>
            <a:rect l="l" t="t" r="r" b="b"/>
            <a:pathLst>
              <a:path w="3929758" h="8025117">
                <a:moveTo>
                  <a:pt x="0" y="0"/>
                </a:moveTo>
                <a:lnTo>
                  <a:pt x="3929758" y="0"/>
                </a:lnTo>
                <a:lnTo>
                  <a:pt x="3929758" y="8025118"/>
                </a:lnTo>
                <a:lnTo>
                  <a:pt x="0" y="8025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9" name="Group 19"/>
          <p:cNvGrpSpPr/>
          <p:nvPr/>
        </p:nvGrpSpPr>
        <p:grpSpPr>
          <a:xfrm>
            <a:off x="7386123" y="1272959"/>
            <a:ext cx="3518640" cy="7625877"/>
            <a:chOff x="0" y="0"/>
            <a:chExt cx="4691520" cy="1016783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691534" cy="10167874"/>
            </a:xfrm>
            <a:custGeom>
              <a:avLst/>
              <a:gdLst/>
              <a:ahLst/>
              <a:cxnLst/>
              <a:rect l="l" t="t" r="r" b="b"/>
              <a:pathLst>
                <a:path w="4691534" h="10167874">
                  <a:moveTo>
                    <a:pt x="4254627" y="0"/>
                  </a:moveTo>
                  <a:lnTo>
                    <a:pt x="3688080" y="0"/>
                  </a:lnTo>
                  <a:lnTo>
                    <a:pt x="3688080" y="119126"/>
                  </a:lnTo>
                  <a:cubicBezTo>
                    <a:pt x="3688080" y="254127"/>
                    <a:pt x="3576828" y="365379"/>
                    <a:pt x="3441827" y="365379"/>
                  </a:cubicBezTo>
                  <a:lnTo>
                    <a:pt x="1254887" y="365379"/>
                  </a:lnTo>
                  <a:cubicBezTo>
                    <a:pt x="1119886" y="365379"/>
                    <a:pt x="1008634" y="254127"/>
                    <a:pt x="1008634" y="119126"/>
                  </a:cubicBezTo>
                  <a:lnTo>
                    <a:pt x="1008634" y="0"/>
                  </a:lnTo>
                  <a:lnTo>
                    <a:pt x="436880" y="0"/>
                  </a:lnTo>
                  <a:cubicBezTo>
                    <a:pt x="195961" y="0"/>
                    <a:pt x="0" y="195961"/>
                    <a:pt x="0" y="436880"/>
                  </a:cubicBezTo>
                  <a:lnTo>
                    <a:pt x="0" y="9730994"/>
                  </a:lnTo>
                  <a:cubicBezTo>
                    <a:pt x="0" y="9971912"/>
                    <a:pt x="195961" y="10167874"/>
                    <a:pt x="436880" y="10167874"/>
                  </a:cubicBezTo>
                  <a:lnTo>
                    <a:pt x="4254627" y="10167874"/>
                  </a:lnTo>
                  <a:cubicBezTo>
                    <a:pt x="4495546" y="10167874"/>
                    <a:pt x="4691507" y="9971913"/>
                    <a:pt x="4691507" y="9730994"/>
                  </a:cubicBezTo>
                  <a:lnTo>
                    <a:pt x="4691507" y="436880"/>
                  </a:lnTo>
                  <a:cubicBezTo>
                    <a:pt x="4694174" y="195961"/>
                    <a:pt x="4498213" y="0"/>
                    <a:pt x="4254627" y="0"/>
                  </a:cubicBezTo>
                  <a:close/>
                </a:path>
              </a:pathLst>
            </a:custGeom>
            <a:blipFill>
              <a:blip r:embed="rId5"/>
              <a:stretch>
                <a:fillRect l="-27" r="-2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849878" y="1338482"/>
            <a:ext cx="543963" cy="67323"/>
            <a:chOff x="0" y="0"/>
            <a:chExt cx="725284" cy="8976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25297" cy="89789"/>
            </a:xfrm>
            <a:custGeom>
              <a:avLst/>
              <a:gdLst/>
              <a:ahLst/>
              <a:cxnLst/>
              <a:rect l="l" t="t" r="r" b="b"/>
              <a:pathLst>
                <a:path w="725297" h="89789">
                  <a:moveTo>
                    <a:pt x="680339" y="0"/>
                  </a:moveTo>
                  <a:lnTo>
                    <a:pt x="44958" y="0"/>
                  </a:lnTo>
                  <a:cubicBezTo>
                    <a:pt x="21209" y="0"/>
                    <a:pt x="0" y="18542"/>
                    <a:pt x="0" y="44831"/>
                  </a:cubicBezTo>
                  <a:cubicBezTo>
                    <a:pt x="0" y="71120"/>
                    <a:pt x="21209" y="89789"/>
                    <a:pt x="44958" y="89789"/>
                  </a:cubicBezTo>
                  <a:lnTo>
                    <a:pt x="680339" y="89789"/>
                  </a:lnTo>
                  <a:cubicBezTo>
                    <a:pt x="704215" y="89789"/>
                    <a:pt x="725297" y="71247"/>
                    <a:pt x="725297" y="44958"/>
                  </a:cubicBezTo>
                  <a:cubicBezTo>
                    <a:pt x="725297" y="18669"/>
                    <a:pt x="704088" y="0"/>
                    <a:pt x="680339" y="0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66643" y="1322642"/>
            <a:ext cx="99355" cy="99003"/>
            <a:chOff x="0" y="0"/>
            <a:chExt cx="132474" cy="132004"/>
          </a:xfrm>
        </p:grpSpPr>
        <p:sp>
          <p:nvSpPr>
            <p:cNvPr id="24" name="Freeform 24"/>
            <p:cNvSpPr/>
            <p:nvPr/>
          </p:nvSpPr>
          <p:spPr>
            <a:xfrm>
              <a:off x="32" y="-1"/>
              <a:ext cx="132572" cy="131955"/>
            </a:xfrm>
            <a:custGeom>
              <a:avLst/>
              <a:gdLst/>
              <a:ahLst/>
              <a:cxnLst/>
              <a:rect l="l" t="t" r="r" b="b"/>
              <a:pathLst>
                <a:path w="132572" h="131955">
                  <a:moveTo>
                    <a:pt x="66262" y="1"/>
                  </a:moveTo>
                  <a:cubicBezTo>
                    <a:pt x="42640" y="-126"/>
                    <a:pt x="20669" y="12447"/>
                    <a:pt x="8858" y="32894"/>
                  </a:cubicBezTo>
                  <a:cubicBezTo>
                    <a:pt x="-2953" y="53341"/>
                    <a:pt x="-2953" y="78614"/>
                    <a:pt x="8858" y="99061"/>
                  </a:cubicBezTo>
                  <a:cubicBezTo>
                    <a:pt x="20669" y="119508"/>
                    <a:pt x="42640" y="132081"/>
                    <a:pt x="66262" y="131954"/>
                  </a:cubicBezTo>
                  <a:cubicBezTo>
                    <a:pt x="89884" y="132081"/>
                    <a:pt x="111728" y="119508"/>
                    <a:pt x="123666" y="99061"/>
                  </a:cubicBezTo>
                  <a:cubicBezTo>
                    <a:pt x="135604" y="78614"/>
                    <a:pt x="135477" y="53341"/>
                    <a:pt x="123666" y="32894"/>
                  </a:cubicBezTo>
                  <a:cubicBezTo>
                    <a:pt x="111855" y="12447"/>
                    <a:pt x="89884" y="-126"/>
                    <a:pt x="66262" y="1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096316" y="2100958"/>
            <a:ext cx="43196" cy="333356"/>
            <a:chOff x="0" y="0"/>
            <a:chExt cx="57594" cy="44447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7658" cy="444500"/>
            </a:xfrm>
            <a:custGeom>
              <a:avLst/>
              <a:gdLst/>
              <a:ahLst/>
              <a:cxnLst/>
              <a:rect l="l" t="t" r="r" b="b"/>
              <a:pathLst>
                <a:path w="57658" h="444500">
                  <a:moveTo>
                    <a:pt x="0" y="55499"/>
                  </a:moveTo>
                  <a:lnTo>
                    <a:pt x="0" y="386334"/>
                  </a:lnTo>
                  <a:cubicBezTo>
                    <a:pt x="0" y="418084"/>
                    <a:pt x="26162" y="444500"/>
                    <a:pt x="57658" y="444500"/>
                  </a:cubicBezTo>
                  <a:lnTo>
                    <a:pt x="57658" y="0"/>
                  </a:lnTo>
                  <a:cubicBezTo>
                    <a:pt x="26162" y="0"/>
                    <a:pt x="0" y="23749"/>
                    <a:pt x="0" y="55499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096316" y="2683078"/>
            <a:ext cx="43196" cy="601561"/>
            <a:chOff x="0" y="0"/>
            <a:chExt cx="57594" cy="80208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7658" cy="802132"/>
            </a:xfrm>
            <a:custGeom>
              <a:avLst/>
              <a:gdLst/>
              <a:ahLst/>
              <a:cxnLst/>
              <a:rect l="l" t="t" r="r" b="b"/>
              <a:pathLst>
                <a:path w="57658" h="802132">
                  <a:moveTo>
                    <a:pt x="0" y="55626"/>
                  </a:moveTo>
                  <a:lnTo>
                    <a:pt x="0" y="743839"/>
                  </a:lnTo>
                  <a:cubicBezTo>
                    <a:pt x="0" y="775589"/>
                    <a:pt x="26162" y="802132"/>
                    <a:pt x="57658" y="802132"/>
                  </a:cubicBezTo>
                  <a:lnTo>
                    <a:pt x="57658" y="0"/>
                  </a:lnTo>
                  <a:cubicBezTo>
                    <a:pt x="26162" y="0"/>
                    <a:pt x="0" y="23876"/>
                    <a:pt x="0" y="55626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096316" y="3415684"/>
            <a:ext cx="43196" cy="603361"/>
            <a:chOff x="0" y="0"/>
            <a:chExt cx="57594" cy="80448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7658" cy="804418"/>
            </a:xfrm>
            <a:custGeom>
              <a:avLst/>
              <a:gdLst/>
              <a:ahLst/>
              <a:cxnLst/>
              <a:rect l="l" t="t" r="r" b="b"/>
              <a:pathLst>
                <a:path w="57658" h="804418">
                  <a:moveTo>
                    <a:pt x="0" y="58166"/>
                  </a:moveTo>
                  <a:lnTo>
                    <a:pt x="0" y="746252"/>
                  </a:lnTo>
                  <a:cubicBezTo>
                    <a:pt x="0" y="778002"/>
                    <a:pt x="26162" y="804418"/>
                    <a:pt x="57658" y="804418"/>
                  </a:cubicBezTo>
                  <a:lnTo>
                    <a:pt x="57658" y="0"/>
                  </a:lnTo>
                  <a:cubicBezTo>
                    <a:pt x="26162" y="0"/>
                    <a:pt x="0" y="26416"/>
                    <a:pt x="0" y="58166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1149555" y="2881436"/>
            <a:ext cx="43196" cy="966959"/>
            <a:chOff x="0" y="0"/>
            <a:chExt cx="57594" cy="128927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7658" cy="1289304"/>
            </a:xfrm>
            <a:custGeom>
              <a:avLst/>
              <a:gdLst/>
              <a:ahLst/>
              <a:cxnLst/>
              <a:rect l="l" t="t" r="r" b="b"/>
              <a:pathLst>
                <a:path w="57658" h="1289304">
                  <a:moveTo>
                    <a:pt x="0" y="0"/>
                  </a:moveTo>
                  <a:lnTo>
                    <a:pt x="0" y="1289304"/>
                  </a:lnTo>
                  <a:cubicBezTo>
                    <a:pt x="31369" y="1289304"/>
                    <a:pt x="57658" y="1262888"/>
                    <a:pt x="57658" y="1231011"/>
                  </a:cubicBezTo>
                  <a:lnTo>
                    <a:pt x="57658" y="58293"/>
                  </a:lnTo>
                  <a:cubicBezTo>
                    <a:pt x="57658" y="26416"/>
                    <a:pt x="31369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3" name="Freeform 33"/>
          <p:cNvSpPr/>
          <p:nvPr/>
        </p:nvSpPr>
        <p:spPr>
          <a:xfrm>
            <a:off x="7139883" y="1028881"/>
            <a:ext cx="4009320" cy="8104318"/>
          </a:xfrm>
          <a:custGeom>
            <a:avLst/>
            <a:gdLst/>
            <a:ahLst/>
            <a:cxnLst/>
            <a:rect l="l" t="t" r="r" b="b"/>
            <a:pathLst>
              <a:path w="4009320" h="8104318">
                <a:moveTo>
                  <a:pt x="0" y="0"/>
                </a:moveTo>
                <a:lnTo>
                  <a:pt x="4009320" y="0"/>
                </a:lnTo>
                <a:lnTo>
                  <a:pt x="4009320" y="8104318"/>
                </a:lnTo>
                <a:lnTo>
                  <a:pt x="0" y="81043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4" name="TextBox 34"/>
          <p:cNvSpPr txBox="1"/>
          <p:nvPr/>
        </p:nvSpPr>
        <p:spPr>
          <a:xfrm>
            <a:off x="4966916" y="139408"/>
            <a:ext cx="8354882" cy="675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73"/>
              </a:lnSpc>
            </a:pPr>
            <a:r>
              <a:rPr lang="en-US" sz="3480" b="1" spc="-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Mental Health Check 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1267558" y="1028881"/>
            <a:ext cx="4153681" cy="8227076"/>
            <a:chOff x="0" y="0"/>
            <a:chExt cx="5538241" cy="10969434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538216" cy="10969498"/>
            </a:xfrm>
            <a:custGeom>
              <a:avLst/>
              <a:gdLst/>
              <a:ahLst/>
              <a:cxnLst/>
              <a:rect l="l" t="t" r="r" b="b"/>
              <a:pathLst>
                <a:path w="5538216" h="10969498">
                  <a:moveTo>
                    <a:pt x="0" y="0"/>
                  </a:moveTo>
                  <a:lnTo>
                    <a:pt x="5538216" y="0"/>
                  </a:lnTo>
                  <a:lnTo>
                    <a:pt x="5538216" y="10969498"/>
                  </a:lnTo>
                  <a:lnTo>
                    <a:pt x="0" y="109694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52"/>
          <p:cNvSpPr txBox="1"/>
          <p:nvPr/>
        </p:nvSpPr>
        <p:spPr>
          <a:xfrm>
            <a:off x="3133801" y="281607"/>
            <a:ext cx="12020398" cy="586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73"/>
              </a:lnSpc>
            </a:pPr>
            <a:r>
              <a:rPr lang="en-US" sz="3480" b="1" spc="-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CARDIOVASCULAR HEALTH CHECK </a:t>
            </a:r>
          </a:p>
        </p:txBody>
      </p:sp>
      <p:sp>
        <p:nvSpPr>
          <p:cNvPr id="2" name="Freeform 2"/>
          <p:cNvSpPr/>
          <p:nvPr/>
        </p:nvSpPr>
        <p:spPr>
          <a:xfrm>
            <a:off x="3886200" y="957234"/>
            <a:ext cx="10058400" cy="8880384"/>
          </a:xfrm>
          <a:custGeom>
            <a:avLst/>
            <a:gdLst/>
            <a:ahLst/>
            <a:cxnLst/>
            <a:rect l="l" t="t" r="r" b="b"/>
            <a:pathLst>
              <a:path w="8549088" h="7547839">
                <a:moveTo>
                  <a:pt x="0" y="0"/>
                </a:moveTo>
                <a:lnTo>
                  <a:pt x="8549087" y="0"/>
                </a:lnTo>
                <a:lnTo>
                  <a:pt x="8549087" y="7547839"/>
                </a:lnTo>
                <a:lnTo>
                  <a:pt x="0" y="75478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CC2E48A-8315-A8DB-AA48-3B5D420C0560}"/>
              </a:ext>
            </a:extLst>
          </p:cNvPr>
          <p:cNvGrpSpPr/>
          <p:nvPr/>
        </p:nvGrpSpPr>
        <p:grpSpPr>
          <a:xfrm>
            <a:off x="9448800" y="1409700"/>
            <a:ext cx="4115705" cy="8141610"/>
            <a:chOff x="4348819" y="1407908"/>
            <a:chExt cx="4115705" cy="8141610"/>
          </a:xfrm>
        </p:grpSpPr>
        <p:sp>
          <p:nvSpPr>
            <p:cNvPr id="3" name="Freeform 3"/>
            <p:cNvSpPr/>
            <p:nvPr/>
          </p:nvSpPr>
          <p:spPr>
            <a:xfrm>
              <a:off x="4432689" y="1447714"/>
              <a:ext cx="3947975" cy="8061976"/>
            </a:xfrm>
            <a:custGeom>
              <a:avLst/>
              <a:gdLst/>
              <a:ahLst/>
              <a:cxnLst/>
              <a:rect l="l" t="t" r="r" b="b"/>
              <a:pathLst>
                <a:path w="3355562" h="6852237">
                  <a:moveTo>
                    <a:pt x="0" y="0"/>
                  </a:moveTo>
                  <a:lnTo>
                    <a:pt x="3355562" y="0"/>
                  </a:lnTo>
                  <a:lnTo>
                    <a:pt x="3355562" y="6852237"/>
                  </a:lnTo>
                  <a:lnTo>
                    <a:pt x="0" y="6852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4640225" y="1653567"/>
              <a:ext cx="3535000" cy="7660870"/>
              <a:chOff x="0" y="0"/>
              <a:chExt cx="4006075" cy="8681758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006111" cy="8681720"/>
              </a:xfrm>
              <a:custGeom>
                <a:avLst/>
                <a:gdLst/>
                <a:ahLst/>
                <a:cxnLst/>
                <a:rect l="l" t="t" r="r" b="b"/>
                <a:pathLst>
                  <a:path w="4006111" h="8681720">
                    <a:moveTo>
                      <a:pt x="3633089" y="0"/>
                    </a:moveTo>
                    <a:lnTo>
                      <a:pt x="3149219" y="0"/>
                    </a:lnTo>
                    <a:lnTo>
                      <a:pt x="3149219" y="101727"/>
                    </a:lnTo>
                    <a:cubicBezTo>
                      <a:pt x="3149219" y="217043"/>
                      <a:pt x="3054223" y="312039"/>
                      <a:pt x="2938907" y="312039"/>
                    </a:cubicBezTo>
                    <a:lnTo>
                      <a:pt x="1071626" y="312039"/>
                    </a:lnTo>
                    <a:cubicBezTo>
                      <a:pt x="956310" y="312039"/>
                      <a:pt x="861314" y="217043"/>
                      <a:pt x="861314" y="101727"/>
                    </a:cubicBezTo>
                    <a:lnTo>
                      <a:pt x="861314" y="0"/>
                    </a:lnTo>
                    <a:lnTo>
                      <a:pt x="372999" y="0"/>
                    </a:lnTo>
                    <a:cubicBezTo>
                      <a:pt x="167259" y="0"/>
                      <a:pt x="0" y="167259"/>
                      <a:pt x="0" y="372999"/>
                    </a:cubicBezTo>
                    <a:lnTo>
                      <a:pt x="0" y="8308721"/>
                    </a:lnTo>
                    <a:cubicBezTo>
                      <a:pt x="0" y="8514461"/>
                      <a:pt x="167259" y="8681720"/>
                      <a:pt x="372999" y="8681720"/>
                    </a:cubicBezTo>
                    <a:lnTo>
                      <a:pt x="3633089" y="8681720"/>
                    </a:lnTo>
                    <a:cubicBezTo>
                      <a:pt x="3838829" y="8681720"/>
                      <a:pt x="4006088" y="8514461"/>
                      <a:pt x="4006088" y="8308721"/>
                    </a:cubicBezTo>
                    <a:lnTo>
                      <a:pt x="4006088" y="372999"/>
                    </a:lnTo>
                    <a:cubicBezTo>
                      <a:pt x="4008374" y="167259"/>
                      <a:pt x="3840988" y="0"/>
                      <a:pt x="3633089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t="-5" b="-5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6110397" y="1719216"/>
              <a:ext cx="546389" cy="67341"/>
              <a:chOff x="0" y="0"/>
              <a:chExt cx="619201" cy="76314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19252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619252" h="76200">
                    <a:moveTo>
                      <a:pt x="580771" y="0"/>
                    </a:moveTo>
                    <a:lnTo>
                      <a:pt x="38481" y="0"/>
                    </a:lnTo>
                    <a:cubicBezTo>
                      <a:pt x="18034" y="0"/>
                      <a:pt x="0" y="15748"/>
                      <a:pt x="0" y="38100"/>
                    </a:cubicBezTo>
                    <a:cubicBezTo>
                      <a:pt x="0" y="60452"/>
                      <a:pt x="18034" y="76200"/>
                      <a:pt x="38481" y="76200"/>
                    </a:cubicBezTo>
                    <a:lnTo>
                      <a:pt x="580771" y="76200"/>
                    </a:lnTo>
                    <a:cubicBezTo>
                      <a:pt x="601091" y="76200"/>
                      <a:pt x="619252" y="60452"/>
                      <a:pt x="619252" y="38100"/>
                    </a:cubicBezTo>
                    <a:cubicBezTo>
                      <a:pt x="619252" y="15748"/>
                      <a:pt x="601218" y="0"/>
                      <a:pt x="580771" y="0"/>
                    </a:cubicBezTo>
                    <a:close/>
                  </a:path>
                </a:pathLst>
              </a:custGeom>
              <a:solidFill>
                <a:srgbClr val="5B5B5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6830444" y="1703123"/>
              <a:ext cx="99963" cy="99537"/>
              <a:chOff x="0" y="0"/>
              <a:chExt cx="113284" cy="11280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-1"/>
                <a:ext cx="113284" cy="112778"/>
              </a:xfrm>
              <a:custGeom>
                <a:avLst/>
                <a:gdLst/>
                <a:ahLst/>
                <a:cxnLst/>
                <a:rect l="l" t="t" r="r" b="b"/>
                <a:pathLst>
                  <a:path w="113284" h="112778">
                    <a:moveTo>
                      <a:pt x="56642" y="1"/>
                    </a:moveTo>
                    <a:cubicBezTo>
                      <a:pt x="36449" y="-126"/>
                      <a:pt x="17780" y="10669"/>
                      <a:pt x="7620" y="28068"/>
                    </a:cubicBezTo>
                    <a:cubicBezTo>
                      <a:pt x="-2540" y="45467"/>
                      <a:pt x="-2540" y="67184"/>
                      <a:pt x="7620" y="84710"/>
                    </a:cubicBezTo>
                    <a:cubicBezTo>
                      <a:pt x="17780" y="102236"/>
                      <a:pt x="36449" y="112904"/>
                      <a:pt x="56642" y="112777"/>
                    </a:cubicBezTo>
                    <a:cubicBezTo>
                      <a:pt x="76835" y="112904"/>
                      <a:pt x="95504" y="102109"/>
                      <a:pt x="105664" y="84710"/>
                    </a:cubicBezTo>
                    <a:cubicBezTo>
                      <a:pt x="115824" y="67311"/>
                      <a:pt x="115824" y="45594"/>
                      <a:pt x="105664" y="28195"/>
                    </a:cubicBezTo>
                    <a:cubicBezTo>
                      <a:pt x="95504" y="10796"/>
                      <a:pt x="76835" y="-126"/>
                      <a:pt x="56642" y="1"/>
                    </a:cubicBezTo>
                    <a:close/>
                  </a:path>
                </a:pathLst>
              </a:custGeom>
              <a:solidFill>
                <a:srgbClr val="5B5B5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4348819" y="2485434"/>
              <a:ext cx="43628" cy="334606"/>
              <a:chOff x="0" y="0"/>
              <a:chExt cx="49441" cy="37919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9403" cy="379222"/>
              </a:xfrm>
              <a:custGeom>
                <a:avLst/>
                <a:gdLst/>
                <a:ahLst/>
                <a:cxnLst/>
                <a:rect l="l" t="t" r="r" b="b"/>
                <a:pathLst>
                  <a:path w="49403" h="379222">
                    <a:moveTo>
                      <a:pt x="0" y="47371"/>
                    </a:moveTo>
                    <a:lnTo>
                      <a:pt x="0" y="329565"/>
                    </a:lnTo>
                    <a:cubicBezTo>
                      <a:pt x="0" y="356616"/>
                      <a:pt x="22479" y="379222"/>
                      <a:pt x="49403" y="379222"/>
                    </a:cubicBezTo>
                    <a:lnTo>
                      <a:pt x="49403" y="0"/>
                    </a:lnTo>
                    <a:cubicBezTo>
                      <a:pt x="22479" y="0"/>
                      <a:pt x="0" y="20320"/>
                      <a:pt x="0" y="47371"/>
                    </a:cubicBezTo>
                    <a:close/>
                  </a:path>
                </a:pathLst>
              </a:custGeom>
              <a:solidFill>
                <a:srgbClr val="EBCEB5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4348819" y="3069937"/>
              <a:ext cx="43628" cy="603991"/>
              <a:chOff x="0" y="0"/>
              <a:chExt cx="49441" cy="684479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9403" cy="684403"/>
              </a:xfrm>
              <a:custGeom>
                <a:avLst/>
                <a:gdLst/>
                <a:ahLst/>
                <a:cxnLst/>
                <a:rect l="l" t="t" r="r" b="b"/>
                <a:pathLst>
                  <a:path w="49403" h="684403">
                    <a:moveTo>
                      <a:pt x="0" y="47498"/>
                    </a:moveTo>
                    <a:lnTo>
                      <a:pt x="0" y="634746"/>
                    </a:lnTo>
                    <a:cubicBezTo>
                      <a:pt x="0" y="661797"/>
                      <a:pt x="22479" y="684403"/>
                      <a:pt x="49403" y="684403"/>
                    </a:cubicBezTo>
                    <a:lnTo>
                      <a:pt x="49403" y="0"/>
                    </a:lnTo>
                    <a:cubicBezTo>
                      <a:pt x="22479" y="0"/>
                      <a:pt x="0" y="20320"/>
                      <a:pt x="0" y="47498"/>
                    </a:cubicBezTo>
                    <a:close/>
                  </a:path>
                </a:pathLst>
              </a:custGeom>
              <a:solidFill>
                <a:srgbClr val="EBCEB5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4348819" y="3806077"/>
              <a:ext cx="43628" cy="606110"/>
              <a:chOff x="0" y="0"/>
              <a:chExt cx="49441" cy="68688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49403" cy="686816"/>
              </a:xfrm>
              <a:custGeom>
                <a:avLst/>
                <a:gdLst/>
                <a:ahLst/>
                <a:cxnLst/>
                <a:rect l="l" t="t" r="r" b="b"/>
                <a:pathLst>
                  <a:path w="49403" h="686816">
                    <a:moveTo>
                      <a:pt x="0" y="49657"/>
                    </a:moveTo>
                    <a:lnTo>
                      <a:pt x="0" y="637159"/>
                    </a:lnTo>
                    <a:cubicBezTo>
                      <a:pt x="0" y="664210"/>
                      <a:pt x="22479" y="686816"/>
                      <a:pt x="49403" y="686816"/>
                    </a:cubicBezTo>
                    <a:lnTo>
                      <a:pt x="49403" y="0"/>
                    </a:lnTo>
                    <a:cubicBezTo>
                      <a:pt x="22479" y="0"/>
                      <a:pt x="0" y="22606"/>
                      <a:pt x="0" y="49657"/>
                    </a:cubicBezTo>
                    <a:close/>
                  </a:path>
                </a:pathLst>
              </a:custGeom>
              <a:solidFill>
                <a:srgbClr val="EBCEB5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8420896" y="3269437"/>
              <a:ext cx="43628" cy="971220"/>
              <a:chOff x="0" y="0"/>
              <a:chExt cx="49441" cy="1100646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49403" cy="1100582"/>
              </a:xfrm>
              <a:custGeom>
                <a:avLst/>
                <a:gdLst/>
                <a:ahLst/>
                <a:cxnLst/>
                <a:rect l="l" t="t" r="r" b="b"/>
                <a:pathLst>
                  <a:path w="49403" h="1100582">
                    <a:moveTo>
                      <a:pt x="0" y="0"/>
                    </a:moveTo>
                    <a:lnTo>
                      <a:pt x="0" y="1100582"/>
                    </a:lnTo>
                    <a:cubicBezTo>
                      <a:pt x="26924" y="1100582"/>
                      <a:pt x="49403" y="1077976"/>
                      <a:pt x="49403" y="1050798"/>
                    </a:cubicBezTo>
                    <a:lnTo>
                      <a:pt x="49403" y="49784"/>
                    </a:lnTo>
                    <a:cubicBezTo>
                      <a:pt x="49403" y="22606"/>
                      <a:pt x="26924" y="0"/>
                      <a:pt x="0" y="0"/>
                    </a:cubicBezTo>
                    <a:close/>
                  </a:path>
                </a:pathLst>
              </a:custGeom>
              <a:solidFill>
                <a:srgbClr val="EBCEB5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8" name="Freeform 18"/>
            <p:cNvSpPr/>
            <p:nvPr/>
          </p:nvSpPr>
          <p:spPr>
            <a:xfrm>
              <a:off x="4392873" y="1407908"/>
              <a:ext cx="4027598" cy="8141610"/>
            </a:xfrm>
            <a:custGeom>
              <a:avLst/>
              <a:gdLst/>
              <a:ahLst/>
              <a:cxnLst/>
              <a:rect l="l" t="t" r="r" b="b"/>
              <a:pathLst>
                <a:path w="3423237" h="6919922">
                  <a:moveTo>
                    <a:pt x="0" y="0"/>
                  </a:moveTo>
                  <a:lnTo>
                    <a:pt x="3423237" y="0"/>
                  </a:lnTo>
                  <a:lnTo>
                    <a:pt x="3423237" y="6919922"/>
                  </a:lnTo>
                  <a:lnTo>
                    <a:pt x="0" y="69199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4567091" y="1409700"/>
            <a:ext cx="4272110" cy="8141610"/>
            <a:chOff x="0" y="0"/>
            <a:chExt cx="4621441" cy="9136316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4621403" cy="9136380"/>
            </a:xfrm>
            <a:custGeom>
              <a:avLst/>
              <a:gdLst/>
              <a:ahLst/>
              <a:cxnLst/>
              <a:rect l="l" t="t" r="r" b="b"/>
              <a:pathLst>
                <a:path w="4621403" h="9136380">
                  <a:moveTo>
                    <a:pt x="0" y="0"/>
                  </a:moveTo>
                  <a:lnTo>
                    <a:pt x="4621403" y="0"/>
                  </a:lnTo>
                  <a:lnTo>
                    <a:pt x="4621403" y="9136380"/>
                  </a:lnTo>
                  <a:lnTo>
                    <a:pt x="0" y="91363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" r="-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80761" y="2575084"/>
            <a:ext cx="3355562" cy="6852237"/>
          </a:xfrm>
          <a:custGeom>
            <a:avLst/>
            <a:gdLst/>
            <a:ahLst/>
            <a:cxnLst/>
            <a:rect l="l" t="t" r="r" b="b"/>
            <a:pathLst>
              <a:path w="3355562" h="6852237">
                <a:moveTo>
                  <a:pt x="0" y="0"/>
                </a:moveTo>
                <a:lnTo>
                  <a:pt x="3355563" y="0"/>
                </a:lnTo>
                <a:lnTo>
                  <a:pt x="3355563" y="6852237"/>
                </a:lnTo>
                <a:lnTo>
                  <a:pt x="0" y="68522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857164" y="2749677"/>
            <a:ext cx="3004556" cy="6511319"/>
            <a:chOff x="0" y="0"/>
            <a:chExt cx="4006075" cy="86817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006111" cy="8681720"/>
            </a:xfrm>
            <a:custGeom>
              <a:avLst/>
              <a:gdLst/>
              <a:ahLst/>
              <a:cxnLst/>
              <a:rect l="l" t="t" r="r" b="b"/>
              <a:pathLst>
                <a:path w="4006111" h="8681720">
                  <a:moveTo>
                    <a:pt x="3633089" y="0"/>
                  </a:moveTo>
                  <a:lnTo>
                    <a:pt x="3149219" y="0"/>
                  </a:lnTo>
                  <a:lnTo>
                    <a:pt x="3149219" y="101727"/>
                  </a:lnTo>
                  <a:cubicBezTo>
                    <a:pt x="3149219" y="217043"/>
                    <a:pt x="3054223" y="312039"/>
                    <a:pt x="2938907" y="312039"/>
                  </a:cubicBezTo>
                  <a:lnTo>
                    <a:pt x="1071626" y="312039"/>
                  </a:lnTo>
                  <a:cubicBezTo>
                    <a:pt x="956310" y="312039"/>
                    <a:pt x="861314" y="217043"/>
                    <a:pt x="861314" y="101727"/>
                  </a:cubicBezTo>
                  <a:lnTo>
                    <a:pt x="861314" y="0"/>
                  </a:lnTo>
                  <a:lnTo>
                    <a:pt x="372999" y="0"/>
                  </a:lnTo>
                  <a:cubicBezTo>
                    <a:pt x="167259" y="0"/>
                    <a:pt x="0" y="167259"/>
                    <a:pt x="0" y="372999"/>
                  </a:cubicBezTo>
                  <a:lnTo>
                    <a:pt x="0" y="8308721"/>
                  </a:lnTo>
                  <a:cubicBezTo>
                    <a:pt x="0" y="8514461"/>
                    <a:pt x="167259" y="8681720"/>
                    <a:pt x="372999" y="8681720"/>
                  </a:cubicBezTo>
                  <a:lnTo>
                    <a:pt x="3633089" y="8681720"/>
                  </a:lnTo>
                  <a:cubicBezTo>
                    <a:pt x="3838829" y="8681720"/>
                    <a:pt x="4006088" y="8514461"/>
                    <a:pt x="4006088" y="8308721"/>
                  </a:cubicBezTo>
                  <a:lnTo>
                    <a:pt x="4006088" y="372999"/>
                  </a:lnTo>
                  <a:cubicBezTo>
                    <a:pt x="4008374" y="167259"/>
                    <a:pt x="3840988" y="0"/>
                    <a:pt x="3633089" y="0"/>
                  </a:cubicBezTo>
                  <a:close/>
                </a:path>
              </a:pathLst>
            </a:custGeom>
            <a:blipFill>
              <a:blip r:embed="rId3"/>
              <a:stretch>
                <a:fillRect t="-5" b="-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107082" y="2805484"/>
            <a:ext cx="464401" cy="57236"/>
            <a:chOff x="0" y="0"/>
            <a:chExt cx="619201" cy="763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19252" cy="76200"/>
            </a:xfrm>
            <a:custGeom>
              <a:avLst/>
              <a:gdLst/>
              <a:ahLst/>
              <a:cxnLst/>
              <a:rect l="l" t="t" r="r" b="b"/>
              <a:pathLst>
                <a:path w="619252" h="76200">
                  <a:moveTo>
                    <a:pt x="580771" y="0"/>
                  </a:moveTo>
                  <a:lnTo>
                    <a:pt x="38481" y="0"/>
                  </a:lnTo>
                  <a:cubicBezTo>
                    <a:pt x="18034" y="0"/>
                    <a:pt x="0" y="15748"/>
                    <a:pt x="0" y="38100"/>
                  </a:cubicBezTo>
                  <a:cubicBezTo>
                    <a:pt x="0" y="60452"/>
                    <a:pt x="18034" y="76200"/>
                    <a:pt x="38481" y="76200"/>
                  </a:cubicBezTo>
                  <a:lnTo>
                    <a:pt x="580771" y="76200"/>
                  </a:lnTo>
                  <a:cubicBezTo>
                    <a:pt x="601091" y="76200"/>
                    <a:pt x="619252" y="60452"/>
                    <a:pt x="619252" y="38100"/>
                  </a:cubicBezTo>
                  <a:cubicBezTo>
                    <a:pt x="619252" y="15748"/>
                    <a:pt x="601218" y="0"/>
                    <a:pt x="580771" y="0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719083" y="2792158"/>
            <a:ext cx="84963" cy="84601"/>
            <a:chOff x="0" y="0"/>
            <a:chExt cx="113284" cy="112801"/>
          </a:xfrm>
        </p:grpSpPr>
        <p:sp>
          <p:nvSpPr>
            <p:cNvPr id="8" name="Freeform 8"/>
            <p:cNvSpPr/>
            <p:nvPr/>
          </p:nvSpPr>
          <p:spPr>
            <a:xfrm>
              <a:off x="0" y="-1"/>
              <a:ext cx="113284" cy="112778"/>
            </a:xfrm>
            <a:custGeom>
              <a:avLst/>
              <a:gdLst/>
              <a:ahLst/>
              <a:cxnLst/>
              <a:rect l="l" t="t" r="r" b="b"/>
              <a:pathLst>
                <a:path w="113284" h="112778">
                  <a:moveTo>
                    <a:pt x="56642" y="1"/>
                  </a:moveTo>
                  <a:cubicBezTo>
                    <a:pt x="36449" y="-126"/>
                    <a:pt x="17780" y="10669"/>
                    <a:pt x="7620" y="28068"/>
                  </a:cubicBezTo>
                  <a:cubicBezTo>
                    <a:pt x="-2540" y="45467"/>
                    <a:pt x="-2540" y="67184"/>
                    <a:pt x="7620" y="84710"/>
                  </a:cubicBezTo>
                  <a:cubicBezTo>
                    <a:pt x="17780" y="102236"/>
                    <a:pt x="36449" y="112904"/>
                    <a:pt x="56642" y="112777"/>
                  </a:cubicBezTo>
                  <a:cubicBezTo>
                    <a:pt x="76835" y="112904"/>
                    <a:pt x="95504" y="102109"/>
                    <a:pt x="105664" y="84710"/>
                  </a:cubicBezTo>
                  <a:cubicBezTo>
                    <a:pt x="115824" y="67311"/>
                    <a:pt x="115824" y="45594"/>
                    <a:pt x="105664" y="28195"/>
                  </a:cubicBezTo>
                  <a:cubicBezTo>
                    <a:pt x="95504" y="10796"/>
                    <a:pt x="76835" y="-126"/>
                    <a:pt x="56642" y="1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476" y="3456718"/>
            <a:ext cx="37081" cy="284397"/>
            <a:chOff x="0" y="0"/>
            <a:chExt cx="49441" cy="37919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9403" cy="379222"/>
            </a:xfrm>
            <a:custGeom>
              <a:avLst/>
              <a:gdLst/>
              <a:ahLst/>
              <a:cxnLst/>
              <a:rect l="l" t="t" r="r" b="b"/>
              <a:pathLst>
                <a:path w="49403" h="379222">
                  <a:moveTo>
                    <a:pt x="0" y="47371"/>
                  </a:moveTo>
                  <a:lnTo>
                    <a:pt x="0" y="329565"/>
                  </a:lnTo>
                  <a:cubicBezTo>
                    <a:pt x="0" y="356616"/>
                    <a:pt x="22479" y="379222"/>
                    <a:pt x="49403" y="379222"/>
                  </a:cubicBezTo>
                  <a:lnTo>
                    <a:pt x="49403" y="0"/>
                  </a:lnTo>
                  <a:cubicBezTo>
                    <a:pt x="22479" y="0"/>
                    <a:pt x="0" y="20320"/>
                    <a:pt x="0" y="47371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9476" y="3953523"/>
            <a:ext cx="37081" cy="513359"/>
            <a:chOff x="0" y="0"/>
            <a:chExt cx="49441" cy="68447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9403" cy="684403"/>
            </a:xfrm>
            <a:custGeom>
              <a:avLst/>
              <a:gdLst/>
              <a:ahLst/>
              <a:cxnLst/>
              <a:rect l="l" t="t" r="r" b="b"/>
              <a:pathLst>
                <a:path w="49403" h="684403">
                  <a:moveTo>
                    <a:pt x="0" y="47498"/>
                  </a:moveTo>
                  <a:lnTo>
                    <a:pt x="0" y="634746"/>
                  </a:lnTo>
                  <a:cubicBezTo>
                    <a:pt x="0" y="661797"/>
                    <a:pt x="22479" y="684403"/>
                    <a:pt x="49403" y="684403"/>
                  </a:cubicBezTo>
                  <a:lnTo>
                    <a:pt x="49403" y="0"/>
                  </a:lnTo>
                  <a:cubicBezTo>
                    <a:pt x="22479" y="0"/>
                    <a:pt x="0" y="20320"/>
                    <a:pt x="0" y="47498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9476" y="4579201"/>
            <a:ext cx="37081" cy="515160"/>
            <a:chOff x="0" y="0"/>
            <a:chExt cx="49441" cy="68688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9403" cy="686816"/>
            </a:xfrm>
            <a:custGeom>
              <a:avLst/>
              <a:gdLst/>
              <a:ahLst/>
              <a:cxnLst/>
              <a:rect l="l" t="t" r="r" b="b"/>
              <a:pathLst>
                <a:path w="49403" h="686816">
                  <a:moveTo>
                    <a:pt x="0" y="49657"/>
                  </a:moveTo>
                  <a:lnTo>
                    <a:pt x="0" y="637159"/>
                  </a:lnTo>
                  <a:cubicBezTo>
                    <a:pt x="0" y="664210"/>
                    <a:pt x="22479" y="686816"/>
                    <a:pt x="49403" y="686816"/>
                  </a:cubicBezTo>
                  <a:lnTo>
                    <a:pt x="49403" y="0"/>
                  </a:lnTo>
                  <a:cubicBezTo>
                    <a:pt x="22479" y="0"/>
                    <a:pt x="0" y="22606"/>
                    <a:pt x="0" y="49657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070518" y="4123077"/>
            <a:ext cx="37081" cy="825484"/>
            <a:chOff x="0" y="0"/>
            <a:chExt cx="49441" cy="110064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9403" cy="1100582"/>
            </a:xfrm>
            <a:custGeom>
              <a:avLst/>
              <a:gdLst/>
              <a:ahLst/>
              <a:cxnLst/>
              <a:rect l="l" t="t" r="r" b="b"/>
              <a:pathLst>
                <a:path w="49403" h="1100582">
                  <a:moveTo>
                    <a:pt x="0" y="0"/>
                  </a:moveTo>
                  <a:lnTo>
                    <a:pt x="0" y="1100582"/>
                  </a:lnTo>
                  <a:cubicBezTo>
                    <a:pt x="26924" y="1100582"/>
                    <a:pt x="49403" y="1077976"/>
                    <a:pt x="49403" y="1050798"/>
                  </a:cubicBezTo>
                  <a:lnTo>
                    <a:pt x="49403" y="49784"/>
                  </a:lnTo>
                  <a:cubicBezTo>
                    <a:pt x="49403" y="22606"/>
                    <a:pt x="26924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7" name="Freeform 17"/>
          <p:cNvSpPr/>
          <p:nvPr/>
        </p:nvSpPr>
        <p:spPr>
          <a:xfrm>
            <a:off x="646919" y="2541241"/>
            <a:ext cx="3423237" cy="6919922"/>
          </a:xfrm>
          <a:custGeom>
            <a:avLst/>
            <a:gdLst/>
            <a:ahLst/>
            <a:cxnLst/>
            <a:rect l="l" t="t" r="r" b="b"/>
            <a:pathLst>
              <a:path w="3423237" h="6919922">
                <a:moveTo>
                  <a:pt x="0" y="0"/>
                </a:moveTo>
                <a:lnTo>
                  <a:pt x="3423237" y="0"/>
                </a:lnTo>
                <a:lnTo>
                  <a:pt x="3423237" y="6919922"/>
                </a:lnTo>
                <a:lnTo>
                  <a:pt x="0" y="69199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TextBox 18"/>
          <p:cNvSpPr txBox="1"/>
          <p:nvPr/>
        </p:nvSpPr>
        <p:spPr>
          <a:xfrm>
            <a:off x="3133801" y="281607"/>
            <a:ext cx="12020398" cy="586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73"/>
              </a:lnSpc>
            </a:pPr>
            <a:r>
              <a:rPr lang="en-US" sz="3480" b="1" spc="-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PARTIAL SAVE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7498804" y="2541241"/>
            <a:ext cx="3497761" cy="6919922"/>
            <a:chOff x="0" y="0"/>
            <a:chExt cx="4663681" cy="922656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663694" cy="9226550"/>
            </a:xfrm>
            <a:custGeom>
              <a:avLst/>
              <a:gdLst/>
              <a:ahLst/>
              <a:cxnLst/>
              <a:rect l="l" t="t" r="r" b="b"/>
              <a:pathLst>
                <a:path w="4663694" h="9226550">
                  <a:moveTo>
                    <a:pt x="0" y="0"/>
                  </a:moveTo>
                  <a:lnTo>
                    <a:pt x="4663694" y="0"/>
                  </a:lnTo>
                  <a:lnTo>
                    <a:pt x="4663694" y="9226550"/>
                  </a:lnTo>
                  <a:lnTo>
                    <a:pt x="0" y="9226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" r="-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4432042" y="2597763"/>
            <a:ext cx="3497761" cy="6919922"/>
            <a:chOff x="0" y="0"/>
            <a:chExt cx="4663681" cy="922656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663694" cy="9226550"/>
            </a:xfrm>
            <a:custGeom>
              <a:avLst/>
              <a:gdLst/>
              <a:ahLst/>
              <a:cxnLst/>
              <a:rect l="l" t="t" r="r" b="b"/>
              <a:pathLst>
                <a:path w="4663694" h="9226550">
                  <a:moveTo>
                    <a:pt x="0" y="0"/>
                  </a:moveTo>
                  <a:lnTo>
                    <a:pt x="4663694" y="0"/>
                  </a:lnTo>
                  <a:lnTo>
                    <a:pt x="4663694" y="9226550"/>
                  </a:lnTo>
                  <a:lnTo>
                    <a:pt x="0" y="9226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" r="-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AutoShape 23"/>
          <p:cNvSpPr/>
          <p:nvPr/>
        </p:nvSpPr>
        <p:spPr>
          <a:xfrm rot="360">
            <a:off x="11131925" y="5996616"/>
            <a:ext cx="3300117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Box 24"/>
          <p:cNvSpPr txBox="1"/>
          <p:nvPr/>
        </p:nvSpPr>
        <p:spPr>
          <a:xfrm>
            <a:off x="11042686" y="3676055"/>
            <a:ext cx="3382537" cy="22057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20"/>
              </a:lnSpc>
            </a:pPr>
            <a:r>
              <a:rPr lang="en-US" sz="3600" spc="-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App closed and Cardiovascular Reading reopened by the user</a:t>
            </a:r>
          </a:p>
        </p:txBody>
      </p:sp>
      <p:sp>
        <p:nvSpPr>
          <p:cNvPr id="25" name="AutoShape 25"/>
          <p:cNvSpPr/>
          <p:nvPr/>
        </p:nvSpPr>
        <p:spPr>
          <a:xfrm rot="360">
            <a:off x="4107599" y="6053138"/>
            <a:ext cx="3300479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Box 26"/>
          <p:cNvSpPr txBox="1"/>
          <p:nvPr/>
        </p:nvSpPr>
        <p:spPr>
          <a:xfrm>
            <a:off x="4236254" y="4778921"/>
            <a:ext cx="3142440" cy="1102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spc="-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Data entered by user in the fields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19AA7B0-7704-22C8-C21F-70FBE7BADA21}"/>
              </a:ext>
            </a:extLst>
          </p:cNvPr>
          <p:cNvSpPr/>
          <p:nvPr/>
        </p:nvSpPr>
        <p:spPr>
          <a:xfrm>
            <a:off x="14706601" y="3129727"/>
            <a:ext cx="2971925" cy="605102"/>
          </a:xfrm>
          <a:prstGeom prst="round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        Data restored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D27B023-BB09-8986-89CC-90B3329D52F1}"/>
              </a:ext>
            </a:extLst>
          </p:cNvPr>
          <p:cNvSpPr/>
          <p:nvPr/>
        </p:nvSpPr>
        <p:spPr>
          <a:xfrm>
            <a:off x="15316200" y="3279878"/>
            <a:ext cx="304800" cy="3048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✔          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556032" cy="10287000"/>
          </a:xfrm>
          <a:custGeom>
            <a:avLst/>
            <a:gdLst/>
            <a:ahLst/>
            <a:cxnLst/>
            <a:rect l="l" t="t" r="r" b="b"/>
            <a:pathLst>
              <a:path w="18556032" h="10287000">
                <a:moveTo>
                  <a:pt x="0" y="0"/>
                </a:moveTo>
                <a:lnTo>
                  <a:pt x="18556032" y="0"/>
                </a:lnTo>
                <a:lnTo>
                  <a:pt x="1855603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158238" y="1524238"/>
            <a:ext cx="3971163" cy="8109356"/>
          </a:xfrm>
          <a:custGeom>
            <a:avLst/>
            <a:gdLst/>
            <a:ahLst/>
            <a:cxnLst/>
            <a:rect l="l" t="t" r="r" b="b"/>
            <a:pathLst>
              <a:path w="3971163" h="8109356">
                <a:moveTo>
                  <a:pt x="0" y="0"/>
                </a:moveTo>
                <a:lnTo>
                  <a:pt x="3971163" y="0"/>
                </a:lnTo>
                <a:lnTo>
                  <a:pt x="3971163" y="8109357"/>
                </a:lnTo>
                <a:lnTo>
                  <a:pt x="0" y="81093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7367045" y="1730883"/>
            <a:ext cx="3555721" cy="7705801"/>
            <a:chOff x="0" y="0"/>
            <a:chExt cx="4740961" cy="1027440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40937" cy="10274427"/>
            </a:xfrm>
            <a:custGeom>
              <a:avLst/>
              <a:gdLst/>
              <a:ahLst/>
              <a:cxnLst/>
              <a:rect l="l" t="t" r="r" b="b"/>
              <a:pathLst>
                <a:path w="4740937" h="10274427">
                  <a:moveTo>
                    <a:pt x="4299458" y="0"/>
                  </a:moveTo>
                  <a:lnTo>
                    <a:pt x="3726942" y="0"/>
                  </a:lnTo>
                  <a:lnTo>
                    <a:pt x="3726942" y="120396"/>
                  </a:lnTo>
                  <a:cubicBezTo>
                    <a:pt x="3726942" y="256794"/>
                    <a:pt x="3614547" y="369189"/>
                    <a:pt x="3478149" y="369189"/>
                  </a:cubicBezTo>
                  <a:lnTo>
                    <a:pt x="1268222" y="369189"/>
                  </a:lnTo>
                  <a:cubicBezTo>
                    <a:pt x="1131824" y="369189"/>
                    <a:pt x="1019429" y="256794"/>
                    <a:pt x="1019429" y="120396"/>
                  </a:cubicBezTo>
                  <a:lnTo>
                    <a:pt x="1019429" y="0"/>
                  </a:lnTo>
                  <a:lnTo>
                    <a:pt x="441452" y="0"/>
                  </a:lnTo>
                  <a:cubicBezTo>
                    <a:pt x="197993" y="0"/>
                    <a:pt x="0" y="197993"/>
                    <a:pt x="0" y="441452"/>
                  </a:cubicBezTo>
                  <a:lnTo>
                    <a:pt x="0" y="9832975"/>
                  </a:lnTo>
                  <a:cubicBezTo>
                    <a:pt x="0" y="10076434"/>
                    <a:pt x="197993" y="10274427"/>
                    <a:pt x="441452" y="10274427"/>
                  </a:cubicBezTo>
                  <a:lnTo>
                    <a:pt x="4299458" y="10274427"/>
                  </a:lnTo>
                  <a:cubicBezTo>
                    <a:pt x="4542917" y="10274427"/>
                    <a:pt x="4740910" y="10076434"/>
                    <a:pt x="4740910" y="9832975"/>
                  </a:cubicBezTo>
                  <a:lnTo>
                    <a:pt x="4740910" y="441452"/>
                  </a:lnTo>
                  <a:cubicBezTo>
                    <a:pt x="4743577" y="197993"/>
                    <a:pt x="4545584" y="0"/>
                    <a:pt x="4299458" y="0"/>
                  </a:cubicBezTo>
                  <a:close/>
                </a:path>
              </a:pathLst>
            </a:custGeom>
            <a:blipFill>
              <a:blip r:embed="rId4"/>
              <a:stretch>
                <a:fillRect l="-24" r="-2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845925" y="1797120"/>
            <a:ext cx="549364" cy="68037"/>
            <a:chOff x="0" y="0"/>
            <a:chExt cx="732485" cy="9071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32536" cy="90678"/>
            </a:xfrm>
            <a:custGeom>
              <a:avLst/>
              <a:gdLst/>
              <a:ahLst/>
              <a:cxnLst/>
              <a:rect l="l" t="t" r="r" b="b"/>
              <a:pathLst>
                <a:path w="732536" h="90678">
                  <a:moveTo>
                    <a:pt x="687070" y="0"/>
                  </a:moveTo>
                  <a:lnTo>
                    <a:pt x="45466" y="0"/>
                  </a:lnTo>
                  <a:cubicBezTo>
                    <a:pt x="21336" y="0"/>
                    <a:pt x="0" y="18669"/>
                    <a:pt x="0" y="45339"/>
                  </a:cubicBezTo>
                  <a:cubicBezTo>
                    <a:pt x="0" y="72009"/>
                    <a:pt x="21336" y="90678"/>
                    <a:pt x="45466" y="90678"/>
                  </a:cubicBezTo>
                  <a:lnTo>
                    <a:pt x="687070" y="90678"/>
                  </a:lnTo>
                  <a:cubicBezTo>
                    <a:pt x="711073" y="90678"/>
                    <a:pt x="732536" y="72009"/>
                    <a:pt x="732536" y="45339"/>
                  </a:cubicBezTo>
                  <a:cubicBezTo>
                    <a:pt x="732536" y="18669"/>
                    <a:pt x="711073" y="0"/>
                    <a:pt x="687070" y="0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570244" y="1781280"/>
            <a:ext cx="100441" cy="100079"/>
            <a:chOff x="0" y="0"/>
            <a:chExt cx="133922" cy="133439"/>
          </a:xfrm>
        </p:grpSpPr>
        <p:sp>
          <p:nvSpPr>
            <p:cNvPr id="8" name="Freeform 8"/>
            <p:cNvSpPr/>
            <p:nvPr/>
          </p:nvSpPr>
          <p:spPr>
            <a:xfrm>
              <a:off x="63" y="-1"/>
              <a:ext cx="134033" cy="133479"/>
            </a:xfrm>
            <a:custGeom>
              <a:avLst/>
              <a:gdLst/>
              <a:ahLst/>
              <a:cxnLst/>
              <a:rect l="l" t="t" r="r" b="b"/>
              <a:pathLst>
                <a:path w="134033" h="133479">
                  <a:moveTo>
                    <a:pt x="66866" y="1"/>
                  </a:moveTo>
                  <a:cubicBezTo>
                    <a:pt x="42990" y="-126"/>
                    <a:pt x="20892" y="12574"/>
                    <a:pt x="8954" y="33275"/>
                  </a:cubicBezTo>
                  <a:cubicBezTo>
                    <a:pt x="-2984" y="53976"/>
                    <a:pt x="-2984" y="79503"/>
                    <a:pt x="8954" y="100204"/>
                  </a:cubicBezTo>
                  <a:cubicBezTo>
                    <a:pt x="20892" y="120905"/>
                    <a:pt x="42990" y="133605"/>
                    <a:pt x="66993" y="133478"/>
                  </a:cubicBezTo>
                  <a:cubicBezTo>
                    <a:pt x="90869" y="133605"/>
                    <a:pt x="112967" y="120905"/>
                    <a:pt x="125032" y="100204"/>
                  </a:cubicBezTo>
                  <a:cubicBezTo>
                    <a:pt x="137097" y="79503"/>
                    <a:pt x="136970" y="53976"/>
                    <a:pt x="125032" y="33275"/>
                  </a:cubicBezTo>
                  <a:cubicBezTo>
                    <a:pt x="113094" y="12574"/>
                    <a:pt x="90742" y="-126"/>
                    <a:pt x="66866" y="1"/>
                  </a:cubicBezTo>
                  <a:close/>
                </a:path>
              </a:pathLst>
            </a:custGeom>
            <a:solidFill>
              <a:srgbClr val="5B5B5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073998" y="2567883"/>
            <a:ext cx="43920" cy="336956"/>
            <a:chOff x="0" y="0"/>
            <a:chExt cx="58560" cy="4492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8547" cy="449199"/>
            </a:xfrm>
            <a:custGeom>
              <a:avLst/>
              <a:gdLst/>
              <a:ahLst/>
              <a:cxnLst/>
              <a:rect l="l" t="t" r="r" b="b"/>
              <a:pathLst>
                <a:path w="58547" h="449199">
                  <a:moveTo>
                    <a:pt x="0" y="56134"/>
                  </a:moveTo>
                  <a:lnTo>
                    <a:pt x="0" y="390398"/>
                  </a:lnTo>
                  <a:cubicBezTo>
                    <a:pt x="0" y="422529"/>
                    <a:pt x="26670" y="449199"/>
                    <a:pt x="58547" y="449199"/>
                  </a:cubicBezTo>
                  <a:lnTo>
                    <a:pt x="58547" y="0"/>
                  </a:lnTo>
                  <a:cubicBezTo>
                    <a:pt x="26670" y="0"/>
                    <a:pt x="0" y="24130"/>
                    <a:pt x="0" y="56134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073998" y="3155756"/>
            <a:ext cx="43920" cy="607676"/>
            <a:chOff x="0" y="0"/>
            <a:chExt cx="58560" cy="81023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8547" cy="810260"/>
            </a:xfrm>
            <a:custGeom>
              <a:avLst/>
              <a:gdLst/>
              <a:ahLst/>
              <a:cxnLst/>
              <a:rect l="l" t="t" r="r" b="b"/>
              <a:pathLst>
                <a:path w="58547" h="810260">
                  <a:moveTo>
                    <a:pt x="0" y="56134"/>
                  </a:moveTo>
                  <a:lnTo>
                    <a:pt x="0" y="751459"/>
                  </a:lnTo>
                  <a:cubicBezTo>
                    <a:pt x="0" y="783590"/>
                    <a:pt x="26670" y="810260"/>
                    <a:pt x="58547" y="810260"/>
                  </a:cubicBezTo>
                  <a:lnTo>
                    <a:pt x="58547" y="0"/>
                  </a:lnTo>
                  <a:cubicBezTo>
                    <a:pt x="26670" y="0"/>
                    <a:pt x="0" y="24130"/>
                    <a:pt x="0" y="56134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073998" y="3896277"/>
            <a:ext cx="43920" cy="609838"/>
            <a:chOff x="0" y="0"/>
            <a:chExt cx="58560" cy="81311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8547" cy="813054"/>
            </a:xfrm>
            <a:custGeom>
              <a:avLst/>
              <a:gdLst/>
              <a:ahLst/>
              <a:cxnLst/>
              <a:rect l="l" t="t" r="r" b="b"/>
              <a:pathLst>
                <a:path w="58547" h="813054">
                  <a:moveTo>
                    <a:pt x="0" y="58801"/>
                  </a:moveTo>
                  <a:lnTo>
                    <a:pt x="0" y="754253"/>
                  </a:lnTo>
                  <a:cubicBezTo>
                    <a:pt x="0" y="786384"/>
                    <a:pt x="26670" y="813054"/>
                    <a:pt x="58547" y="813054"/>
                  </a:cubicBezTo>
                  <a:lnTo>
                    <a:pt x="58547" y="0"/>
                  </a:lnTo>
                  <a:cubicBezTo>
                    <a:pt x="26670" y="0"/>
                    <a:pt x="0" y="26797"/>
                    <a:pt x="0" y="58801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170082" y="3356639"/>
            <a:ext cx="43920" cy="977036"/>
            <a:chOff x="0" y="0"/>
            <a:chExt cx="58560" cy="130271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8547" cy="1302766"/>
            </a:xfrm>
            <a:custGeom>
              <a:avLst/>
              <a:gdLst/>
              <a:ahLst/>
              <a:cxnLst/>
              <a:rect l="l" t="t" r="r" b="b"/>
              <a:pathLst>
                <a:path w="58547" h="1302766">
                  <a:moveTo>
                    <a:pt x="0" y="0"/>
                  </a:moveTo>
                  <a:lnTo>
                    <a:pt x="0" y="1302766"/>
                  </a:lnTo>
                  <a:cubicBezTo>
                    <a:pt x="32004" y="1302766"/>
                    <a:pt x="58547" y="1275969"/>
                    <a:pt x="58547" y="1243965"/>
                  </a:cubicBezTo>
                  <a:lnTo>
                    <a:pt x="58547" y="58801"/>
                  </a:lnTo>
                  <a:cubicBezTo>
                    <a:pt x="58547" y="26797"/>
                    <a:pt x="32004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7" name="Freeform 17"/>
          <p:cNvSpPr/>
          <p:nvPr/>
        </p:nvSpPr>
        <p:spPr>
          <a:xfrm>
            <a:off x="7117918" y="1484281"/>
            <a:ext cx="4051440" cy="8189643"/>
          </a:xfrm>
          <a:custGeom>
            <a:avLst/>
            <a:gdLst/>
            <a:ahLst/>
            <a:cxnLst/>
            <a:rect l="l" t="t" r="r" b="b"/>
            <a:pathLst>
              <a:path w="4051440" h="8189643">
                <a:moveTo>
                  <a:pt x="0" y="0"/>
                </a:moveTo>
                <a:lnTo>
                  <a:pt x="4051440" y="0"/>
                </a:lnTo>
                <a:lnTo>
                  <a:pt x="4051440" y="8189642"/>
                </a:lnTo>
                <a:lnTo>
                  <a:pt x="0" y="81896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TextBox 18"/>
          <p:cNvSpPr txBox="1"/>
          <p:nvPr/>
        </p:nvSpPr>
        <p:spPr>
          <a:xfrm>
            <a:off x="3133801" y="111690"/>
            <a:ext cx="12020398" cy="675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73"/>
              </a:lnSpc>
            </a:pPr>
            <a:r>
              <a:rPr lang="en-US" sz="3480" b="1" spc="-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Screenings Schedule 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6EB19B-9EA0-DE07-AB73-850E6786F9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7" t="5262" r="1428" b="35359"/>
          <a:stretch>
            <a:fillRect/>
          </a:stretch>
        </p:blipFill>
        <p:spPr>
          <a:xfrm>
            <a:off x="-1" y="1866900"/>
            <a:ext cx="18210835" cy="6096000"/>
          </a:xfrm>
          <a:prstGeom prst="rect">
            <a:avLst/>
          </a:prstGeom>
        </p:spPr>
      </p:pic>
      <p:sp>
        <p:nvSpPr>
          <p:cNvPr id="4" name="TextBox 18">
            <a:extLst>
              <a:ext uri="{FF2B5EF4-FFF2-40B4-BE49-F238E27FC236}">
                <a16:creationId xmlns:a16="http://schemas.microsoft.com/office/drawing/2014/main" id="{8165F96D-FE77-C04C-3F2D-8BD90134BFF2}"/>
              </a:ext>
            </a:extLst>
          </p:cNvPr>
          <p:cNvSpPr txBox="1"/>
          <p:nvPr/>
        </p:nvSpPr>
        <p:spPr>
          <a:xfrm>
            <a:off x="3276600" y="419100"/>
            <a:ext cx="12020398" cy="586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73"/>
              </a:lnSpc>
            </a:pPr>
            <a:r>
              <a:rPr lang="en-US" sz="3480" b="1" spc="-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Calendar Sync – from Other Ailments</a:t>
            </a:r>
          </a:p>
        </p:txBody>
      </p:sp>
    </p:spTree>
    <p:extLst>
      <p:ext uri="{BB962C8B-B14F-4D97-AF65-F5344CB8AC3E}">
        <p14:creationId xmlns:p14="http://schemas.microsoft.com/office/powerpoint/2010/main" val="11874386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ABA54A-CBBE-412C-33A2-61398937A4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5" t="68945" r="54253"/>
          <a:stretch>
            <a:fillRect/>
          </a:stretch>
        </p:blipFill>
        <p:spPr>
          <a:xfrm>
            <a:off x="6019799" y="427855"/>
            <a:ext cx="11946895" cy="468298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EE02B1F-9F0F-AE26-30D4-C30DC5E2E0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93" t="68945" r="23693"/>
          <a:stretch>
            <a:fillRect/>
          </a:stretch>
        </p:blipFill>
        <p:spPr>
          <a:xfrm>
            <a:off x="7992747" y="5176158"/>
            <a:ext cx="8001000" cy="4682987"/>
          </a:xfrm>
          <a:prstGeom prst="rect">
            <a:avLst/>
          </a:prstGeom>
        </p:spPr>
      </p:pic>
      <p:sp>
        <p:nvSpPr>
          <p:cNvPr id="5" name="TextBox 18">
            <a:extLst>
              <a:ext uri="{FF2B5EF4-FFF2-40B4-BE49-F238E27FC236}">
                <a16:creationId xmlns:a16="http://schemas.microsoft.com/office/drawing/2014/main" id="{C4BA0BDB-7166-EDCB-B7FA-34C710F9F40B}"/>
              </a:ext>
            </a:extLst>
          </p:cNvPr>
          <p:cNvSpPr txBox="1"/>
          <p:nvPr/>
        </p:nvSpPr>
        <p:spPr>
          <a:xfrm>
            <a:off x="-76200" y="4263740"/>
            <a:ext cx="6324600" cy="5865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73"/>
              </a:lnSpc>
            </a:pPr>
            <a:r>
              <a:rPr lang="en-US" sz="3480" b="1" spc="-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Calendar &amp; Sync Setting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8520B7-405F-74B0-D313-259E9B1D39D6}"/>
              </a:ext>
            </a:extLst>
          </p:cNvPr>
          <p:cNvSpPr txBox="1"/>
          <p:nvPr/>
        </p:nvSpPr>
        <p:spPr>
          <a:xfrm>
            <a:off x="1066800" y="5110842"/>
            <a:ext cx="40386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dirty="0"/>
              <a:t>appear when we click on calendar top right of the screenings tab </a:t>
            </a:r>
          </a:p>
        </p:txBody>
      </p:sp>
    </p:spTree>
    <p:extLst>
      <p:ext uri="{BB962C8B-B14F-4D97-AF65-F5344CB8AC3E}">
        <p14:creationId xmlns:p14="http://schemas.microsoft.com/office/powerpoint/2010/main" val="107941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965</TotalTime>
  <Words>205</Words>
  <Application>Microsoft Office PowerPoint</Application>
  <PresentationFormat>Custom</PresentationFormat>
  <Paragraphs>52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(MS)</vt:lpstr>
      <vt:lpstr>Canva Sans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Checkupp_Final Wireframes.pptx</dc:title>
  <dc:creator>User</dc:creator>
  <cp:lastModifiedBy>Soubhanik Patra</cp:lastModifiedBy>
  <cp:revision>30</cp:revision>
  <dcterms:created xsi:type="dcterms:W3CDTF">2006-08-16T00:00:00Z</dcterms:created>
  <dcterms:modified xsi:type="dcterms:W3CDTF">2026-07-02T09:02:14Z</dcterms:modified>
  <dc:identifier>DAHNeME3Lvk</dc:identifier>
</cp:coreProperties>
</file>