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DIGITAL PATIENT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0F0F0F"/>
                </a:solidFill>
              </a:rPr>
              <a:t>Check Upp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2000">
                <a:solidFill>
                  <a:srgbClr val="3C3C3C"/>
                </a:solidFill>
              </a:defRPr>
            </a:pPr>
            <a:r>
              <a:t>Keep people on track with preventive care — screenings, referrals, and follow-ups — with a single, patient-friendly companion.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6400800" cy="63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rPr dirty="0"/>
              <a:t>Founder: Dr Sheila Uyirwoth </a:t>
            </a:r>
            <a:endParaRPr lang="en-AU" dirty="0"/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5A5A5A"/>
                </a:solidFill>
              </a:defRPr>
            </a:pPr>
            <a:r>
              <a:rPr dirty="0"/>
              <a:t>Australia • 2026</a:t>
            </a:r>
          </a:p>
        </p:txBody>
      </p:sp>
      <p:pic>
        <p:nvPicPr>
          <p:cNvPr id="6" name="Picture 5" descr="slide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822960"/>
            <a:ext cx="789673" cy="1005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Pitch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Preventive care falls through the cracks.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Patients miss screening milestones (cancer screening, antenatal schedules, childhood vaccinations).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Referrals, pathology forms, and eScripts are fragmented across systems and paper.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Clinics spend time on recalls and admin, but still struggle to close the loop.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The result: later diagnosis, avoidable cost, and inequity for CALD and First Nations communities.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A digital patient companion that closes the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1417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Personalised check-up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A timeline of recommended preventive care and follow-ups, tailored to age, sex, and risk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2044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73152" cy="1417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Reminder + evidence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Smart reminders and status tracking that helps patients complete actions and helps clinics confirm completion.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2064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5120640"/>
            <a:ext cx="73152" cy="14173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Centralised document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One place for referrals, eScripts, pathology requests and results, and care instructions.</a:t>
            </a:r>
          </a:p>
        </p:txBody>
      </p:sp>
      <p:pic>
        <p:nvPicPr>
          <p:cNvPr id="16" name="Picture 15" descr="slide3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0" cy="11231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GO-TO-MARKET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414"/>
                </a:solidFill>
              </a:rPr>
              <a:t>Start with high-impact programs, expand to lifelong care.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1828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First wedge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Cancer screening recall support for GP clinics and PHNs.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202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920240"/>
            <a:ext cx="73152" cy="1828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14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Antenatal care pathways and structured follow-ups.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92024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03920" y="1920240"/>
            <a:ext cx="73152" cy="1828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14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Childhood vaccination schedules and catch-up reminders.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5669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73152" cy="20116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799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Also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1999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Pre-employment medicals and occupational health workflows for faster completion and better record-keeping.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77639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3977639"/>
            <a:ext cx="73152" cy="20116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114799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7199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Better navigation and reminders for CALD and First Nations communities (with culturally safe design partnerships).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Market entry and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Built prototype. Ready for pilot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exists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A working app prototype for reminders, check-up logbook, and document wallet.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5669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we will prove in pilots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Higher completion of screening actions and lower admin burden for clinics.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82880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0" y="1828800"/>
            <a:ext cx="73152" cy="32918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965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Pilot design (90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2316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2 clinics + 1 PHN partner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Primary outcome: completion rate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Secondary: time saved, NPS, retention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Deliverable: grant- and investor-ready evaluation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303520"/>
            <a:ext cx="5394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60" y="5303520"/>
            <a:ext cx="73152" cy="1554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5440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Ask (today)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8978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Download and test the app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15–20 minute user interview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Intro to a PHN for pilot partnership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B2B2C: clinics and PHNs pay; patients benefit.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19202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4747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Core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34747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GP clinics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Primary Health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92024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73152" cy="19202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057400"/>
            <a:ext cx="34747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Pricing (example)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514600"/>
            <a:ext cx="34747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$X per clinic per month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+ optional per-patient program fee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0" y="1920240"/>
            <a:ext cx="73152" cy="19202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End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146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Patients and carers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5669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114800"/>
            <a:ext cx="73152" cy="24688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Value to clinics/PHNs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Improved recall completion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Reduced admin time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Clear program reporting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Better patient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114800"/>
            <a:ext cx="5394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66560" y="4114800"/>
            <a:ext cx="73152" cy="24688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251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Value to funders/grants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70916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Measurable prevention outcomes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Equity focus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Scalable digital delivery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Evaluation-ready pilot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Business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Clinical credibility +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669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23774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Dr Sheila Uyirwoth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Specialist Occupational &amp; Environmental Physician and Specialist GP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Experienced in preventive care pathways and clinical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920240"/>
            <a:ext cx="53949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920240"/>
            <a:ext cx="73152" cy="23774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0574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we are hiring/adding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146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Product (patient UX)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Engineering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PHN partnerships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Evaluation / health economics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11338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73152" cy="20116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Advisors (target profile)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1064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Primary care leader • Public health / screening program expert • Data privacy/security • First Nations health leader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TRACTION (EARLY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Smoke test completed. Clear fixes, clear path to pilot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669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24688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we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Early real-world QA is underway using the target device class for broad access.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We have reproducible defects and a prioritized remediation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920240"/>
            <a:ext cx="5394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920240"/>
            <a:ext cx="73152" cy="24688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0574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we learned (pilot blockers)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1460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Reliability, activation friction, data persistence, and immunisation workflow safety checks are the key readiness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11338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663440"/>
            <a:ext cx="73152" cy="1645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90-day build-to-pilot plan (from this smoke 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Fix stability on low-end devices • Add explore mode • Persist user data across sessions • Add immunisation validation rules + schedule viewer • Re-test on target devices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Traction and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AFF"/>
                </a:solidFill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41414"/>
                </a:solidFill>
              </a:rPr>
              <a:t>Closing the loop beats reminders.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669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73152" cy="20574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79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most tools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7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They either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live inside clinic systems (patients don't see them)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remind patients (clinics can't verify completion)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74519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73152" cy="20574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7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What Check Upp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7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A patient-first companion that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tracks actions + evidence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stores the right documents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• supports program reporting for clinics/PHNs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160520"/>
            <a:ext cx="73152" cy="1965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Defensibility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Workflow integration + evaluation evidence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Partner distribution via PHNs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Trust from clinical 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16052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4160520"/>
            <a:ext cx="73152" cy="1965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4297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54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Replicable care pathways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Low marginal cost per program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Supports multiple populations across a lifetime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16052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03920" y="4160520"/>
            <a:ext cx="73152" cy="1965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429768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Equity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54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Purpose-built for CALD and First Nations delivery in partnership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Simple UX for low digital literacy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Differentiation and defensibility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8C8FF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Help us run the pilot and prove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BEBEB"/>
                </a:solidFill>
              </a:defRPr>
            </a:pPr>
            <a:r>
              <a:t>Introductions to 1 Primary Health Network (PHN) and 2 pilot clinics</a:t>
            </a:r>
          </a:p>
          <a:p>
            <a:pPr>
              <a:spcAft>
                <a:spcPts val="600"/>
              </a:spcAft>
              <a:defRPr sz="2200">
                <a:solidFill>
                  <a:srgbClr val="EBEBEB"/>
                </a:solidFill>
              </a:defRPr>
            </a:pPr>
            <a:r>
              <a:t>Non-dilutive: grant partner for evaluation and equity outcomes</a:t>
            </a:r>
          </a:p>
          <a:p>
            <a:pPr>
              <a:spcAft>
                <a:spcPts val="600"/>
              </a:spcAft>
              <a:defRPr sz="2200">
                <a:solidFill>
                  <a:srgbClr val="EBEBEB"/>
                </a:solidFill>
              </a:defRPr>
            </a:pPr>
            <a:r>
              <a:t>Seed funding to complete product, integrate workflows, and scale pilots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11338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73152" cy="2011680"/>
          </a:xfrm>
          <a:prstGeom prst="rect">
            <a:avLst/>
          </a:prstGeom>
          <a:solidFill>
            <a:srgbClr val="7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1064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Email: askcheckupp@gmail.com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t>Next step: book 20 minutes for a demo + pilot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400800"/>
            <a:ext cx="1078992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465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t>Check Upp •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822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Sheila Uyirwoth</dc:creator>
  <cp:keywords/>
  <dc:description>generated using python-pptx</dc:description>
  <cp:lastModifiedBy>A Sheila Uyirwoth</cp:lastModifiedBy>
  <cp:revision>2</cp:revision>
  <dcterms:created xsi:type="dcterms:W3CDTF">2013-01-27T09:14:16Z</dcterms:created>
  <dcterms:modified xsi:type="dcterms:W3CDTF">2026-05-01T03:02:27Z</dcterms:modified>
  <cp:category/>
</cp:coreProperties>
</file>