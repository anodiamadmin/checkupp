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67" r:id="rId5"/>
    <p:sldId id="260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820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07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16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9037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62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743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95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653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28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397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15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470D3-455E-4A93-A3E6-D0448CA21BAF}" type="datetimeFigureOut">
              <a:rPr lang="en-AU" smtClean="0"/>
              <a:t>1/10/2026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6A874-434D-451E-8FA0-7E2FAB7B6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238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3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3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4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8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3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8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7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5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17</cp:revision>
  <dcterms:created xsi:type="dcterms:W3CDTF">2026-09-28T03:21:27Z</dcterms:created>
  <dcterms:modified xsi:type="dcterms:W3CDTF">2026-10-01T05:20:29Z</dcterms:modified>
</cp:coreProperties>
</file>